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heme/theme2.xml" ContentType="application/vnd.openxmlformats-officedocument.theme+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heme/theme3.xml" ContentType="application/vnd.openxmlformats-officedocument.theme+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handoutMasterIdLst>
    <p:handoutMasterId r:id="rId16"/>
  </p:handoutMasterIdLst>
  <p:sldIdLst>
    <p:sldId id="349" r:id="rId5"/>
    <p:sldId id="629" r:id="rId6"/>
    <p:sldId id="609" r:id="rId7"/>
    <p:sldId id="610" r:id="rId8"/>
    <p:sldId id="611" r:id="rId9"/>
    <p:sldId id="612" r:id="rId10"/>
    <p:sldId id="614" r:id="rId11"/>
    <p:sldId id="615" r:id="rId12"/>
    <p:sldId id="616" r:id="rId13"/>
    <p:sldId id="617" r:id="rId14"/>
  </p:sldIdLst>
  <p:sldSz cx="12192000" cy="6858000"/>
  <p:notesSz cx="6858000" cy="9144000"/>
  <p:custDataLst>
    <p:tags r:id="rId17"/>
  </p:custDataLst>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057" autoAdjust="0"/>
  </p:normalViewPr>
  <p:slideViewPr>
    <p:cSldViewPr snapToGrid="0" showGuides="1">
      <p:cViewPr varScale="1">
        <p:scale>
          <a:sx n="78" d="100"/>
          <a:sy n="78" d="100"/>
        </p:scale>
        <p:origin x="878" y="72"/>
      </p:cViewPr>
      <p:guideLst>
        <p:guide orient="horz" pos="2183"/>
        <p:guide pos="3840"/>
      </p:guideLst>
    </p:cSldViewPr>
  </p:slideViewPr>
  <p:notesTextViewPr>
    <p:cViewPr>
      <p:scale>
        <a:sx n="1" d="1"/>
        <a:sy n="1" d="1"/>
      </p:scale>
      <p:origin x="0" y="0"/>
    </p:cViewPr>
  </p:notesTextViewPr>
  <p:sorterViewPr>
    <p:cViewPr varScale="1">
      <p:scale>
        <a:sx n="100" d="100"/>
        <a:sy n="100" d="100"/>
      </p:scale>
      <p:origin x="0" y="-8484"/>
    </p:cViewPr>
  </p:sorterViewPr>
  <p:notesViewPr>
    <p:cSldViewPr snapToGrid="0" showGuides="1">
      <p:cViewPr varScale="1">
        <p:scale>
          <a:sx n="116" d="100"/>
          <a:sy n="116" d="100"/>
        </p:scale>
        <p:origin x="2968"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C:\Users\htibos\Documents\My%20docs\Info\ISZE\Team%20Meeting%202026%20ISZE\Org%20chart%20&amp;%20sales%20data.xlsx"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C:\Users\htibos\Documents\My%20docs\Info\ISZE\Team%20Meeting%202026%20ISZE\Org%20chart%20&amp;%20sales%20data.xlsx" TargetMode="Externa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C00000"/>
            </a:solidFill>
            <a:ln>
              <a:noFill/>
            </a:ln>
            <a:effectLst/>
          </c:spPr>
          <c:invertIfNegative val="0"/>
          <c:dPt>
            <c:idx val="9"/>
            <c:invertIfNegative val="0"/>
            <c:bubble3D val="0"/>
            <c:spPr>
              <a:solidFill>
                <a:srgbClr val="B5091F">
                  <a:lumMod val="20000"/>
                  <a:lumOff val="80000"/>
                </a:srgbClr>
              </a:solidFill>
              <a:ln>
                <a:noFill/>
              </a:ln>
              <a:effectLst/>
            </c:spPr>
            <c:extLst>
              <c:ext xmlns:c16="http://schemas.microsoft.com/office/drawing/2014/chart" uri="{C3380CC4-5D6E-409C-BE32-E72D297353CC}">
                <c16:uniqueId val="{00000001-3D8B-42B3-97A1-9E529E7E6CF7}"/>
              </c:ext>
            </c:extLst>
          </c:dPt>
          <c:dPt>
            <c:idx val="10"/>
            <c:invertIfNegative val="0"/>
            <c:bubble3D val="0"/>
            <c:spPr>
              <a:solidFill>
                <a:srgbClr val="848E9A"/>
              </a:solidFill>
              <a:ln>
                <a:noFill/>
              </a:ln>
              <a:effectLst/>
            </c:spPr>
            <c:extLst>
              <c:ext xmlns:c16="http://schemas.microsoft.com/office/drawing/2014/chart" uri="{C3380CC4-5D6E-409C-BE32-E72D297353CC}">
                <c16:uniqueId val="{00000002-3D8B-42B3-97A1-9E529E7E6CF7}"/>
              </c:ext>
            </c:extLst>
          </c:dPt>
          <c:dPt>
            <c:idx val="11"/>
            <c:invertIfNegative val="0"/>
            <c:bubble3D val="0"/>
            <c:spPr>
              <a:solidFill>
                <a:srgbClr val="848E9A"/>
              </a:solidFill>
              <a:ln>
                <a:noFill/>
              </a:ln>
              <a:effectLst/>
            </c:spPr>
            <c:extLst>
              <c:ext xmlns:c16="http://schemas.microsoft.com/office/drawing/2014/chart" uri="{C3380CC4-5D6E-409C-BE32-E72D297353CC}">
                <c16:uniqueId val="{00000003-3D8B-42B3-97A1-9E529E7E6CF7}"/>
              </c:ext>
            </c:extLst>
          </c:dPt>
          <c:cat>
            <c:strRef>
              <c:f>'Sales data'!$B$4:$B$15</c:f>
              <c:strCache>
                <c:ptCount val="12"/>
                <c:pt idx="0">
                  <c:v>CY2017</c:v>
                </c:pt>
                <c:pt idx="1">
                  <c:v>CY2018</c:v>
                </c:pt>
                <c:pt idx="2">
                  <c:v>CY2019</c:v>
                </c:pt>
                <c:pt idx="3">
                  <c:v>CY2020</c:v>
                </c:pt>
                <c:pt idx="4">
                  <c:v>CY2021</c:v>
                </c:pt>
                <c:pt idx="5">
                  <c:v>CY2022</c:v>
                </c:pt>
                <c:pt idx="6">
                  <c:v>2023</c:v>
                </c:pt>
                <c:pt idx="7">
                  <c:v>FY2024</c:v>
                </c:pt>
                <c:pt idx="8">
                  <c:v>FY2025</c:v>
                </c:pt>
                <c:pt idx="9">
                  <c:v>FY2026</c:v>
                </c:pt>
                <c:pt idx="10">
                  <c:v>FY2027</c:v>
                </c:pt>
                <c:pt idx="11">
                  <c:v>FY2028</c:v>
                </c:pt>
              </c:strCache>
            </c:strRef>
          </c:cat>
          <c:val>
            <c:numRef>
              <c:f>'Sales data'!$C$4:$C$15</c:f>
              <c:numCache>
                <c:formatCode>General</c:formatCode>
                <c:ptCount val="12"/>
                <c:pt idx="0">
                  <c:v>47277</c:v>
                </c:pt>
                <c:pt idx="1">
                  <c:v>48206</c:v>
                </c:pt>
                <c:pt idx="2">
                  <c:v>49095</c:v>
                </c:pt>
                <c:pt idx="3">
                  <c:v>44791</c:v>
                </c:pt>
                <c:pt idx="4">
                  <c:v>52578</c:v>
                </c:pt>
                <c:pt idx="5">
                  <c:v>45815</c:v>
                </c:pt>
                <c:pt idx="6">
                  <c:v>11412</c:v>
                </c:pt>
                <c:pt idx="7">
                  <c:v>46829</c:v>
                </c:pt>
                <c:pt idx="8">
                  <c:v>51352</c:v>
                </c:pt>
                <c:pt idx="9">
                  <c:v>49954</c:v>
                </c:pt>
                <c:pt idx="10">
                  <c:v>52447</c:v>
                </c:pt>
                <c:pt idx="11">
                  <c:v>56329</c:v>
                </c:pt>
              </c:numCache>
            </c:numRef>
          </c:val>
          <c:extLst>
            <c:ext xmlns:c16="http://schemas.microsoft.com/office/drawing/2014/chart" uri="{C3380CC4-5D6E-409C-BE32-E72D297353CC}">
              <c16:uniqueId val="{00000000-3D8B-42B3-97A1-9E529E7E6CF7}"/>
            </c:ext>
          </c:extLst>
        </c:ser>
        <c:dLbls>
          <c:showLegendKey val="0"/>
          <c:showVal val="0"/>
          <c:showCatName val="0"/>
          <c:showSerName val="0"/>
          <c:showPercent val="0"/>
          <c:showBubbleSize val="0"/>
        </c:dLbls>
        <c:gapWidth val="219"/>
        <c:overlap val="-27"/>
        <c:axId val="1191732511"/>
        <c:axId val="1191723391"/>
      </c:barChart>
      <c:catAx>
        <c:axId val="11917325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BE"/>
          </a:p>
        </c:txPr>
        <c:crossAx val="1191723391"/>
        <c:crosses val="autoZero"/>
        <c:auto val="1"/>
        <c:lblAlgn val="ctr"/>
        <c:lblOffset val="100"/>
        <c:noMultiLvlLbl val="0"/>
      </c:catAx>
      <c:valAx>
        <c:axId val="119172339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BE"/>
          </a:p>
        </c:txPr>
        <c:crossAx val="119173251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BE"/>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'FY26 Split'!$B$2</c:f>
              <c:strCache>
                <c:ptCount val="1"/>
                <c:pt idx="0">
                  <c:v>Split</c:v>
                </c:pt>
              </c:strCache>
            </c:strRef>
          </c:tx>
          <c:dPt>
            <c:idx val="0"/>
            <c:bubble3D val="0"/>
            <c:spPr>
              <a:solidFill>
                <a:srgbClr val="B5091F">
                  <a:lumMod val="60000"/>
                  <a:lumOff val="40000"/>
                </a:srgb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1-98C3-4063-B3CC-9AD97C0E206F}"/>
              </c:ext>
            </c:extLst>
          </c:dPt>
          <c:dPt>
            <c:idx val="1"/>
            <c:bubble3D val="0"/>
            <c:spPr>
              <a:solidFill>
                <a:srgbClr val="344251">
                  <a:lumMod val="60000"/>
                  <a:lumOff val="40000"/>
                </a:srgb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3-98C3-4063-B3CC-9AD97C0E206F}"/>
              </c:ext>
            </c:extLst>
          </c:dPt>
          <c:dPt>
            <c:idx val="2"/>
            <c:bubble3D val="0"/>
            <c:spPr>
              <a:solidFill>
                <a:srgbClr val="B5091F">
                  <a:lumMod val="20000"/>
                  <a:lumOff val="80000"/>
                </a:srgb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5-98C3-4063-B3CC-9AD97C0E206F}"/>
              </c:ext>
            </c:extLst>
          </c:dPt>
          <c:dPt>
            <c:idx val="3"/>
            <c:bubble3D val="0"/>
            <c:spPr>
              <a:solidFill>
                <a:srgbClr val="344251">
                  <a:lumMod val="20000"/>
                  <a:lumOff val="80000"/>
                </a:srgb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7-98C3-4063-B3CC-9AD97C0E206F}"/>
              </c:ext>
            </c:extLst>
          </c:dPt>
          <c:dLbls>
            <c:dLbl>
              <c:idx val="0"/>
              <c:layout>
                <c:manualLayout>
                  <c:x val="1.0622484689413823E-2"/>
                  <c:y val="-4.827245552639253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8C3-4063-B3CC-9AD97C0E206F}"/>
                </c:ext>
              </c:extLst>
            </c:dLbl>
            <c:dLbl>
              <c:idx val="1"/>
              <c:layout>
                <c:manualLayout>
                  <c:x val="-5.2730752405949254E-3"/>
                  <c:y val="-4.901465441819772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8C3-4063-B3CC-9AD97C0E206F}"/>
                </c:ext>
              </c:extLst>
            </c:dLbl>
            <c:dLbl>
              <c:idx val="2"/>
              <c:layout>
                <c:manualLayout>
                  <c:x val="2.8854768153980751E-2"/>
                  <c:y val="-2.717300962379702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8C3-4063-B3CC-9AD97C0E206F}"/>
                </c:ext>
              </c:extLst>
            </c:dLbl>
            <c:dLbl>
              <c:idx val="3"/>
              <c:layout>
                <c:manualLayout>
                  <c:x val="1.7557250013832827E-2"/>
                  <c:y val="6.573606913303992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8C3-4063-B3CC-9AD97C0E206F}"/>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BE"/>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'FY26 Split'!$A$3:$A$6</c:f>
              <c:strCache>
                <c:ptCount val="4"/>
                <c:pt idx="0">
                  <c:v>VP</c:v>
                </c:pt>
                <c:pt idx="1">
                  <c:v>ACC</c:v>
                </c:pt>
                <c:pt idx="2">
                  <c:v>IE</c:v>
                </c:pt>
                <c:pt idx="3">
                  <c:v>PT</c:v>
                </c:pt>
              </c:strCache>
            </c:strRef>
          </c:cat>
          <c:val>
            <c:numRef>
              <c:f>'FY26 Split'!$B$3:$B$6</c:f>
              <c:numCache>
                <c:formatCode>0%</c:formatCode>
                <c:ptCount val="4"/>
                <c:pt idx="0">
                  <c:v>0.64735556712175202</c:v>
                </c:pt>
                <c:pt idx="1">
                  <c:v>6.2057092525123113E-2</c:v>
                </c:pt>
                <c:pt idx="2">
                  <c:v>0.26088000960884011</c:v>
                </c:pt>
                <c:pt idx="3">
                  <c:v>2.9707330744284742E-2</c:v>
                </c:pt>
              </c:numCache>
            </c:numRef>
          </c:val>
          <c:extLst>
            <c:ext xmlns:c16="http://schemas.microsoft.com/office/drawing/2014/chart" uri="{C3380CC4-5D6E-409C-BE32-E72D297353CC}">
              <c16:uniqueId val="{00000008-98C3-4063-B3CC-9AD97C0E206F}"/>
            </c:ext>
          </c:extLst>
        </c:ser>
        <c:dLbls>
          <c:showLegendKey val="0"/>
          <c:showVal val="0"/>
          <c:showCatName val="0"/>
          <c:showSerName val="0"/>
          <c:showPercent val="0"/>
          <c:showBubbleSize val="0"/>
          <c:showLeaderLines val="1"/>
        </c:dLbls>
      </c:pie3DChart>
      <c:spPr>
        <a:noFill/>
        <a:ln>
          <a:noFill/>
        </a:ln>
        <a:effectLst/>
      </c:spPr>
    </c:plotArea>
    <c:legend>
      <c:legendPos val="b"/>
      <c:layout>
        <c:manualLayout>
          <c:xMode val="edge"/>
          <c:yMode val="edge"/>
          <c:x val="0.36768599383705647"/>
          <c:y val="0.83617124264322185"/>
          <c:w val="0.27946074317092745"/>
          <c:h val="5.6109583633008407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B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BE"/>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r>
              <a:rPr lang="en-US"/>
              <a:t>Dealer Self Evaluation</a:t>
            </a:r>
          </a:p>
        </c:rich>
      </c:tx>
      <c:overlay val="0"/>
      <c:spPr>
        <a:noFill/>
        <a:ln>
          <a:noFill/>
        </a:ln>
        <a:effectLst/>
      </c:spPr>
      <c:txPr>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endParaRPr lang="en-US"/>
        </a:p>
      </c:txPr>
    </c:title>
    <c:autoTitleDeleted val="0"/>
    <c:plotArea>
      <c:layout/>
      <c:radarChart>
        <c:radarStyle val="marker"/>
        <c:varyColors val="0"/>
        <c:ser>
          <c:idx val="0"/>
          <c:order val="0"/>
          <c:spPr>
            <a:ln w="34925" cap="rnd">
              <a:solidFill>
                <a:schemeClr val="accent1"/>
              </a:solidFill>
              <a:round/>
            </a:ln>
            <a:effectLst>
              <a:outerShdw blurRad="40000" dist="23000" dir="5400000" rotWithShape="0">
                <a:srgbClr val="000000">
                  <a:alpha val="35000"/>
                </a:srgbClr>
              </a:outerShdw>
            </a:effectLst>
          </c:spPr>
          <c:marker>
            <c:symbol val="circle"/>
            <c:size val="6"/>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9525">
                <a:solidFill>
                  <a:schemeClr val="accent1"/>
                </a:solidFill>
                <a:rou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cat>
            <c:strRef>
              <c:f>'Score Card'!$E$4:$E$21</c:f>
              <c:strCache>
                <c:ptCount val="18"/>
                <c:pt idx="0">
                  <c:v>A.1 Premises</c:v>
                </c:pt>
                <c:pt idx="1">
                  <c:v>A.2 Stationary / Publications</c:v>
                </c:pt>
                <c:pt idx="2">
                  <c:v>A.3 Uniforms</c:v>
                </c:pt>
                <c:pt idx="3">
                  <c:v>B.1 Business Plan</c:v>
                </c:pt>
                <c:pt idx="4">
                  <c:v>B.2 Organization</c:v>
                </c:pt>
                <c:pt idx="5">
                  <c:v>B.3 Education</c:v>
                </c:pt>
                <c:pt idx="6">
                  <c:v>B.4 Compliance with Laws</c:v>
                </c:pt>
                <c:pt idx="7">
                  <c:v>B.5 Environment / Workshop - 5S</c:v>
                </c:pt>
                <c:pt idx="8">
                  <c:v>B.6 Customer Handling</c:v>
                </c:pt>
                <c:pt idx="9">
                  <c:v>B.7 Self-evaluation of Dealer Standards</c:v>
                </c:pt>
                <c:pt idx="10">
                  <c:v>C.1 Workshop</c:v>
                </c:pt>
                <c:pt idx="11">
                  <c:v>C.2 Facility for Employees</c:v>
                </c:pt>
                <c:pt idx="12">
                  <c:v>C.3 Administration</c:v>
                </c:pt>
                <c:pt idx="13">
                  <c:v>C.4 Service Shop Operation</c:v>
                </c:pt>
                <c:pt idx="14">
                  <c:v>D.1 Facility</c:v>
                </c:pt>
                <c:pt idx="15">
                  <c:v>D.2 Operation and Management</c:v>
                </c:pt>
                <c:pt idx="16">
                  <c:v>E.1 Sales Management</c:v>
                </c:pt>
                <c:pt idx="17">
                  <c:v>E.2 Marketing</c:v>
                </c:pt>
              </c:strCache>
            </c:strRef>
          </c:cat>
          <c:val>
            <c:numRef>
              <c:f>'Score Card'!$K$4:$K$21</c:f>
              <c:numCache>
                <c:formatCode>0.0%</c:formatCode>
                <c:ptCount val="18"/>
                <c:pt idx="0">
                  <c:v>0.8125</c:v>
                </c:pt>
                <c:pt idx="1">
                  <c:v>0.16666666666666666</c:v>
                </c:pt>
                <c:pt idx="2">
                  <c:v>0.625</c:v>
                </c:pt>
                <c:pt idx="3">
                  <c:v>0.58333333333333337</c:v>
                </c:pt>
                <c:pt idx="4">
                  <c:v>0.72222222222222221</c:v>
                </c:pt>
                <c:pt idx="5">
                  <c:v>0.58333333333333337</c:v>
                </c:pt>
                <c:pt idx="6">
                  <c:v>0.90909090909090906</c:v>
                </c:pt>
                <c:pt idx="7">
                  <c:v>0.76923076923076927</c:v>
                </c:pt>
                <c:pt idx="8">
                  <c:v>0.92307692307692313</c:v>
                </c:pt>
                <c:pt idx="9">
                  <c:v>1</c:v>
                </c:pt>
                <c:pt idx="10">
                  <c:v>0.92592592592592593</c:v>
                </c:pt>
                <c:pt idx="11">
                  <c:v>1</c:v>
                </c:pt>
                <c:pt idx="12">
                  <c:v>0.88888888888888884</c:v>
                </c:pt>
                <c:pt idx="13">
                  <c:v>0.84375</c:v>
                </c:pt>
                <c:pt idx="14">
                  <c:v>0.88461538461538458</c:v>
                </c:pt>
                <c:pt idx="15">
                  <c:v>0.90476190476190477</c:v>
                </c:pt>
                <c:pt idx="16">
                  <c:v>0.76470588235294112</c:v>
                </c:pt>
                <c:pt idx="17">
                  <c:v>0.8</c:v>
                </c:pt>
              </c:numCache>
            </c:numRef>
          </c:val>
          <c:extLst>
            <c:ext xmlns:c16="http://schemas.microsoft.com/office/drawing/2014/chart" uri="{C3380CC4-5D6E-409C-BE32-E72D297353CC}">
              <c16:uniqueId val="{00000000-A188-443E-98E7-6E7878989E2C}"/>
            </c:ext>
          </c:extLst>
        </c:ser>
        <c:ser>
          <c:idx val="1"/>
          <c:order val="1"/>
          <c:spPr>
            <a:ln w="34925" cap="rnd">
              <a:solidFill>
                <a:schemeClr val="accent2"/>
              </a:solidFill>
              <a:round/>
            </a:ln>
            <a:effectLst>
              <a:outerShdw blurRad="40000" dist="23000" dir="5400000" rotWithShape="0">
                <a:srgbClr val="000000">
                  <a:alpha val="35000"/>
                </a:srgbClr>
              </a:outerShdw>
            </a:effectLst>
          </c:spPr>
          <c:marker>
            <c:symbol val="circle"/>
            <c:size val="6"/>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w="9525">
                <a:solidFill>
                  <a:schemeClr val="accent2"/>
                </a:solidFill>
                <a:rou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cat>
            <c:strRef>
              <c:f>'Score Card'!$E$4:$E$21</c:f>
              <c:strCache>
                <c:ptCount val="18"/>
                <c:pt idx="0">
                  <c:v>A.1 Premises</c:v>
                </c:pt>
                <c:pt idx="1">
                  <c:v>A.2 Stationary / Publications</c:v>
                </c:pt>
                <c:pt idx="2">
                  <c:v>A.3 Uniforms</c:v>
                </c:pt>
                <c:pt idx="3">
                  <c:v>B.1 Business Plan</c:v>
                </c:pt>
                <c:pt idx="4">
                  <c:v>B.2 Organization</c:v>
                </c:pt>
                <c:pt idx="5">
                  <c:v>B.3 Education</c:v>
                </c:pt>
                <c:pt idx="6">
                  <c:v>B.4 Compliance with Laws</c:v>
                </c:pt>
                <c:pt idx="7">
                  <c:v>B.5 Environment / Workshop - 5S</c:v>
                </c:pt>
                <c:pt idx="8">
                  <c:v>B.6 Customer Handling</c:v>
                </c:pt>
                <c:pt idx="9">
                  <c:v>B.7 Self-evaluation of Dealer Standards</c:v>
                </c:pt>
                <c:pt idx="10">
                  <c:v>C.1 Workshop</c:v>
                </c:pt>
                <c:pt idx="11">
                  <c:v>C.2 Facility for Employees</c:v>
                </c:pt>
                <c:pt idx="12">
                  <c:v>C.3 Administration</c:v>
                </c:pt>
                <c:pt idx="13">
                  <c:v>C.4 Service Shop Operation</c:v>
                </c:pt>
                <c:pt idx="14">
                  <c:v>D.1 Facility</c:v>
                </c:pt>
                <c:pt idx="15">
                  <c:v>D.2 Operation and Management</c:v>
                </c:pt>
                <c:pt idx="16">
                  <c:v>E.1 Sales Management</c:v>
                </c:pt>
                <c:pt idx="17">
                  <c:v>E.2 Marketing</c:v>
                </c:pt>
              </c:strCache>
            </c:strRef>
          </c:cat>
          <c:val>
            <c:numRef>
              <c:f>'Score Card'!$L$4:$L$21</c:f>
              <c:numCache>
                <c:formatCode>0.0%</c:formatCode>
                <c:ptCount val="18"/>
                <c:pt idx="0">
                  <c:v>0.81818181818181823</c:v>
                </c:pt>
                <c:pt idx="1">
                  <c:v>0.25</c:v>
                </c:pt>
                <c:pt idx="2">
                  <c:v>1</c:v>
                </c:pt>
                <c:pt idx="3">
                  <c:v>0.83333333333333337</c:v>
                </c:pt>
                <c:pt idx="4">
                  <c:v>0.81818181818181823</c:v>
                </c:pt>
                <c:pt idx="5">
                  <c:v>0.66666666666666663</c:v>
                </c:pt>
                <c:pt idx="6">
                  <c:v>0.875</c:v>
                </c:pt>
                <c:pt idx="7">
                  <c:v>0.81818181818181823</c:v>
                </c:pt>
                <c:pt idx="8">
                  <c:v>1</c:v>
                </c:pt>
                <c:pt idx="9">
                  <c:v>1</c:v>
                </c:pt>
                <c:pt idx="10">
                  <c:v>0.9</c:v>
                </c:pt>
                <c:pt idx="11">
                  <c:v>1</c:v>
                </c:pt>
                <c:pt idx="12">
                  <c:v>0.91666666666666663</c:v>
                </c:pt>
                <c:pt idx="13">
                  <c:v>0.90909090909090906</c:v>
                </c:pt>
                <c:pt idx="14">
                  <c:v>0.95238095238095233</c:v>
                </c:pt>
                <c:pt idx="15">
                  <c:v>0.94117647058823528</c:v>
                </c:pt>
                <c:pt idx="16">
                  <c:v>0.75</c:v>
                </c:pt>
                <c:pt idx="17">
                  <c:v>0.83333333333333337</c:v>
                </c:pt>
              </c:numCache>
            </c:numRef>
          </c:val>
          <c:extLst>
            <c:ext xmlns:c16="http://schemas.microsoft.com/office/drawing/2014/chart" uri="{C3380CC4-5D6E-409C-BE32-E72D297353CC}">
              <c16:uniqueId val="{00000001-A188-443E-98E7-6E7878989E2C}"/>
            </c:ext>
          </c:extLst>
        </c:ser>
        <c:dLbls>
          <c:showLegendKey val="0"/>
          <c:showVal val="0"/>
          <c:showCatName val="0"/>
          <c:showSerName val="0"/>
          <c:showPercent val="0"/>
          <c:showBubbleSize val="0"/>
        </c:dLbls>
        <c:axId val="894484320"/>
        <c:axId val="894471840"/>
      </c:radarChart>
      <c:catAx>
        <c:axId val="894484320"/>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894471840"/>
        <c:crosses val="autoZero"/>
        <c:auto val="1"/>
        <c:lblAlgn val="ctr"/>
        <c:lblOffset val="100"/>
        <c:noMultiLvlLbl val="0"/>
      </c:catAx>
      <c:valAx>
        <c:axId val="894471840"/>
        <c:scaling>
          <c:orientation val="minMax"/>
        </c:scaling>
        <c:delete val="0"/>
        <c:axPos val="l"/>
        <c:majorGridlines>
          <c:spPr>
            <a:ln w="9525" cap="flat" cmpd="sng" algn="ctr">
              <a:solidFill>
                <a:schemeClr val="lt1">
                  <a:lumMod val="95000"/>
                  <a:alpha val="10000"/>
                </a:schemeClr>
              </a:solidFill>
              <a:round/>
            </a:ln>
            <a:effectLst/>
          </c:spPr>
        </c:majorGridlines>
        <c:numFmt formatCode="0%" sourceLinked="0"/>
        <c:majorTickMark val="none"/>
        <c:minorTickMark val="none"/>
        <c:tickLblPos val="nextTo"/>
        <c:spPr>
          <a:noFill/>
          <a:ln>
            <a:solidFill>
              <a:schemeClr val="accent1"/>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894484320"/>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21">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defRPr sz="900" kern="1200"/>
  </cs:valueAxis>
  <cs:wall>
    <cs:lnRef idx="0"/>
    <cs:fillRef idx="0"/>
    <cs:effectRef idx="0"/>
    <cs:fontRef idx="minor">
      <a:schemeClr val="lt1"/>
    </cs:fontRef>
  </cs:wall>
</cs:chartStyle>
</file>

<file path=ppt/handoutMasters/_rels/handoutMaster1.xml.rels><?xml version="1.0" encoding="UTF-8" standalone="yes"?>
<Relationships xmlns="http://schemas.openxmlformats.org/package/2006/relationships"><Relationship Id="rId3" Type="http://schemas.openxmlformats.org/officeDocument/2006/relationships/tags" Target="../tags/tag375.xml"/><Relationship Id="rId2" Type="http://schemas.openxmlformats.org/officeDocument/2006/relationships/tags" Target="../tags/tag374.xml"/><Relationship Id="rId1" Type="http://schemas.openxmlformats.org/officeDocument/2006/relationships/theme" Target="../theme/theme3.xml"/><Relationship Id="rId6" Type="http://schemas.openxmlformats.org/officeDocument/2006/relationships/tags" Target="../tags/tag378.xml"/><Relationship Id="rId5" Type="http://schemas.openxmlformats.org/officeDocument/2006/relationships/tags" Target="../tags/tag377.xml"/><Relationship Id="rId4" Type="http://schemas.openxmlformats.org/officeDocument/2006/relationships/tags" Target="../tags/tag37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9F0BA78-90CB-6716-BAB4-5230A3DF17B2}"/>
              </a:ext>
            </a:extLst>
          </p:cNvPr>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vl1pPr>
          </a:lstStyle>
          <a:p>
            <a:endParaRPr lang="en-US" sz="1000" dirty="0"/>
          </a:p>
        </p:txBody>
      </p:sp>
      <p:sp>
        <p:nvSpPr>
          <p:cNvPr id="3" name="Date Placeholder 2">
            <a:extLst>
              <a:ext uri="{FF2B5EF4-FFF2-40B4-BE49-F238E27FC236}">
                <a16:creationId xmlns:a16="http://schemas.microsoft.com/office/drawing/2014/main" id="{C8571BA2-0175-825B-7350-4BA121125589}"/>
              </a:ext>
            </a:extLst>
          </p:cNvPr>
          <p:cNvSpPr>
            <a:spLocks noGrp="1"/>
          </p:cNvSpPr>
          <p:nvPr>
            <p:ph type="dt" sz="quarter" idx="1"/>
            <p:custDataLst>
              <p:tags r:id="rId3"/>
            </p:custDataLst>
          </p:nvPr>
        </p:nvSpPr>
        <p:spPr>
          <a:xfrm>
            <a:off x="3884613" y="0"/>
            <a:ext cx="2971800" cy="458788"/>
          </a:xfrm>
          <a:prstGeom prst="rect">
            <a:avLst/>
          </a:prstGeom>
        </p:spPr>
        <p:txBody>
          <a:bodyPr vert="horz" lIns="91440" tIns="45720" rIns="91440" bIns="45720" rtlCol="0"/>
          <a:lstStyle>
            <a:lvl1pPr algn="r">
              <a:defRPr sz="1200"/>
            </a:lvl1pPr>
          </a:lstStyle>
          <a:p>
            <a:fld id="{611ADDA5-687F-4CA2-A9AF-6B9BF327A4DD}" type="datetimeFigureOut">
              <a:rPr lang="en-US" sz="1000" smtClean="0"/>
              <a:t>5/28/2026</a:t>
            </a:fld>
            <a:endParaRPr lang="en-US" sz="1000" dirty="0"/>
          </a:p>
        </p:txBody>
      </p:sp>
      <p:sp>
        <p:nvSpPr>
          <p:cNvPr id="4" name="Footer Placeholder 3">
            <a:extLst>
              <a:ext uri="{FF2B5EF4-FFF2-40B4-BE49-F238E27FC236}">
                <a16:creationId xmlns:a16="http://schemas.microsoft.com/office/drawing/2014/main" id="{28890FE2-FFF9-F3D2-3B9E-E27FF1500339}"/>
              </a:ext>
            </a:extLst>
          </p:cNvPr>
          <p:cNvSpPr>
            <a:spLocks noGrp="1"/>
          </p:cNvSpPr>
          <p:nvPr>
            <p:ph type="ftr" sz="quarter" idx="2"/>
            <p:custDataLst>
              <p:tags r:id="rId4"/>
            </p:custDataLst>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sz="1000" dirty="0"/>
          </a:p>
        </p:txBody>
      </p:sp>
      <p:sp>
        <p:nvSpPr>
          <p:cNvPr id="5" name="Slide Number Placeholder 4">
            <a:extLst>
              <a:ext uri="{FF2B5EF4-FFF2-40B4-BE49-F238E27FC236}">
                <a16:creationId xmlns:a16="http://schemas.microsoft.com/office/drawing/2014/main" id="{21C6A66D-1FFF-1678-14DB-F9428C5D4D3D}"/>
              </a:ext>
            </a:extLst>
          </p:cNvPr>
          <p:cNvSpPr>
            <a:spLocks noGrp="1"/>
          </p:cNvSpPr>
          <p:nvPr>
            <p:ph type="sldNum" sz="quarter" idx="3"/>
            <p:custDataLst>
              <p:tags r:id="rId5"/>
            </p:custDataLst>
          </p:nvPr>
        </p:nvSpPr>
        <p:spPr>
          <a:xfrm>
            <a:off x="3884613" y="8685213"/>
            <a:ext cx="2971800" cy="458787"/>
          </a:xfrm>
          <a:prstGeom prst="rect">
            <a:avLst/>
          </a:prstGeom>
        </p:spPr>
        <p:txBody>
          <a:bodyPr vert="horz" lIns="91440" tIns="45720" rIns="91440" bIns="45720" rtlCol="0" anchor="b"/>
          <a:lstStyle>
            <a:lvl1pPr algn="r">
              <a:defRPr sz="1200"/>
            </a:lvl1pPr>
          </a:lstStyle>
          <a:p>
            <a:fld id="{81858B59-2E2E-46A0-90ED-1E61FADAB3B5}" type="slidenum">
              <a:rPr lang="en-US" sz="1000" smtClean="0"/>
              <a:t>‹#›</a:t>
            </a:fld>
            <a:endParaRPr lang="en-US" sz="1000" dirty="0"/>
          </a:p>
        </p:txBody>
      </p:sp>
      <p:grpSp>
        <p:nvGrpSpPr>
          <p:cNvPr id="6" name="LOGO RED">
            <a:extLst>
              <a:ext uri="{FF2B5EF4-FFF2-40B4-BE49-F238E27FC236}">
                <a16:creationId xmlns:a16="http://schemas.microsoft.com/office/drawing/2014/main" id="{11072DBC-7458-B0A5-006F-9A77FFDFD512}"/>
              </a:ext>
            </a:extLst>
          </p:cNvPr>
          <p:cNvGrpSpPr/>
          <p:nvPr>
            <p:custDataLst>
              <p:tags r:id="rId6"/>
            </p:custDataLst>
          </p:nvPr>
        </p:nvGrpSpPr>
        <p:grpSpPr>
          <a:xfrm>
            <a:off x="3060184" y="8853800"/>
            <a:ext cx="737631" cy="128367"/>
            <a:chOff x="3245241" y="3110528"/>
            <a:chExt cx="5696307" cy="991307"/>
          </a:xfrm>
          <a:solidFill>
            <a:srgbClr val="ED1C24"/>
          </a:solidFill>
        </p:grpSpPr>
        <p:sp>
          <p:nvSpPr>
            <p:cNvPr id="7" name="Freeform: Shape 6">
              <a:extLst>
                <a:ext uri="{FF2B5EF4-FFF2-40B4-BE49-F238E27FC236}">
                  <a16:creationId xmlns:a16="http://schemas.microsoft.com/office/drawing/2014/main" id="{FD1FC228-DC72-A1A7-7565-634640A96F61}"/>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E7912B6C-CE3F-D459-6033-7479C9BD4A6F}"/>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259C4B25-13DC-8240-8FB3-29757822D933}"/>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85B32314-27A9-7F76-DF92-20FF4AE6A54E}"/>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30F5F5B2-78CC-8E92-C577-13AF3D69C06C}"/>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220927250"/>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8" Type="http://schemas.openxmlformats.org/officeDocument/2006/relationships/tags" Target="../tags/tag373.xml"/><Relationship Id="rId3" Type="http://schemas.openxmlformats.org/officeDocument/2006/relationships/tags" Target="../tags/tag368.xml"/><Relationship Id="rId7" Type="http://schemas.openxmlformats.org/officeDocument/2006/relationships/tags" Target="../tags/tag372.xml"/><Relationship Id="rId2" Type="http://schemas.openxmlformats.org/officeDocument/2006/relationships/tags" Target="../tags/tag367.xml"/><Relationship Id="rId1" Type="http://schemas.openxmlformats.org/officeDocument/2006/relationships/theme" Target="../theme/theme2.xml"/><Relationship Id="rId6" Type="http://schemas.openxmlformats.org/officeDocument/2006/relationships/tags" Target="../tags/tag371.xml"/><Relationship Id="rId5" Type="http://schemas.openxmlformats.org/officeDocument/2006/relationships/tags" Target="../tags/tag370.xml"/><Relationship Id="rId4" Type="http://schemas.openxmlformats.org/officeDocument/2006/relationships/tags" Target="../tags/tag36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lang="en-US" sz="1000" dirty="0"/>
            </a:lvl1pPr>
          </a:lstStyle>
          <a:p>
            <a:endParaRPr lang="en-SE"/>
          </a:p>
        </p:txBody>
      </p:sp>
      <p:sp>
        <p:nvSpPr>
          <p:cNvPr id="3" name="Date Placeholder 2"/>
          <p:cNvSpPr>
            <a:spLocks noGrp="1"/>
          </p:cNvSpPr>
          <p:nvPr>
            <p:ph type="dt" idx="1"/>
            <p:custDataLst>
              <p:tags r:id="rId3"/>
            </p:custDataLst>
          </p:nvPr>
        </p:nvSpPr>
        <p:spPr>
          <a:xfrm>
            <a:off x="3884613" y="0"/>
            <a:ext cx="2971800" cy="458788"/>
          </a:xfrm>
          <a:prstGeom prst="rect">
            <a:avLst/>
          </a:prstGeom>
        </p:spPr>
        <p:txBody>
          <a:bodyPr vert="horz" lIns="91440" tIns="45720" rIns="91440" bIns="45720" rtlCol="0"/>
          <a:lstStyle>
            <a:lvl1pPr algn="r">
              <a:defRPr sz="1000"/>
            </a:lvl1pPr>
          </a:lstStyle>
          <a:p>
            <a:fld id="{E281846C-643F-4F0E-9EC5-8D1A801D89C6}" type="datetimeFigureOut">
              <a:rPr lang="en-US" smtClean="0"/>
              <a:pPr/>
              <a:t>5/28/2026</a:t>
            </a:fld>
            <a:endParaRPr lang="en-US" dirty="0"/>
          </a:p>
        </p:txBody>
      </p:sp>
      <p:sp>
        <p:nvSpPr>
          <p:cNvPr id="4" name="Slide Image Placeholder 3"/>
          <p:cNvSpPr>
            <a:spLocks noGrp="1" noRot="1" noChangeAspect="1"/>
          </p:cNvSpPr>
          <p:nvPr>
            <p:ph type="sldImg" idx="2"/>
            <p:custDataLst>
              <p:tags r:id="rId4"/>
            </p:custDataLst>
          </p:nvPr>
        </p:nvSpPr>
        <p:spPr>
          <a:xfrm>
            <a:off x="1691229" y="945883"/>
            <a:ext cx="3475541" cy="195499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custDataLst>
              <p:tags r:id="rId5"/>
            </p:custDataLst>
          </p:nvPr>
        </p:nvSpPr>
        <p:spPr>
          <a:xfrm>
            <a:off x="685800" y="3449533"/>
            <a:ext cx="5486400" cy="4966232"/>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custDataLst>
              <p:tags r:id="rId6"/>
            </p:custDataLst>
          </p:nvPr>
        </p:nvSpPr>
        <p:spPr>
          <a:xfrm>
            <a:off x="0" y="8685213"/>
            <a:ext cx="2971800" cy="458787"/>
          </a:xfrm>
          <a:prstGeom prst="rect">
            <a:avLst/>
          </a:prstGeom>
        </p:spPr>
        <p:txBody>
          <a:bodyPr vert="horz" lIns="91440" tIns="45720" rIns="91440" bIns="45720" rtlCol="0" anchor="b"/>
          <a:lstStyle>
            <a:lvl1pPr algn="l">
              <a:defRPr lang="en-US" sz="1000" dirty="0"/>
            </a:lvl1pPr>
          </a:lstStyle>
          <a:p>
            <a:endParaRPr lang="en-US" dirty="0"/>
          </a:p>
        </p:txBody>
      </p:sp>
      <p:sp>
        <p:nvSpPr>
          <p:cNvPr id="7" name="Slide Number Placeholder 6"/>
          <p:cNvSpPr>
            <a:spLocks noGrp="1"/>
          </p:cNvSpPr>
          <p:nvPr>
            <p:ph type="sldNum" sz="quarter" idx="5"/>
            <p:custDataLst>
              <p:tags r:id="rId7"/>
            </p:custDataLst>
          </p:nvPr>
        </p:nvSpPr>
        <p:spPr>
          <a:xfrm>
            <a:off x="3884613" y="8685213"/>
            <a:ext cx="2971800" cy="458787"/>
          </a:xfrm>
          <a:prstGeom prst="rect">
            <a:avLst/>
          </a:prstGeom>
        </p:spPr>
        <p:txBody>
          <a:bodyPr vert="horz" lIns="91440" tIns="45720" rIns="91440" bIns="45720" rtlCol="0" anchor="b"/>
          <a:lstStyle>
            <a:lvl1pPr algn="r">
              <a:defRPr sz="1000"/>
            </a:lvl1pPr>
          </a:lstStyle>
          <a:p>
            <a:fld id="{E33A13B3-A3CB-4EE5-AF82-764F8AB15C65}" type="slidenum">
              <a:rPr lang="en-US" smtClean="0"/>
              <a:pPr/>
              <a:t>‹#›</a:t>
            </a:fld>
            <a:endParaRPr lang="en-US" dirty="0"/>
          </a:p>
        </p:txBody>
      </p:sp>
      <p:grpSp>
        <p:nvGrpSpPr>
          <p:cNvPr id="8" name="LOGO RED">
            <a:extLst>
              <a:ext uri="{FF2B5EF4-FFF2-40B4-BE49-F238E27FC236}">
                <a16:creationId xmlns:a16="http://schemas.microsoft.com/office/drawing/2014/main" id="{AB799E2B-D3C9-AFAE-EDB1-D544666556C1}"/>
              </a:ext>
            </a:extLst>
          </p:cNvPr>
          <p:cNvGrpSpPr/>
          <p:nvPr>
            <p:custDataLst>
              <p:tags r:id="rId8"/>
            </p:custDataLst>
          </p:nvPr>
        </p:nvGrpSpPr>
        <p:grpSpPr>
          <a:xfrm>
            <a:off x="3060184" y="8853800"/>
            <a:ext cx="737631" cy="128367"/>
            <a:chOff x="3245241" y="3110528"/>
            <a:chExt cx="5696307" cy="991307"/>
          </a:xfrm>
          <a:solidFill>
            <a:srgbClr val="ED1C24"/>
          </a:solidFill>
        </p:grpSpPr>
        <p:sp>
          <p:nvSpPr>
            <p:cNvPr id="9" name="Freeform: Shape 8">
              <a:extLst>
                <a:ext uri="{FF2B5EF4-FFF2-40B4-BE49-F238E27FC236}">
                  <a16:creationId xmlns:a16="http://schemas.microsoft.com/office/drawing/2014/main" id="{6F1B57B5-583B-5F3A-D9A6-B2A0A94A8626}"/>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F5579C19-6679-A34E-F94B-387A17288156}"/>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2DC01044-50B1-C740-5BF1-324854199077}"/>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52477F87-3264-58A2-D634-FDCE09153ADA}"/>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42FCB32D-1342-0DF1-099E-4A864AAFCE24}"/>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107445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3" Type="http://schemas.openxmlformats.org/officeDocument/2006/relationships/tags" Target="../tags/tag381.xml"/><Relationship Id="rId2" Type="http://schemas.openxmlformats.org/officeDocument/2006/relationships/tags" Target="../tags/tag380.xml"/><Relationship Id="rId1" Type="http://schemas.openxmlformats.org/officeDocument/2006/relationships/tags" Target="../tags/tag379.xml"/><Relationship Id="rId5" Type="http://schemas.openxmlformats.org/officeDocument/2006/relationships/slide" Target="../slides/slide2.xml"/><Relationship Id="rId4"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custDataLst>
              <p:tags r:id="rId1"/>
            </p:custDataLst>
          </p:nvPr>
        </p:nvSpPr>
        <p:spPr>
          <a:xfrm>
            <a:off x="1692275" y="946150"/>
            <a:ext cx="3473450" cy="1954213"/>
          </a:xfrm>
        </p:spPr>
      </p:sp>
      <p:sp>
        <p:nvSpPr>
          <p:cNvPr id="3" name="Notes Placeholder 2"/>
          <p:cNvSpPr>
            <a:spLocks noGrp="1"/>
          </p:cNvSpPr>
          <p:nvPr>
            <p:ph type="body" idx="1"/>
            <p:custDataLst>
              <p:tags r:id="rId2"/>
            </p:custDataLst>
          </p:nvPr>
        </p:nvSpPr>
        <p:spPr/>
        <p:txBody>
          <a:bodyPr/>
          <a:lstStyle/>
          <a:p>
            <a:endParaRPr lang="en-US" dirty="0"/>
          </a:p>
        </p:txBody>
      </p:sp>
      <p:sp>
        <p:nvSpPr>
          <p:cNvPr id="4" name="Slide Number Placeholder 3"/>
          <p:cNvSpPr>
            <a:spLocks noGrp="1"/>
          </p:cNvSpPr>
          <p:nvPr>
            <p:ph type="sldNum" sz="quarter" idx="5"/>
            <p:custDataLst>
              <p:tags r:id="rId3"/>
            </p:custDataLst>
          </p:nvPr>
        </p:nvSpPr>
        <p:spPr/>
        <p:txBody>
          <a:bodyPr/>
          <a:lstStyle/>
          <a:p>
            <a:fld id="{E33A13B3-A3CB-4EE5-AF82-764F8AB15C65}" type="slidenum">
              <a:rPr lang="en-US" smtClean="0"/>
              <a:t>2</a:t>
            </a:fld>
            <a:endParaRPr lang="en-US" dirty="0"/>
          </a:p>
        </p:txBody>
      </p:sp>
    </p:spTree>
    <p:extLst>
      <p:ext uri="{BB962C8B-B14F-4D97-AF65-F5344CB8AC3E}">
        <p14:creationId xmlns:p14="http://schemas.microsoft.com/office/powerpoint/2010/main" val="181909469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4.xml"/><Relationship Id="rId3" Type="http://schemas.openxmlformats.org/officeDocument/2006/relationships/tags" Target="../tags/tag9.xml"/><Relationship Id="rId7" Type="http://schemas.openxmlformats.org/officeDocument/2006/relationships/tags" Target="../tags/tag13.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5" Type="http://schemas.openxmlformats.org/officeDocument/2006/relationships/tags" Target="../tags/tag11.xml"/><Relationship Id="rId10" Type="http://schemas.openxmlformats.org/officeDocument/2006/relationships/image" Target="../media/image1.svg"/><Relationship Id="rId4" Type="http://schemas.openxmlformats.org/officeDocument/2006/relationships/tags" Target="../tags/tag10.xml"/><Relationship Id="rId9"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2.xml"/><Relationship Id="rId3" Type="http://schemas.openxmlformats.org/officeDocument/2006/relationships/tags" Target="../tags/tag17.xml"/><Relationship Id="rId7" Type="http://schemas.openxmlformats.org/officeDocument/2006/relationships/tags" Target="../tags/tag21.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slideMaster" Target="../slideMasters/slideMaster1.xml"/><Relationship Id="rId5" Type="http://schemas.openxmlformats.org/officeDocument/2006/relationships/tags" Target="../tags/tag19.xml"/><Relationship Id="rId10" Type="http://schemas.openxmlformats.org/officeDocument/2006/relationships/tags" Target="../tags/tag24.xml"/><Relationship Id="rId4" Type="http://schemas.openxmlformats.org/officeDocument/2006/relationships/tags" Target="../tags/tag18.xml"/><Relationship Id="rId9" Type="http://schemas.openxmlformats.org/officeDocument/2006/relationships/tags" Target="../tags/tag23.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2.xml"/><Relationship Id="rId3" Type="http://schemas.openxmlformats.org/officeDocument/2006/relationships/tags" Target="../tags/tag27.xml"/><Relationship Id="rId7" Type="http://schemas.openxmlformats.org/officeDocument/2006/relationships/tags" Target="../tags/tag3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10" Type="http://schemas.openxmlformats.org/officeDocument/2006/relationships/slideMaster" Target="../slideMasters/slideMaster1.xml"/><Relationship Id="rId4" Type="http://schemas.openxmlformats.org/officeDocument/2006/relationships/tags" Target="../tags/tag28.xml"/><Relationship Id="rId9" Type="http://schemas.openxmlformats.org/officeDocument/2006/relationships/tags" Target="../tags/tag33.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1.xml"/><Relationship Id="rId3" Type="http://schemas.openxmlformats.org/officeDocument/2006/relationships/tags" Target="../tags/tag36.xml"/><Relationship Id="rId7" Type="http://schemas.openxmlformats.org/officeDocument/2006/relationships/tags" Target="../tags/tag40.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5" Type="http://schemas.openxmlformats.org/officeDocument/2006/relationships/tags" Target="../tags/tag38.xml"/><Relationship Id="rId10" Type="http://schemas.openxmlformats.org/officeDocument/2006/relationships/slideMaster" Target="../slideMasters/slideMaster1.xml"/><Relationship Id="rId4" Type="http://schemas.openxmlformats.org/officeDocument/2006/relationships/tags" Target="../tags/tag37.xml"/><Relationship Id="rId9" Type="http://schemas.openxmlformats.org/officeDocument/2006/relationships/tags" Target="../tags/tag42.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0.xml"/><Relationship Id="rId3" Type="http://schemas.openxmlformats.org/officeDocument/2006/relationships/tags" Target="../tags/tag45.xml"/><Relationship Id="rId7" Type="http://schemas.openxmlformats.org/officeDocument/2006/relationships/tags" Target="../tags/tag49.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10" Type="http://schemas.openxmlformats.org/officeDocument/2006/relationships/slideMaster" Target="../slideMasters/slideMaster1.xml"/><Relationship Id="rId4" Type="http://schemas.openxmlformats.org/officeDocument/2006/relationships/tags" Target="../tags/tag46.xml"/><Relationship Id="rId9" Type="http://schemas.openxmlformats.org/officeDocument/2006/relationships/tags" Target="../tags/tag5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59.xml"/><Relationship Id="rId3" Type="http://schemas.openxmlformats.org/officeDocument/2006/relationships/tags" Target="../tags/tag54.xml"/><Relationship Id="rId7" Type="http://schemas.openxmlformats.org/officeDocument/2006/relationships/tags" Target="../tags/tag58.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image" Target="../media/image3.svg"/><Relationship Id="rId5" Type="http://schemas.openxmlformats.org/officeDocument/2006/relationships/tags" Target="../tags/tag56.xml"/><Relationship Id="rId10" Type="http://schemas.openxmlformats.org/officeDocument/2006/relationships/image" Target="../media/image2.svg"/><Relationship Id="rId4" Type="http://schemas.openxmlformats.org/officeDocument/2006/relationships/tags" Target="../tags/tag55.xml"/><Relationship Id="rId9"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tags" Target="../tags/tag62.xml"/><Relationship Id="rId7" Type="http://schemas.openxmlformats.org/officeDocument/2006/relationships/slideMaster" Target="../slideMasters/slideMaster1.xml"/><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9"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tags" Target="../tags/tag68.xml"/><Relationship Id="rId7" Type="http://schemas.openxmlformats.org/officeDocument/2006/relationships/slideMaster" Target="../slideMasters/slideMaster1.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tags" Target="../tags/tag69.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79.xml"/><Relationship Id="rId3" Type="http://schemas.openxmlformats.org/officeDocument/2006/relationships/tags" Target="../tags/tag74.xml"/><Relationship Id="rId7" Type="http://schemas.openxmlformats.org/officeDocument/2006/relationships/tags" Target="../tags/tag78.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tags" Target="../tags/tag77.xml"/><Relationship Id="rId5" Type="http://schemas.openxmlformats.org/officeDocument/2006/relationships/tags" Target="../tags/tag76.xml"/><Relationship Id="rId10" Type="http://schemas.openxmlformats.org/officeDocument/2006/relationships/slideMaster" Target="../slideMasters/slideMaster1.xml"/><Relationship Id="rId4" Type="http://schemas.openxmlformats.org/officeDocument/2006/relationships/tags" Target="../tags/tag75.xml"/><Relationship Id="rId9" Type="http://schemas.openxmlformats.org/officeDocument/2006/relationships/tags" Target="../tags/tag80.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88.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5" Type="http://schemas.openxmlformats.org/officeDocument/2006/relationships/tags" Target="../tags/tag85.xml"/><Relationship Id="rId10" Type="http://schemas.openxmlformats.org/officeDocument/2006/relationships/slideMaster" Target="../slideMasters/slideMaster1.xml"/><Relationship Id="rId4" Type="http://schemas.openxmlformats.org/officeDocument/2006/relationships/tags" Target="../tags/tag84.xml"/><Relationship Id="rId9" Type="http://schemas.openxmlformats.org/officeDocument/2006/relationships/tags" Target="../tags/tag89.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 Id="rId5" Type="http://schemas.openxmlformats.org/officeDocument/2006/relationships/slideMaster" Target="../slideMasters/slideMaster1.xml"/><Relationship Id="rId4" Type="http://schemas.openxmlformats.org/officeDocument/2006/relationships/tags" Target="../tags/tag93.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96.xml"/><Relationship Id="rId7" Type="http://schemas.openxmlformats.org/officeDocument/2006/relationships/slideMaster" Target="../slideMasters/slideMaster1.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07.xml"/><Relationship Id="rId3" Type="http://schemas.openxmlformats.org/officeDocument/2006/relationships/tags" Target="../tags/tag102.xml"/><Relationship Id="rId7" Type="http://schemas.openxmlformats.org/officeDocument/2006/relationships/tags" Target="../tags/tag106.xml"/><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tags" Target="../tags/tag105.xml"/><Relationship Id="rId5" Type="http://schemas.openxmlformats.org/officeDocument/2006/relationships/tags" Target="../tags/tag104.xml"/><Relationship Id="rId10" Type="http://schemas.openxmlformats.org/officeDocument/2006/relationships/image" Target="../media/image5.svg"/><Relationship Id="rId4" Type="http://schemas.openxmlformats.org/officeDocument/2006/relationships/tags" Target="../tags/tag103.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15.xml"/><Relationship Id="rId3" Type="http://schemas.openxmlformats.org/officeDocument/2006/relationships/tags" Target="../tags/tag110.xml"/><Relationship Id="rId7" Type="http://schemas.openxmlformats.org/officeDocument/2006/relationships/tags" Target="../tags/tag114.xml"/><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tags" Target="../tags/tag113.xml"/><Relationship Id="rId5" Type="http://schemas.openxmlformats.org/officeDocument/2006/relationships/tags" Target="../tags/tag112.xml"/><Relationship Id="rId10" Type="http://schemas.openxmlformats.org/officeDocument/2006/relationships/image" Target="../media/image6.svg"/><Relationship Id="rId4" Type="http://schemas.openxmlformats.org/officeDocument/2006/relationships/tags" Target="../tags/tag111.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118.xml"/><Relationship Id="rId7" Type="http://schemas.openxmlformats.org/officeDocument/2006/relationships/slideMaster" Target="../slideMasters/slideMaster1.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124.xml"/><Relationship Id="rId7" Type="http://schemas.openxmlformats.org/officeDocument/2006/relationships/slideMaster" Target="../slideMasters/slideMaster1.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tags" Target="../tags/tag127.xml"/><Relationship Id="rId5" Type="http://schemas.openxmlformats.org/officeDocument/2006/relationships/tags" Target="../tags/tag126.xml"/><Relationship Id="rId4" Type="http://schemas.openxmlformats.org/officeDocument/2006/relationships/tags" Target="../tags/tag125.xml"/></Relationships>
</file>

<file path=ppt/slideLayouts/_rels/slideLayout17.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30.xml"/><Relationship Id="rId7" Type="http://schemas.openxmlformats.org/officeDocument/2006/relationships/tags" Target="../tags/tag134.xm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tags" Target="../tags/tag133.xml"/><Relationship Id="rId5" Type="http://schemas.openxmlformats.org/officeDocument/2006/relationships/tags" Target="../tags/tag132.xml"/><Relationship Id="rId4" Type="http://schemas.openxmlformats.org/officeDocument/2006/relationships/tags" Target="../tags/tag131.xml"/></Relationships>
</file>

<file path=ppt/slideLayouts/_rels/slideLayout1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37.xml"/><Relationship Id="rId7" Type="http://schemas.openxmlformats.org/officeDocument/2006/relationships/tags" Target="../tags/tag141.xml"/><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tags" Target="../tags/tag140.xml"/><Relationship Id="rId5" Type="http://schemas.openxmlformats.org/officeDocument/2006/relationships/tags" Target="../tags/tag139.xml"/><Relationship Id="rId4" Type="http://schemas.openxmlformats.org/officeDocument/2006/relationships/tags" Target="../tags/tag138.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 Id="rId6" Type="http://schemas.openxmlformats.org/officeDocument/2006/relationships/slideMaster" Target="../slideMasters/slideMaster1.xml"/><Relationship Id="rId5" Type="http://schemas.openxmlformats.org/officeDocument/2006/relationships/tags" Target="../tags/tag146.xml"/><Relationship Id="rId4" Type="http://schemas.openxmlformats.org/officeDocument/2006/relationships/tags" Target="../tags/tag145.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tags" Target="../tags/tag147.xml"/><Relationship Id="rId5" Type="http://schemas.openxmlformats.org/officeDocument/2006/relationships/slideMaster" Target="../slideMasters/slideMaster1.xml"/><Relationship Id="rId4" Type="http://schemas.openxmlformats.org/officeDocument/2006/relationships/tags" Target="../tags/tag150.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158.xml"/><Relationship Id="rId3" Type="http://schemas.openxmlformats.org/officeDocument/2006/relationships/tags" Target="../tags/tag153.xml"/><Relationship Id="rId7" Type="http://schemas.openxmlformats.org/officeDocument/2006/relationships/tags" Target="../tags/tag157.xml"/><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tags" Target="../tags/tag156.xml"/><Relationship Id="rId5" Type="http://schemas.openxmlformats.org/officeDocument/2006/relationships/tags" Target="../tags/tag155.xml"/><Relationship Id="rId10" Type="http://schemas.openxmlformats.org/officeDocument/2006/relationships/slideMaster" Target="../slideMasters/slideMaster1.xml"/><Relationship Id="rId4" Type="http://schemas.openxmlformats.org/officeDocument/2006/relationships/tags" Target="../tags/tag154.xml"/><Relationship Id="rId9" Type="http://schemas.openxmlformats.org/officeDocument/2006/relationships/tags" Target="../tags/tag159.xml"/></Relationships>
</file>

<file path=ppt/slideLayouts/_rels/slideLayout2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62.xml"/><Relationship Id="rId7" Type="http://schemas.openxmlformats.org/officeDocument/2006/relationships/tags" Target="../tags/tag166.xml"/><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tags" Target="../tags/tag165.xml"/><Relationship Id="rId5" Type="http://schemas.openxmlformats.org/officeDocument/2006/relationships/tags" Target="../tags/tag164.xml"/><Relationship Id="rId4" Type="http://schemas.openxmlformats.org/officeDocument/2006/relationships/tags" Target="../tags/tag163.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174.xml"/><Relationship Id="rId3" Type="http://schemas.openxmlformats.org/officeDocument/2006/relationships/tags" Target="../tags/tag169.xml"/><Relationship Id="rId7" Type="http://schemas.openxmlformats.org/officeDocument/2006/relationships/tags" Target="../tags/tag173.xml"/><Relationship Id="rId2" Type="http://schemas.openxmlformats.org/officeDocument/2006/relationships/tags" Target="../tags/tag168.xml"/><Relationship Id="rId1" Type="http://schemas.openxmlformats.org/officeDocument/2006/relationships/tags" Target="../tags/tag167.xml"/><Relationship Id="rId6" Type="http://schemas.openxmlformats.org/officeDocument/2006/relationships/tags" Target="../tags/tag172.xml"/><Relationship Id="rId5" Type="http://schemas.openxmlformats.org/officeDocument/2006/relationships/tags" Target="../tags/tag171.xml"/><Relationship Id="rId10" Type="http://schemas.openxmlformats.org/officeDocument/2006/relationships/image" Target="../media/image5.svg"/><Relationship Id="rId4" Type="http://schemas.openxmlformats.org/officeDocument/2006/relationships/tags" Target="../tags/tag170.xml"/><Relationship Id="rId9"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182.xml"/><Relationship Id="rId3" Type="http://schemas.openxmlformats.org/officeDocument/2006/relationships/tags" Target="../tags/tag177.xml"/><Relationship Id="rId7" Type="http://schemas.openxmlformats.org/officeDocument/2006/relationships/tags" Target="../tags/tag181.xml"/><Relationship Id="rId2" Type="http://schemas.openxmlformats.org/officeDocument/2006/relationships/tags" Target="../tags/tag176.xml"/><Relationship Id="rId1" Type="http://schemas.openxmlformats.org/officeDocument/2006/relationships/tags" Target="../tags/tag175.xml"/><Relationship Id="rId6" Type="http://schemas.openxmlformats.org/officeDocument/2006/relationships/tags" Target="../tags/tag180.xml"/><Relationship Id="rId5" Type="http://schemas.openxmlformats.org/officeDocument/2006/relationships/tags" Target="../tags/tag179.xml"/><Relationship Id="rId10" Type="http://schemas.openxmlformats.org/officeDocument/2006/relationships/image" Target="../media/image6.svg"/><Relationship Id="rId4" Type="http://schemas.openxmlformats.org/officeDocument/2006/relationships/tags" Target="../tags/tag178.xml"/><Relationship Id="rId9"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190.xml"/><Relationship Id="rId3" Type="http://schemas.openxmlformats.org/officeDocument/2006/relationships/tags" Target="../tags/tag185.xml"/><Relationship Id="rId7" Type="http://schemas.openxmlformats.org/officeDocument/2006/relationships/tags" Target="../tags/tag189.xml"/><Relationship Id="rId2" Type="http://schemas.openxmlformats.org/officeDocument/2006/relationships/tags" Target="../tags/tag184.xml"/><Relationship Id="rId1" Type="http://schemas.openxmlformats.org/officeDocument/2006/relationships/tags" Target="../tags/tag183.xml"/><Relationship Id="rId6" Type="http://schemas.openxmlformats.org/officeDocument/2006/relationships/tags" Target="../tags/tag188.xml"/><Relationship Id="rId11" Type="http://schemas.openxmlformats.org/officeDocument/2006/relationships/slideMaster" Target="../slideMasters/slideMaster1.xml"/><Relationship Id="rId5" Type="http://schemas.openxmlformats.org/officeDocument/2006/relationships/tags" Target="../tags/tag187.xml"/><Relationship Id="rId10" Type="http://schemas.openxmlformats.org/officeDocument/2006/relationships/tags" Target="../tags/tag192.xml"/><Relationship Id="rId4" Type="http://schemas.openxmlformats.org/officeDocument/2006/relationships/tags" Target="../tags/tag186.xml"/><Relationship Id="rId9" Type="http://schemas.openxmlformats.org/officeDocument/2006/relationships/tags" Target="../tags/tag191.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200.xml"/><Relationship Id="rId3" Type="http://schemas.openxmlformats.org/officeDocument/2006/relationships/tags" Target="../tags/tag195.xml"/><Relationship Id="rId7" Type="http://schemas.openxmlformats.org/officeDocument/2006/relationships/tags" Target="../tags/tag199.xml"/><Relationship Id="rId2" Type="http://schemas.openxmlformats.org/officeDocument/2006/relationships/tags" Target="../tags/tag194.xml"/><Relationship Id="rId1" Type="http://schemas.openxmlformats.org/officeDocument/2006/relationships/tags" Target="../tags/tag193.xml"/><Relationship Id="rId6" Type="http://schemas.openxmlformats.org/officeDocument/2006/relationships/tags" Target="../tags/tag198.xml"/><Relationship Id="rId5" Type="http://schemas.openxmlformats.org/officeDocument/2006/relationships/tags" Target="../tags/tag197.xml"/><Relationship Id="rId4" Type="http://schemas.openxmlformats.org/officeDocument/2006/relationships/tags" Target="../tags/tag196.xml"/><Relationship Id="rId9"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03.xml"/><Relationship Id="rId7" Type="http://schemas.openxmlformats.org/officeDocument/2006/relationships/tags" Target="../tags/tag207.xml"/><Relationship Id="rId2" Type="http://schemas.openxmlformats.org/officeDocument/2006/relationships/tags" Target="../tags/tag202.xml"/><Relationship Id="rId1" Type="http://schemas.openxmlformats.org/officeDocument/2006/relationships/tags" Target="../tags/tag201.xml"/><Relationship Id="rId6" Type="http://schemas.openxmlformats.org/officeDocument/2006/relationships/tags" Target="../tags/tag206.xml"/><Relationship Id="rId5" Type="http://schemas.openxmlformats.org/officeDocument/2006/relationships/tags" Target="../tags/tag205.xml"/><Relationship Id="rId10" Type="http://schemas.openxmlformats.org/officeDocument/2006/relationships/image" Target="../media/image3.svg"/><Relationship Id="rId4" Type="http://schemas.openxmlformats.org/officeDocument/2006/relationships/tags" Target="../tags/tag204.xml"/><Relationship Id="rId9" Type="http://schemas.openxmlformats.org/officeDocument/2006/relationships/image" Target="../media/image7.svg"/></Relationships>
</file>

<file path=ppt/slideLayouts/_rels/slideLayout2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10.xml"/><Relationship Id="rId7" Type="http://schemas.openxmlformats.org/officeDocument/2006/relationships/tags" Target="../tags/tag214.xml"/><Relationship Id="rId2" Type="http://schemas.openxmlformats.org/officeDocument/2006/relationships/tags" Target="../tags/tag209.xml"/><Relationship Id="rId1" Type="http://schemas.openxmlformats.org/officeDocument/2006/relationships/tags" Target="../tags/tag208.xml"/><Relationship Id="rId6" Type="http://schemas.openxmlformats.org/officeDocument/2006/relationships/tags" Target="../tags/tag213.xml"/><Relationship Id="rId5" Type="http://schemas.openxmlformats.org/officeDocument/2006/relationships/tags" Target="../tags/tag212.xml"/><Relationship Id="rId10" Type="http://schemas.openxmlformats.org/officeDocument/2006/relationships/image" Target="../media/image3.svg"/><Relationship Id="rId4" Type="http://schemas.openxmlformats.org/officeDocument/2006/relationships/tags" Target="../tags/tag211.xml"/><Relationship Id="rId9" Type="http://schemas.openxmlformats.org/officeDocument/2006/relationships/image" Target="../media/image8.svg"/></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tags" Target="../tags/tag217.xml"/><Relationship Id="rId7" Type="http://schemas.openxmlformats.org/officeDocument/2006/relationships/slideMaster" Target="../slideMasters/slideMaster1.xml"/><Relationship Id="rId2" Type="http://schemas.openxmlformats.org/officeDocument/2006/relationships/tags" Target="../tags/tag216.xml"/><Relationship Id="rId1" Type="http://schemas.openxmlformats.org/officeDocument/2006/relationships/tags" Target="../tags/tag215.xml"/><Relationship Id="rId6" Type="http://schemas.openxmlformats.org/officeDocument/2006/relationships/tags" Target="../tags/tag220.xml"/><Relationship Id="rId5" Type="http://schemas.openxmlformats.org/officeDocument/2006/relationships/tags" Target="../tags/tag219.xml"/><Relationship Id="rId4" Type="http://schemas.openxmlformats.org/officeDocument/2006/relationships/tags" Target="../tags/tag218.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228.xml"/><Relationship Id="rId3" Type="http://schemas.openxmlformats.org/officeDocument/2006/relationships/tags" Target="../tags/tag223.xml"/><Relationship Id="rId7" Type="http://schemas.openxmlformats.org/officeDocument/2006/relationships/tags" Target="../tags/tag227.xml"/><Relationship Id="rId2" Type="http://schemas.openxmlformats.org/officeDocument/2006/relationships/tags" Target="../tags/tag222.xml"/><Relationship Id="rId1" Type="http://schemas.openxmlformats.org/officeDocument/2006/relationships/tags" Target="../tags/tag221.xml"/><Relationship Id="rId6" Type="http://schemas.openxmlformats.org/officeDocument/2006/relationships/tags" Target="../tags/tag226.xml"/><Relationship Id="rId5" Type="http://schemas.openxmlformats.org/officeDocument/2006/relationships/tags" Target="../tags/tag225.xml"/><Relationship Id="rId10" Type="http://schemas.openxmlformats.org/officeDocument/2006/relationships/image" Target="../media/image3.svg"/><Relationship Id="rId4" Type="http://schemas.openxmlformats.org/officeDocument/2006/relationships/tags" Target="../tags/tag224.xml"/><Relationship Id="rId9"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231.xml"/><Relationship Id="rId7" Type="http://schemas.openxmlformats.org/officeDocument/2006/relationships/slideMaster" Target="../slideMasters/slideMaster1.xml"/><Relationship Id="rId2" Type="http://schemas.openxmlformats.org/officeDocument/2006/relationships/tags" Target="../tags/tag230.xml"/><Relationship Id="rId1" Type="http://schemas.openxmlformats.org/officeDocument/2006/relationships/tags" Target="../tags/tag229.xml"/><Relationship Id="rId6" Type="http://schemas.openxmlformats.org/officeDocument/2006/relationships/tags" Target="../tags/tag234.xml"/><Relationship Id="rId5" Type="http://schemas.openxmlformats.org/officeDocument/2006/relationships/tags" Target="../tags/tag233.xml"/><Relationship Id="rId4" Type="http://schemas.openxmlformats.org/officeDocument/2006/relationships/tags" Target="../tags/tag232.xml"/></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237.xml"/><Relationship Id="rId7" Type="http://schemas.openxmlformats.org/officeDocument/2006/relationships/slideMaster" Target="../slideMasters/slideMaster1.xml"/><Relationship Id="rId2" Type="http://schemas.openxmlformats.org/officeDocument/2006/relationships/tags" Target="../tags/tag236.xml"/><Relationship Id="rId1" Type="http://schemas.openxmlformats.org/officeDocument/2006/relationships/tags" Target="../tags/tag235.xml"/><Relationship Id="rId6" Type="http://schemas.openxmlformats.org/officeDocument/2006/relationships/tags" Target="../tags/tag240.xml"/><Relationship Id="rId5" Type="http://schemas.openxmlformats.org/officeDocument/2006/relationships/tags" Target="../tags/tag239.xml"/><Relationship Id="rId4" Type="http://schemas.openxmlformats.org/officeDocument/2006/relationships/tags" Target="../tags/tag238.xml"/></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243.xml"/><Relationship Id="rId7" Type="http://schemas.openxmlformats.org/officeDocument/2006/relationships/slideMaster" Target="../slideMasters/slideMaster1.xml"/><Relationship Id="rId2" Type="http://schemas.openxmlformats.org/officeDocument/2006/relationships/tags" Target="../tags/tag242.xml"/><Relationship Id="rId1" Type="http://schemas.openxmlformats.org/officeDocument/2006/relationships/tags" Target="../tags/tag241.xml"/><Relationship Id="rId6" Type="http://schemas.openxmlformats.org/officeDocument/2006/relationships/tags" Target="../tags/tag246.xml"/><Relationship Id="rId5" Type="http://schemas.openxmlformats.org/officeDocument/2006/relationships/tags" Target="../tags/tag245.xml"/><Relationship Id="rId4" Type="http://schemas.openxmlformats.org/officeDocument/2006/relationships/tags" Target="../tags/tag244.xml"/></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249.xml"/><Relationship Id="rId7" Type="http://schemas.openxmlformats.org/officeDocument/2006/relationships/slideMaster" Target="../slideMasters/slideMaster1.xml"/><Relationship Id="rId2" Type="http://schemas.openxmlformats.org/officeDocument/2006/relationships/tags" Target="../tags/tag248.xml"/><Relationship Id="rId1" Type="http://schemas.openxmlformats.org/officeDocument/2006/relationships/tags" Target="../tags/tag247.xml"/><Relationship Id="rId6" Type="http://schemas.openxmlformats.org/officeDocument/2006/relationships/tags" Target="../tags/tag252.xml"/><Relationship Id="rId5" Type="http://schemas.openxmlformats.org/officeDocument/2006/relationships/tags" Target="../tags/tag251.xml"/><Relationship Id="rId4" Type="http://schemas.openxmlformats.org/officeDocument/2006/relationships/tags" Target="../tags/tag250.xml"/></Relationships>
</file>

<file path=ppt/slideLayouts/_rels/slideLayout35.xml.rels><?xml version="1.0" encoding="UTF-8" standalone="yes"?>
<Relationships xmlns="http://schemas.openxmlformats.org/package/2006/relationships"><Relationship Id="rId8" Type="http://schemas.openxmlformats.org/officeDocument/2006/relationships/tags" Target="../tags/tag260.xml"/><Relationship Id="rId3" Type="http://schemas.openxmlformats.org/officeDocument/2006/relationships/tags" Target="../tags/tag255.xml"/><Relationship Id="rId7" Type="http://schemas.openxmlformats.org/officeDocument/2006/relationships/tags" Target="../tags/tag259.xml"/><Relationship Id="rId12" Type="http://schemas.openxmlformats.org/officeDocument/2006/relationships/image" Target="../media/image1.svg"/><Relationship Id="rId2" Type="http://schemas.openxmlformats.org/officeDocument/2006/relationships/tags" Target="../tags/tag254.xml"/><Relationship Id="rId1" Type="http://schemas.openxmlformats.org/officeDocument/2006/relationships/tags" Target="../tags/tag253.xml"/><Relationship Id="rId6" Type="http://schemas.openxmlformats.org/officeDocument/2006/relationships/tags" Target="../tags/tag258.xml"/><Relationship Id="rId11" Type="http://schemas.openxmlformats.org/officeDocument/2006/relationships/image" Target="../media/image13.svg"/><Relationship Id="rId5" Type="http://schemas.openxmlformats.org/officeDocument/2006/relationships/tags" Target="../tags/tag257.xml"/><Relationship Id="rId10" Type="http://schemas.openxmlformats.org/officeDocument/2006/relationships/slideMaster" Target="../slideMasters/slideMaster1.xml"/><Relationship Id="rId4" Type="http://schemas.openxmlformats.org/officeDocument/2006/relationships/tags" Target="../tags/tag256.xml"/><Relationship Id="rId9" Type="http://schemas.openxmlformats.org/officeDocument/2006/relationships/tags" Target="../tags/tag261.xml"/></Relationships>
</file>

<file path=ppt/slideLayouts/_rels/slideLayout36.xml.rels><?xml version="1.0" encoding="UTF-8" standalone="yes"?>
<Relationships xmlns="http://schemas.openxmlformats.org/package/2006/relationships"><Relationship Id="rId8" Type="http://schemas.openxmlformats.org/officeDocument/2006/relationships/tags" Target="../tags/tag269.xml"/><Relationship Id="rId3" Type="http://schemas.openxmlformats.org/officeDocument/2006/relationships/tags" Target="../tags/tag264.xml"/><Relationship Id="rId7" Type="http://schemas.openxmlformats.org/officeDocument/2006/relationships/tags" Target="../tags/tag268.xml"/><Relationship Id="rId2" Type="http://schemas.openxmlformats.org/officeDocument/2006/relationships/tags" Target="../tags/tag263.xml"/><Relationship Id="rId1" Type="http://schemas.openxmlformats.org/officeDocument/2006/relationships/tags" Target="../tags/tag262.xml"/><Relationship Id="rId6" Type="http://schemas.openxmlformats.org/officeDocument/2006/relationships/tags" Target="../tags/tag267.xml"/><Relationship Id="rId5" Type="http://schemas.openxmlformats.org/officeDocument/2006/relationships/tags" Target="../tags/tag266.xml"/><Relationship Id="rId10" Type="http://schemas.openxmlformats.org/officeDocument/2006/relationships/slideMaster" Target="../slideMasters/slideMaster1.xml"/><Relationship Id="rId4" Type="http://schemas.openxmlformats.org/officeDocument/2006/relationships/tags" Target="../tags/tag265.xml"/><Relationship Id="rId9" Type="http://schemas.openxmlformats.org/officeDocument/2006/relationships/tags" Target="../tags/tag270.xml"/></Relationships>
</file>

<file path=ppt/slideLayouts/_rels/slideLayout37.xml.rels><?xml version="1.0" encoding="UTF-8" standalone="yes"?>
<Relationships xmlns="http://schemas.openxmlformats.org/package/2006/relationships"><Relationship Id="rId8" Type="http://schemas.openxmlformats.org/officeDocument/2006/relationships/tags" Target="../tags/tag278.xml"/><Relationship Id="rId3" Type="http://schemas.openxmlformats.org/officeDocument/2006/relationships/tags" Target="../tags/tag273.xml"/><Relationship Id="rId7" Type="http://schemas.openxmlformats.org/officeDocument/2006/relationships/tags" Target="../tags/tag277.xml"/><Relationship Id="rId2" Type="http://schemas.openxmlformats.org/officeDocument/2006/relationships/tags" Target="../tags/tag272.xml"/><Relationship Id="rId1" Type="http://schemas.openxmlformats.org/officeDocument/2006/relationships/tags" Target="../tags/tag271.xml"/><Relationship Id="rId6" Type="http://schemas.openxmlformats.org/officeDocument/2006/relationships/tags" Target="../tags/tag276.xml"/><Relationship Id="rId5" Type="http://schemas.openxmlformats.org/officeDocument/2006/relationships/tags" Target="../tags/tag275.xml"/><Relationship Id="rId10" Type="http://schemas.openxmlformats.org/officeDocument/2006/relationships/slideMaster" Target="../slideMasters/slideMaster1.xml"/><Relationship Id="rId4" Type="http://schemas.openxmlformats.org/officeDocument/2006/relationships/tags" Target="../tags/tag274.xml"/><Relationship Id="rId9" Type="http://schemas.openxmlformats.org/officeDocument/2006/relationships/tags" Target="../tags/tag279.xml"/></Relationships>
</file>

<file path=ppt/slideLayouts/_rels/slideLayout38.xml.rels><?xml version="1.0" encoding="UTF-8" standalone="yes"?>
<Relationships xmlns="http://schemas.openxmlformats.org/package/2006/relationships"><Relationship Id="rId8" Type="http://schemas.openxmlformats.org/officeDocument/2006/relationships/tags" Target="../tags/tag287.xml"/><Relationship Id="rId3" Type="http://schemas.openxmlformats.org/officeDocument/2006/relationships/tags" Target="../tags/tag282.xml"/><Relationship Id="rId7" Type="http://schemas.openxmlformats.org/officeDocument/2006/relationships/tags" Target="../tags/tag286.xml"/><Relationship Id="rId2" Type="http://schemas.openxmlformats.org/officeDocument/2006/relationships/tags" Target="../tags/tag281.xml"/><Relationship Id="rId1" Type="http://schemas.openxmlformats.org/officeDocument/2006/relationships/tags" Target="../tags/tag280.xml"/><Relationship Id="rId6" Type="http://schemas.openxmlformats.org/officeDocument/2006/relationships/tags" Target="../tags/tag285.xml"/><Relationship Id="rId11" Type="http://schemas.openxmlformats.org/officeDocument/2006/relationships/slideMaster" Target="../slideMasters/slideMaster1.xml"/><Relationship Id="rId5" Type="http://schemas.openxmlformats.org/officeDocument/2006/relationships/tags" Target="../tags/tag284.xml"/><Relationship Id="rId10" Type="http://schemas.openxmlformats.org/officeDocument/2006/relationships/tags" Target="../tags/tag289.xml"/><Relationship Id="rId4" Type="http://schemas.openxmlformats.org/officeDocument/2006/relationships/tags" Target="../tags/tag283.xml"/><Relationship Id="rId9" Type="http://schemas.openxmlformats.org/officeDocument/2006/relationships/tags" Target="../tags/tag288.xml"/></Relationships>
</file>

<file path=ppt/slideLayouts/_rels/slideLayout39.xml.rels><?xml version="1.0" encoding="UTF-8" standalone="yes"?>
<Relationships xmlns="http://schemas.openxmlformats.org/package/2006/relationships"><Relationship Id="rId8" Type="http://schemas.openxmlformats.org/officeDocument/2006/relationships/tags" Target="../tags/tag297.xml"/><Relationship Id="rId3" Type="http://schemas.openxmlformats.org/officeDocument/2006/relationships/tags" Target="../tags/tag292.xml"/><Relationship Id="rId7" Type="http://schemas.openxmlformats.org/officeDocument/2006/relationships/tags" Target="../tags/tag296.xml"/><Relationship Id="rId2" Type="http://schemas.openxmlformats.org/officeDocument/2006/relationships/tags" Target="../tags/tag291.xml"/><Relationship Id="rId1" Type="http://schemas.openxmlformats.org/officeDocument/2006/relationships/tags" Target="../tags/tag290.xml"/><Relationship Id="rId6" Type="http://schemas.openxmlformats.org/officeDocument/2006/relationships/tags" Target="../tags/tag295.xml"/><Relationship Id="rId11" Type="http://schemas.openxmlformats.org/officeDocument/2006/relationships/slideMaster" Target="../slideMasters/slideMaster1.xml"/><Relationship Id="rId5" Type="http://schemas.openxmlformats.org/officeDocument/2006/relationships/tags" Target="../tags/tag294.xml"/><Relationship Id="rId10" Type="http://schemas.openxmlformats.org/officeDocument/2006/relationships/tags" Target="../tags/tag299.xml"/><Relationship Id="rId4" Type="http://schemas.openxmlformats.org/officeDocument/2006/relationships/tags" Target="../tags/tag293.xml"/><Relationship Id="rId9" Type="http://schemas.openxmlformats.org/officeDocument/2006/relationships/tags" Target="../tags/tag298.xml"/></Relationships>
</file>

<file path=ppt/slideLayouts/_rels/slideLayout4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02.xml"/><Relationship Id="rId7" Type="http://schemas.openxmlformats.org/officeDocument/2006/relationships/tags" Target="../tags/tag306.xml"/><Relationship Id="rId2" Type="http://schemas.openxmlformats.org/officeDocument/2006/relationships/tags" Target="../tags/tag301.xml"/><Relationship Id="rId1" Type="http://schemas.openxmlformats.org/officeDocument/2006/relationships/tags" Target="../tags/tag300.xml"/><Relationship Id="rId6" Type="http://schemas.openxmlformats.org/officeDocument/2006/relationships/tags" Target="../tags/tag305.xml"/><Relationship Id="rId5" Type="http://schemas.openxmlformats.org/officeDocument/2006/relationships/tags" Target="../tags/tag304.xml"/><Relationship Id="rId4" Type="http://schemas.openxmlformats.org/officeDocument/2006/relationships/tags" Target="../tags/tag303.xml"/><Relationship Id="rId9" Type="http://schemas.openxmlformats.org/officeDocument/2006/relationships/image" Target="../media/image3.svg"/></Relationships>
</file>

<file path=ppt/slideLayouts/_rels/slideLayout41.xml.rels><?xml version="1.0" encoding="UTF-8" standalone="yes"?>
<Relationships xmlns="http://schemas.openxmlformats.org/package/2006/relationships"><Relationship Id="rId8" Type="http://schemas.openxmlformats.org/officeDocument/2006/relationships/tags" Target="../tags/tag314.xml"/><Relationship Id="rId3" Type="http://schemas.openxmlformats.org/officeDocument/2006/relationships/tags" Target="../tags/tag309.xml"/><Relationship Id="rId7" Type="http://schemas.openxmlformats.org/officeDocument/2006/relationships/tags" Target="../tags/tag313.xml"/><Relationship Id="rId12" Type="http://schemas.openxmlformats.org/officeDocument/2006/relationships/image" Target="../media/image3.svg"/><Relationship Id="rId2" Type="http://schemas.openxmlformats.org/officeDocument/2006/relationships/tags" Target="../tags/tag308.xml"/><Relationship Id="rId1" Type="http://schemas.openxmlformats.org/officeDocument/2006/relationships/tags" Target="../tags/tag307.xml"/><Relationship Id="rId6" Type="http://schemas.openxmlformats.org/officeDocument/2006/relationships/tags" Target="../tags/tag312.xml"/><Relationship Id="rId11" Type="http://schemas.openxmlformats.org/officeDocument/2006/relationships/slideMaster" Target="../slideMasters/slideMaster1.xml"/><Relationship Id="rId5" Type="http://schemas.openxmlformats.org/officeDocument/2006/relationships/tags" Target="../tags/tag311.xml"/><Relationship Id="rId10" Type="http://schemas.openxmlformats.org/officeDocument/2006/relationships/tags" Target="../tags/tag316.xml"/><Relationship Id="rId4" Type="http://schemas.openxmlformats.org/officeDocument/2006/relationships/tags" Target="../tags/tag310.xml"/><Relationship Id="rId9" Type="http://schemas.openxmlformats.org/officeDocument/2006/relationships/tags" Target="../tags/tag315.xml"/></Relationships>
</file>

<file path=ppt/slideLayouts/_rels/slideLayout4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19.xml"/><Relationship Id="rId7" Type="http://schemas.openxmlformats.org/officeDocument/2006/relationships/tags" Target="../tags/tag323.xml"/><Relationship Id="rId2" Type="http://schemas.openxmlformats.org/officeDocument/2006/relationships/tags" Target="../tags/tag318.xml"/><Relationship Id="rId1" Type="http://schemas.openxmlformats.org/officeDocument/2006/relationships/tags" Target="../tags/tag317.xml"/><Relationship Id="rId6" Type="http://schemas.openxmlformats.org/officeDocument/2006/relationships/tags" Target="../tags/tag322.xml"/><Relationship Id="rId5" Type="http://schemas.openxmlformats.org/officeDocument/2006/relationships/tags" Target="../tags/tag321.xml"/><Relationship Id="rId4" Type="http://schemas.openxmlformats.org/officeDocument/2006/relationships/tags" Target="../tags/tag320.xml"/></Relationships>
</file>

<file path=ppt/slideLayouts/_rels/slideLayout43.xml.rels><?xml version="1.0" encoding="UTF-8" standalone="yes"?>
<Relationships xmlns="http://schemas.openxmlformats.org/package/2006/relationships"><Relationship Id="rId8" Type="http://schemas.openxmlformats.org/officeDocument/2006/relationships/tags" Target="../tags/tag331.xml"/><Relationship Id="rId3" Type="http://schemas.openxmlformats.org/officeDocument/2006/relationships/tags" Target="../tags/tag326.xml"/><Relationship Id="rId7" Type="http://schemas.openxmlformats.org/officeDocument/2006/relationships/tags" Target="../tags/tag330.xml"/><Relationship Id="rId2" Type="http://schemas.openxmlformats.org/officeDocument/2006/relationships/tags" Target="../tags/tag325.xml"/><Relationship Id="rId1" Type="http://schemas.openxmlformats.org/officeDocument/2006/relationships/tags" Target="../tags/tag324.xml"/><Relationship Id="rId6" Type="http://schemas.openxmlformats.org/officeDocument/2006/relationships/tags" Target="../tags/tag329.xml"/><Relationship Id="rId5" Type="http://schemas.openxmlformats.org/officeDocument/2006/relationships/tags" Target="../tags/tag328.xml"/><Relationship Id="rId10" Type="http://schemas.openxmlformats.org/officeDocument/2006/relationships/slideMaster" Target="../slideMasters/slideMaster1.xml"/><Relationship Id="rId4" Type="http://schemas.openxmlformats.org/officeDocument/2006/relationships/tags" Target="../tags/tag327.xml"/><Relationship Id="rId9" Type="http://schemas.openxmlformats.org/officeDocument/2006/relationships/tags" Target="../tags/tag332.xml"/></Relationships>
</file>

<file path=ppt/slideLayouts/_rels/slideLayout44.xml.rels><?xml version="1.0" encoding="UTF-8" standalone="yes"?>
<Relationships xmlns="http://schemas.openxmlformats.org/package/2006/relationships"><Relationship Id="rId8" Type="http://schemas.openxmlformats.org/officeDocument/2006/relationships/tags" Target="../tags/tag340.xml"/><Relationship Id="rId3" Type="http://schemas.openxmlformats.org/officeDocument/2006/relationships/tags" Target="../tags/tag335.xml"/><Relationship Id="rId7" Type="http://schemas.openxmlformats.org/officeDocument/2006/relationships/tags" Target="../tags/tag339.xml"/><Relationship Id="rId2" Type="http://schemas.openxmlformats.org/officeDocument/2006/relationships/tags" Target="../tags/tag334.xml"/><Relationship Id="rId1" Type="http://schemas.openxmlformats.org/officeDocument/2006/relationships/tags" Target="../tags/tag333.xml"/><Relationship Id="rId6" Type="http://schemas.openxmlformats.org/officeDocument/2006/relationships/tags" Target="../tags/tag338.xml"/><Relationship Id="rId5" Type="http://schemas.openxmlformats.org/officeDocument/2006/relationships/tags" Target="../tags/tag337.xml"/><Relationship Id="rId10" Type="http://schemas.openxmlformats.org/officeDocument/2006/relationships/slideMaster" Target="../slideMasters/slideMaster1.xml"/><Relationship Id="rId4" Type="http://schemas.openxmlformats.org/officeDocument/2006/relationships/tags" Target="../tags/tag336.xml"/><Relationship Id="rId9" Type="http://schemas.openxmlformats.org/officeDocument/2006/relationships/tags" Target="../tags/tag341.xml"/></Relationships>
</file>

<file path=ppt/slideLayouts/_rels/slideLayout45.xml.rels><?xml version="1.0" encoding="UTF-8" standalone="yes"?>
<Relationships xmlns="http://schemas.openxmlformats.org/package/2006/relationships"><Relationship Id="rId8" Type="http://schemas.openxmlformats.org/officeDocument/2006/relationships/tags" Target="../tags/tag349.xml"/><Relationship Id="rId3" Type="http://schemas.openxmlformats.org/officeDocument/2006/relationships/tags" Target="../tags/tag344.xml"/><Relationship Id="rId7" Type="http://schemas.openxmlformats.org/officeDocument/2006/relationships/tags" Target="../tags/tag348.xml"/><Relationship Id="rId2" Type="http://schemas.openxmlformats.org/officeDocument/2006/relationships/tags" Target="../tags/tag343.xml"/><Relationship Id="rId1" Type="http://schemas.openxmlformats.org/officeDocument/2006/relationships/tags" Target="../tags/tag342.xml"/><Relationship Id="rId6" Type="http://schemas.openxmlformats.org/officeDocument/2006/relationships/tags" Target="../tags/tag347.xml"/><Relationship Id="rId11" Type="http://schemas.openxmlformats.org/officeDocument/2006/relationships/image" Target="../media/image3.svg"/><Relationship Id="rId5" Type="http://schemas.openxmlformats.org/officeDocument/2006/relationships/tags" Target="../tags/tag346.xml"/><Relationship Id="rId10" Type="http://schemas.openxmlformats.org/officeDocument/2006/relationships/slideMaster" Target="../slideMasters/slideMaster1.xml"/><Relationship Id="rId4" Type="http://schemas.openxmlformats.org/officeDocument/2006/relationships/tags" Target="../tags/tag345.xml"/><Relationship Id="rId9" Type="http://schemas.openxmlformats.org/officeDocument/2006/relationships/tags" Target="../tags/tag350.xml"/></Relationships>
</file>

<file path=ppt/slideLayouts/_rels/slideLayout46.xml.rels><?xml version="1.0" encoding="UTF-8" standalone="yes"?>
<Relationships xmlns="http://schemas.openxmlformats.org/package/2006/relationships"><Relationship Id="rId8" Type="http://schemas.openxmlformats.org/officeDocument/2006/relationships/tags" Target="../tags/tag358.xml"/><Relationship Id="rId3" Type="http://schemas.openxmlformats.org/officeDocument/2006/relationships/tags" Target="../tags/tag353.xml"/><Relationship Id="rId7" Type="http://schemas.openxmlformats.org/officeDocument/2006/relationships/tags" Target="../tags/tag357.xml"/><Relationship Id="rId2" Type="http://schemas.openxmlformats.org/officeDocument/2006/relationships/tags" Target="../tags/tag352.xml"/><Relationship Id="rId1" Type="http://schemas.openxmlformats.org/officeDocument/2006/relationships/tags" Target="../tags/tag351.xml"/><Relationship Id="rId6" Type="http://schemas.openxmlformats.org/officeDocument/2006/relationships/tags" Target="../tags/tag356.xml"/><Relationship Id="rId11" Type="http://schemas.openxmlformats.org/officeDocument/2006/relationships/image" Target="../media/image3.svg"/><Relationship Id="rId5" Type="http://schemas.openxmlformats.org/officeDocument/2006/relationships/tags" Target="../tags/tag355.xml"/><Relationship Id="rId10" Type="http://schemas.openxmlformats.org/officeDocument/2006/relationships/slideMaster" Target="../slideMasters/slideMaster1.xml"/><Relationship Id="rId4" Type="http://schemas.openxmlformats.org/officeDocument/2006/relationships/tags" Target="../tags/tag354.xml"/><Relationship Id="rId9" Type="http://schemas.openxmlformats.org/officeDocument/2006/relationships/tags" Target="../tags/tag359.xml"/></Relationships>
</file>

<file path=ppt/slideLayouts/_rels/slideLayout47.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62.xml"/><Relationship Id="rId7" Type="http://schemas.openxmlformats.org/officeDocument/2006/relationships/tags" Target="../tags/tag366.xml"/><Relationship Id="rId2" Type="http://schemas.openxmlformats.org/officeDocument/2006/relationships/tags" Target="../tags/tag361.xml"/><Relationship Id="rId1" Type="http://schemas.openxmlformats.org/officeDocument/2006/relationships/tags" Target="../tags/tag360.xml"/><Relationship Id="rId6" Type="http://schemas.openxmlformats.org/officeDocument/2006/relationships/tags" Target="../tags/tag365.xml"/><Relationship Id="rId5" Type="http://schemas.openxmlformats.org/officeDocument/2006/relationships/tags" Target="../tags/tag364.xml"/><Relationship Id="rId4" Type="http://schemas.openxmlformats.org/officeDocument/2006/relationships/tags" Target="../tags/tag36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1 Intro - White">
    <p:spTree>
      <p:nvGrpSpPr>
        <p:cNvPr id="1" name=""/>
        <p:cNvGrpSpPr/>
        <p:nvPr/>
      </p:nvGrpSpPr>
      <p:grpSpPr>
        <a:xfrm>
          <a:off x="0" y="0"/>
          <a:ext cx="0" cy="0"/>
          <a:chOff x="0" y="0"/>
          <a:chExt cx="0" cy="0"/>
        </a:xfrm>
      </p:grpSpPr>
      <p:sp>
        <p:nvSpPr>
          <p:cNvPr id="13" name="Date Placeholder 12">
            <a:extLst>
              <a:ext uri="{FF2B5EF4-FFF2-40B4-BE49-F238E27FC236}">
                <a16:creationId xmlns:a16="http://schemas.microsoft.com/office/drawing/2014/main" id="{66E6FE68-9861-02CE-07A6-91BE9075AD75}"/>
              </a:ext>
            </a:extLst>
          </p:cNvPr>
          <p:cNvSpPr>
            <a:spLocks noGrp="1"/>
          </p:cNvSpPr>
          <p:nvPr>
            <p:ph type="dt" sz="half" idx="14"/>
            <p:custDataLst>
              <p:tags r:id="rId1"/>
            </p:custDataLst>
          </p:nvPr>
        </p:nvSpPr>
        <p:spPr/>
        <p:txBody>
          <a:bodyPr/>
          <a:lstStyle/>
          <a:p>
            <a:fld id="{5B1B657C-CBDB-48E2-BE15-A5E35D375FCA}" type="datetime1">
              <a:rPr lang="en-US" smtClean="0"/>
              <a:t>5/28/2026</a:t>
            </a:fld>
            <a:endParaRPr lang="en-US" dirty="0"/>
          </a:p>
        </p:txBody>
      </p:sp>
      <p:sp>
        <p:nvSpPr>
          <p:cNvPr id="14" name="Footer Placeholder 13">
            <a:extLst>
              <a:ext uri="{FF2B5EF4-FFF2-40B4-BE49-F238E27FC236}">
                <a16:creationId xmlns:a16="http://schemas.microsoft.com/office/drawing/2014/main" id="{09F1035C-9415-3EB3-135B-CFFD7CE58458}"/>
              </a:ext>
            </a:extLst>
          </p:cNvPr>
          <p:cNvSpPr>
            <a:spLocks noGrp="1"/>
          </p:cNvSpPr>
          <p:nvPr>
            <p:ph type="ftr" sz="quarter" idx="15"/>
            <p:custDataLst>
              <p:tags r:id="rId2"/>
            </p:custDataLst>
          </p:nvPr>
        </p:nvSpPr>
        <p:spPr/>
        <p:txBody>
          <a:bodyPr/>
          <a:lstStyle>
            <a:lvl1pPr>
              <a:defRPr lang="en-US" dirty="0"/>
            </a:lvl1pPr>
          </a:lstStyle>
          <a:p>
            <a:endParaRPr lang="en-US" dirty="0"/>
          </a:p>
        </p:txBody>
      </p:sp>
      <p:sp>
        <p:nvSpPr>
          <p:cNvPr id="15" name="Slide Number Placeholder 14">
            <a:extLst>
              <a:ext uri="{FF2B5EF4-FFF2-40B4-BE49-F238E27FC236}">
                <a16:creationId xmlns:a16="http://schemas.microsoft.com/office/drawing/2014/main" id="{8F0CB8A3-CFA6-C675-4E16-195A7713C7C3}"/>
              </a:ext>
            </a:extLst>
          </p:cNvPr>
          <p:cNvSpPr>
            <a:spLocks noGrp="1"/>
          </p:cNvSpPr>
          <p:nvPr>
            <p:ph type="sldNum" sz="quarter" idx="16"/>
            <p:custDataLst>
              <p:tags r:id="rId3"/>
            </p:custDataLst>
          </p:nvPr>
        </p:nvSpPr>
        <p:spPr/>
        <p:txBody>
          <a:bodyPr/>
          <a:lstStyle/>
          <a:p>
            <a:fld id="{35EA36FB-EA35-45B6-87A5-93E7705983EC}" type="slidenum">
              <a:rPr lang="en-US" smtClean="0"/>
              <a:pPr/>
              <a:t>‹#›</a:t>
            </a:fld>
            <a:endParaRPr lang="en-US" dirty="0"/>
          </a:p>
        </p:txBody>
      </p:sp>
      <p:sp>
        <p:nvSpPr>
          <p:cNvPr id="16" name="Rectangle 15">
            <a:extLst>
              <a:ext uri="{FF2B5EF4-FFF2-40B4-BE49-F238E27FC236}">
                <a16:creationId xmlns:a16="http://schemas.microsoft.com/office/drawing/2014/main" id="{6EE44A8E-5788-679B-13BB-7AB91AD1C309}"/>
              </a:ext>
            </a:extLst>
          </p:cNvPr>
          <p:cNvSpPr/>
          <p:nvPr userDrawn="1">
            <p:custDataLst>
              <p:tags r:id="rId4"/>
            </p:custDataLst>
          </p:nvPr>
        </p:nvSpPr>
        <p:spPr>
          <a:xfrm>
            <a:off x="0" y="0"/>
            <a:ext cx="12192000" cy="6858000"/>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a:p>
        </p:txBody>
      </p:sp>
      <p:pic>
        <p:nvPicPr>
          <p:cNvPr id="17" name="Lines locked">
            <a:extLst>
              <a:ext uri="{FF2B5EF4-FFF2-40B4-BE49-F238E27FC236}">
                <a16:creationId xmlns:a16="http://schemas.microsoft.com/office/drawing/2014/main" id="{BE5815CA-FC00-A5C7-A2FD-2ED8893250ED}"/>
              </a:ext>
            </a:extLst>
          </p:cNvPr>
          <p:cNvPicPr>
            <a:picLocks noGrp="1" noRot="1" noChangeAspect="1" noMove="1" noResize="1" noEditPoints="1" noAdjustHandles="1" noChangeArrowheads="1" noChangeShapeType="1" noCrop="1"/>
          </p:cNvPicPr>
          <p:nvPr userDrawn="1">
            <p:custDataLst>
              <p:tags r:id="rId5"/>
            </p:custDataLst>
          </p:nvPr>
        </p:nvPicPr>
        <p:blipFill>
          <a:blip>
            <a:extLst>
              <a:ext uri="{96DAC541-7B7A-43D3-8B79-37D633B846F1}">
                <asvg:svgBlip xmlns:asvg="http://schemas.microsoft.com/office/drawing/2016/SVG/main" r:embed="rId10"/>
              </a:ext>
            </a:extLst>
          </a:blip>
          <a:stretch>
            <a:fillRect/>
          </a:stretch>
        </p:blipFill>
        <p:spPr>
          <a:xfrm>
            <a:off x="0" y="3691253"/>
            <a:ext cx="12192000" cy="3064803"/>
          </a:xfrm>
          <a:prstGeom prst="rect">
            <a:avLst/>
          </a:prstGeom>
        </p:spPr>
      </p:pic>
      <p:sp>
        <p:nvSpPr>
          <p:cNvPr id="2" name="Title 1">
            <a:extLst>
              <a:ext uri="{FF2B5EF4-FFF2-40B4-BE49-F238E27FC236}">
                <a16:creationId xmlns:a16="http://schemas.microsoft.com/office/drawing/2014/main" id="{AF9C0AD3-0ECE-D397-AF9A-8160B26D00B4}"/>
              </a:ext>
            </a:extLst>
          </p:cNvPr>
          <p:cNvSpPr>
            <a:spLocks noGrp="1"/>
          </p:cNvSpPr>
          <p:nvPr>
            <p:ph type="ctrTitle" hasCustomPrompt="1"/>
            <p:custDataLst>
              <p:tags r:id="rId6"/>
            </p:custDataLst>
          </p:nvPr>
        </p:nvSpPr>
        <p:spPr>
          <a:xfrm>
            <a:off x="523878" y="2059911"/>
            <a:ext cx="8348792" cy="1609862"/>
          </a:xfrm>
        </p:spPr>
        <p:txBody>
          <a:bodyPr anchor="b">
            <a:normAutofit/>
          </a:bodyPr>
          <a:lstStyle>
            <a:lvl1pPr algn="l">
              <a:defRPr sz="4400"/>
            </a:lvl1pPr>
          </a:lstStyle>
          <a:p>
            <a:r>
              <a:rPr lang="en-US" dirty="0"/>
              <a:t>Click to edit Intro title</a:t>
            </a:r>
          </a:p>
        </p:txBody>
      </p:sp>
      <p:sp>
        <p:nvSpPr>
          <p:cNvPr id="3" name="Subtitle 2">
            <a:extLst>
              <a:ext uri="{FF2B5EF4-FFF2-40B4-BE49-F238E27FC236}">
                <a16:creationId xmlns:a16="http://schemas.microsoft.com/office/drawing/2014/main" id="{E7A6B8B0-78D3-FD6E-1957-379727DF620A}"/>
              </a:ext>
            </a:extLst>
          </p:cNvPr>
          <p:cNvSpPr>
            <a:spLocks noGrp="1"/>
          </p:cNvSpPr>
          <p:nvPr>
            <p:ph type="subTitle" idx="1" hasCustomPrompt="1"/>
            <p:custDataLst>
              <p:tags r:id="rId7"/>
            </p:custDataLst>
          </p:nvPr>
        </p:nvSpPr>
        <p:spPr>
          <a:xfrm>
            <a:off x="523878" y="4704538"/>
            <a:ext cx="4175713" cy="931026"/>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Pct val="120000"/>
              <a:buFont typeface="Arial" panose="020B0604020202020204" pitchFamily="34" charset="0"/>
              <a:buNone/>
              <a:tabLst/>
              <a:defRPr/>
            </a:pPr>
            <a:r>
              <a:rPr lang="en-US" altLang="ja-JP" dirty="0"/>
              <a:t>Date and Presenter’s Name </a:t>
            </a:r>
            <a:br>
              <a:rPr lang="en-US" altLang="ja-JP" dirty="0"/>
            </a:br>
            <a:r>
              <a:rPr lang="en-US" altLang="ja-JP" dirty="0"/>
              <a:t>or Contents</a:t>
            </a:r>
          </a:p>
        </p:txBody>
      </p:sp>
      <p:grpSp>
        <p:nvGrpSpPr>
          <p:cNvPr id="7" name="LOGO RED">
            <a:extLst>
              <a:ext uri="{FF2B5EF4-FFF2-40B4-BE49-F238E27FC236}">
                <a16:creationId xmlns:a16="http://schemas.microsoft.com/office/drawing/2014/main" id="{AF7B3958-19F8-A348-15F7-7B705976A7AC}"/>
              </a:ext>
            </a:extLst>
          </p:cNvPr>
          <p:cNvGrpSpPr/>
          <p:nvPr userDrawn="1">
            <p:custDataLst>
              <p:tags r:id="rId8"/>
            </p:custDataLst>
          </p:nvPr>
        </p:nvGrpSpPr>
        <p:grpSpPr>
          <a:xfrm>
            <a:off x="454798" y="303421"/>
            <a:ext cx="2025604" cy="352508"/>
            <a:chOff x="3245241" y="3110528"/>
            <a:chExt cx="5696307" cy="991307"/>
          </a:xfrm>
          <a:solidFill>
            <a:srgbClr val="ED1C24"/>
          </a:solidFill>
        </p:grpSpPr>
        <p:sp>
          <p:nvSpPr>
            <p:cNvPr id="8" name="Freeform: Shape 7">
              <a:extLst>
                <a:ext uri="{FF2B5EF4-FFF2-40B4-BE49-F238E27FC236}">
                  <a16:creationId xmlns:a16="http://schemas.microsoft.com/office/drawing/2014/main" id="{85ABB84E-0A7E-F216-F9A8-D6155D80B35F}"/>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12902ADF-0FC2-9AFF-BE07-9238707CE3C1}"/>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92728183-C7E5-FC2A-47FB-70D7BCFC4770}"/>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3BF9EC02-0811-EFD9-AA39-7B7A8084F434}"/>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584B7A28-0349-E3B7-04DD-13CB57C7780A}"/>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98723170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 Intro - Red">
    <p:bg>
      <p:bgPr>
        <a:solidFill>
          <a:schemeClr val="bg1"/>
        </a:solidFill>
        <a:effectLst/>
      </p:bgPr>
    </p:bg>
    <p:spTree>
      <p:nvGrpSpPr>
        <p:cNvPr id="1" name=""/>
        <p:cNvGrpSpPr/>
        <p:nvPr/>
      </p:nvGrpSpPr>
      <p:grpSpPr>
        <a:xfrm>
          <a:off x="0" y="0"/>
          <a:ext cx="0" cy="0"/>
          <a:chOff x="0" y="0"/>
          <a:chExt cx="0" cy="0"/>
        </a:xfrm>
      </p:grpSpPr>
      <p:sp>
        <p:nvSpPr>
          <p:cNvPr id="13" name="Date Placeholder 12">
            <a:extLst>
              <a:ext uri="{FF2B5EF4-FFF2-40B4-BE49-F238E27FC236}">
                <a16:creationId xmlns:a16="http://schemas.microsoft.com/office/drawing/2014/main" id="{E767C648-F40F-2173-E10D-FD223C56937B}"/>
              </a:ext>
            </a:extLst>
          </p:cNvPr>
          <p:cNvSpPr>
            <a:spLocks noGrp="1"/>
          </p:cNvSpPr>
          <p:nvPr>
            <p:ph type="dt" sz="half" idx="16"/>
            <p:custDataLst>
              <p:tags r:id="rId1"/>
            </p:custDataLst>
          </p:nvPr>
        </p:nvSpPr>
        <p:spPr/>
        <p:txBody>
          <a:bodyPr/>
          <a:lstStyle/>
          <a:p>
            <a:fld id="{466E53A2-4589-412A-BE17-1B86E4BF4B05}" type="datetime1">
              <a:rPr lang="en-US" smtClean="0"/>
              <a:t>5/28/2026</a:t>
            </a:fld>
            <a:endParaRPr lang="en-US" dirty="0"/>
          </a:p>
        </p:txBody>
      </p:sp>
      <p:sp>
        <p:nvSpPr>
          <p:cNvPr id="14" name="Footer Placeholder 13">
            <a:extLst>
              <a:ext uri="{FF2B5EF4-FFF2-40B4-BE49-F238E27FC236}">
                <a16:creationId xmlns:a16="http://schemas.microsoft.com/office/drawing/2014/main" id="{C37CE0AC-6EC1-1802-BE12-AA5555C6C3E4}"/>
              </a:ext>
            </a:extLst>
          </p:cNvPr>
          <p:cNvSpPr>
            <a:spLocks noGrp="1"/>
          </p:cNvSpPr>
          <p:nvPr>
            <p:ph type="ftr" sz="quarter" idx="17"/>
            <p:custDataLst>
              <p:tags r:id="rId2"/>
            </p:custDataLst>
          </p:nvPr>
        </p:nvSpPr>
        <p:spPr/>
        <p:txBody>
          <a:bodyPr/>
          <a:lstStyle>
            <a:lvl1pPr>
              <a:defRPr lang="en-US" dirty="0"/>
            </a:lvl1pPr>
          </a:lstStyle>
          <a:p>
            <a:endParaRPr lang="en-US" dirty="0"/>
          </a:p>
        </p:txBody>
      </p:sp>
      <p:sp>
        <p:nvSpPr>
          <p:cNvPr id="15" name="Slide Number Placeholder 14">
            <a:extLst>
              <a:ext uri="{FF2B5EF4-FFF2-40B4-BE49-F238E27FC236}">
                <a16:creationId xmlns:a16="http://schemas.microsoft.com/office/drawing/2014/main" id="{1424AB4F-4052-4719-D6C4-F3D2CE6DA196}"/>
              </a:ext>
            </a:extLst>
          </p:cNvPr>
          <p:cNvSpPr>
            <a:spLocks noGrp="1"/>
          </p:cNvSpPr>
          <p:nvPr>
            <p:ph type="sldNum" sz="quarter" idx="18"/>
            <p:custDataLst>
              <p:tags r:id="rId3"/>
            </p:custDataLst>
          </p:nvPr>
        </p:nvSpPr>
        <p:spPr/>
        <p:txBody>
          <a:bodyPr/>
          <a:lstStyle/>
          <a:p>
            <a:fld id="{35EA36FB-EA35-45B6-87A5-93E7705983EC}" type="slidenum">
              <a:rPr lang="en-US" smtClean="0"/>
              <a:pPr/>
              <a:t>‹#›</a:t>
            </a:fld>
            <a:endParaRPr lang="en-US" dirty="0"/>
          </a:p>
        </p:txBody>
      </p:sp>
      <p:grpSp>
        <p:nvGrpSpPr>
          <p:cNvPr id="17" name="Swirl Locked">
            <a:extLst>
              <a:ext uri="{FF2B5EF4-FFF2-40B4-BE49-F238E27FC236}">
                <a16:creationId xmlns:a16="http://schemas.microsoft.com/office/drawing/2014/main" id="{4B08C2DC-06F9-69FE-8205-543440081CC1}"/>
              </a:ext>
            </a:extLst>
          </p:cNvPr>
          <p:cNvGrpSpPr/>
          <p:nvPr userDrawn="1">
            <p:custDataLst>
              <p:tags r:id="rId4"/>
            </p:custDataLst>
          </p:nvPr>
        </p:nvGrpSpPr>
        <p:grpSpPr>
          <a:xfrm>
            <a:off x="0" y="3699103"/>
            <a:ext cx="12193209" cy="3162659"/>
            <a:chOff x="0" y="3699103"/>
            <a:chExt cx="12193209" cy="3162659"/>
          </a:xfrm>
        </p:grpSpPr>
        <p:sp>
          <p:nvSpPr>
            <p:cNvPr id="5" name="Freeform: Shape 4">
              <a:extLst>
                <a:ext uri="{FF2B5EF4-FFF2-40B4-BE49-F238E27FC236}">
                  <a16:creationId xmlns:a16="http://schemas.microsoft.com/office/drawing/2014/main" id="{E1C17FBE-C749-CB1D-52F6-838583DB96A3}"/>
                </a:ext>
              </a:extLst>
            </p:cNvPr>
            <p:cNvSpPr/>
            <p:nvPr userDrawn="1">
              <p:custDataLst>
                <p:tags r:id="rId8"/>
              </p:custDataLst>
            </p:nvPr>
          </p:nvSpPr>
          <p:spPr>
            <a:xfrm>
              <a:off x="0" y="5985337"/>
              <a:ext cx="12193209" cy="876425"/>
            </a:xfrm>
            <a:custGeom>
              <a:avLst/>
              <a:gdLst>
                <a:gd name="connsiteX0" fmla="*/ 0 w 12193209"/>
                <a:gd name="connsiteY0" fmla="*/ 0 h 876425"/>
                <a:gd name="connsiteX1" fmla="*/ 12193210 w 12193209"/>
                <a:gd name="connsiteY1" fmla="*/ 0 h 876425"/>
                <a:gd name="connsiteX2" fmla="*/ 12193210 w 12193209"/>
                <a:gd name="connsiteY2" fmla="*/ 876426 h 876425"/>
                <a:gd name="connsiteX3" fmla="*/ 0 w 12193209"/>
                <a:gd name="connsiteY3" fmla="*/ 876426 h 876425"/>
              </a:gdLst>
              <a:ahLst/>
              <a:cxnLst>
                <a:cxn ang="0">
                  <a:pos x="connsiteX0" y="connsiteY0"/>
                </a:cxn>
                <a:cxn ang="0">
                  <a:pos x="connsiteX1" y="connsiteY1"/>
                </a:cxn>
                <a:cxn ang="0">
                  <a:pos x="connsiteX2" y="connsiteY2"/>
                </a:cxn>
                <a:cxn ang="0">
                  <a:pos x="connsiteX3" y="connsiteY3"/>
                </a:cxn>
              </a:cxnLst>
              <a:rect l="l" t="t" r="r" b="b"/>
              <a:pathLst>
                <a:path w="12193209" h="876425">
                  <a:moveTo>
                    <a:pt x="0" y="0"/>
                  </a:moveTo>
                  <a:lnTo>
                    <a:pt x="12193210" y="0"/>
                  </a:lnTo>
                  <a:lnTo>
                    <a:pt x="12193210" y="876426"/>
                  </a:lnTo>
                  <a:lnTo>
                    <a:pt x="0" y="876426"/>
                  </a:lnTo>
                  <a:close/>
                </a:path>
              </a:pathLst>
            </a:custGeom>
            <a:solidFill>
              <a:srgbClr val="D4404D"/>
            </a:solidFill>
            <a:ln w="0" cap="flat">
              <a:noFill/>
              <a:prstDash val="solid"/>
              <a:miter/>
            </a:ln>
          </p:spPr>
          <p:txBody>
            <a:bodyPr rtlCol="0" anchor="ctr"/>
            <a:lstStyle/>
            <a:p>
              <a:endParaRPr lang="en-US" dirty="0"/>
            </a:p>
          </p:txBody>
        </p:sp>
        <p:sp>
          <p:nvSpPr>
            <p:cNvPr id="6" name="Freeform: Shape 5">
              <a:extLst>
                <a:ext uri="{FF2B5EF4-FFF2-40B4-BE49-F238E27FC236}">
                  <a16:creationId xmlns:a16="http://schemas.microsoft.com/office/drawing/2014/main" id="{0953F86B-663F-E91A-A177-0ECD5B12A9A4}"/>
                </a:ext>
              </a:extLst>
            </p:cNvPr>
            <p:cNvSpPr/>
            <p:nvPr userDrawn="1">
              <p:custDataLst>
                <p:tags r:id="rId9"/>
              </p:custDataLst>
            </p:nvPr>
          </p:nvSpPr>
          <p:spPr>
            <a:xfrm>
              <a:off x="0" y="5985337"/>
              <a:ext cx="4060191" cy="762033"/>
            </a:xfrm>
            <a:custGeom>
              <a:avLst/>
              <a:gdLst>
                <a:gd name="connsiteX0" fmla="*/ 4060191 w 4060191"/>
                <a:gd name="connsiteY0" fmla="*/ 0 h 762033"/>
                <a:gd name="connsiteX1" fmla="*/ 0 w 4060191"/>
                <a:gd name="connsiteY1" fmla="*/ 762034 h 762033"/>
                <a:gd name="connsiteX2" fmla="*/ 0 w 4060191"/>
                <a:gd name="connsiteY2" fmla="*/ 0 h 762033"/>
                <a:gd name="connsiteX3" fmla="*/ 4060191 w 4060191"/>
                <a:gd name="connsiteY3" fmla="*/ 0 h 762033"/>
              </a:gdLst>
              <a:ahLst/>
              <a:cxnLst>
                <a:cxn ang="0">
                  <a:pos x="connsiteX0" y="connsiteY0"/>
                </a:cxn>
                <a:cxn ang="0">
                  <a:pos x="connsiteX1" y="connsiteY1"/>
                </a:cxn>
                <a:cxn ang="0">
                  <a:pos x="connsiteX2" y="connsiteY2"/>
                </a:cxn>
                <a:cxn ang="0">
                  <a:pos x="connsiteX3" y="connsiteY3"/>
                </a:cxn>
              </a:cxnLst>
              <a:rect l="l" t="t" r="r" b="b"/>
              <a:pathLst>
                <a:path w="4060191" h="762033">
                  <a:moveTo>
                    <a:pt x="4060191" y="0"/>
                  </a:moveTo>
                  <a:cubicBezTo>
                    <a:pt x="2770286" y="437272"/>
                    <a:pt x="1364106" y="709475"/>
                    <a:pt x="0" y="762034"/>
                  </a:cubicBezTo>
                  <a:lnTo>
                    <a:pt x="0" y="0"/>
                  </a:lnTo>
                  <a:lnTo>
                    <a:pt x="4060191" y="0"/>
                  </a:lnTo>
                  <a:close/>
                </a:path>
              </a:pathLst>
            </a:custGeom>
            <a:solidFill>
              <a:srgbClr val="B5091F"/>
            </a:solidFill>
            <a:ln w="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383E3F38-B344-9EDC-7DA5-F2119EEF0EE5}"/>
                </a:ext>
              </a:extLst>
            </p:cNvPr>
            <p:cNvSpPr/>
            <p:nvPr userDrawn="1">
              <p:custDataLst>
                <p:tags r:id="rId10"/>
              </p:custDataLst>
            </p:nvPr>
          </p:nvSpPr>
          <p:spPr>
            <a:xfrm>
              <a:off x="4060191" y="3699103"/>
              <a:ext cx="8133018" cy="2286234"/>
            </a:xfrm>
            <a:custGeom>
              <a:avLst/>
              <a:gdLst>
                <a:gd name="connsiteX0" fmla="*/ 1892113 w 8133018"/>
                <a:gd name="connsiteY0" fmla="*/ 2286235 h 2286234"/>
                <a:gd name="connsiteX1" fmla="*/ 8133019 w 8133018"/>
                <a:gd name="connsiteY1" fmla="*/ 2286235 h 2286234"/>
                <a:gd name="connsiteX2" fmla="*/ 8133019 w 8133018"/>
                <a:gd name="connsiteY2" fmla="*/ 0 h 2286234"/>
                <a:gd name="connsiteX3" fmla="*/ 4071752 w 8133018"/>
                <a:gd name="connsiteY3" fmla="*/ 762034 h 2286234"/>
                <a:gd name="connsiteX4" fmla="*/ 0 w 8133018"/>
                <a:gd name="connsiteY4" fmla="*/ 2286235 h 2286234"/>
                <a:gd name="connsiteX5" fmla="*/ 1892113 w 8133018"/>
                <a:gd name="connsiteY5" fmla="*/ 2286235 h 2286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3018" h="2286234">
                  <a:moveTo>
                    <a:pt x="1892113" y="2286235"/>
                  </a:moveTo>
                  <a:lnTo>
                    <a:pt x="8133019" y="2286235"/>
                  </a:lnTo>
                  <a:cubicBezTo>
                    <a:pt x="8133019" y="2286235"/>
                    <a:pt x="8133019" y="0"/>
                    <a:pt x="8133019" y="0"/>
                  </a:cubicBezTo>
                  <a:cubicBezTo>
                    <a:pt x="6687319" y="72587"/>
                    <a:pt x="5326977" y="387536"/>
                    <a:pt x="4071752" y="762034"/>
                  </a:cubicBezTo>
                  <a:cubicBezTo>
                    <a:pt x="2715039" y="1166910"/>
                    <a:pt x="771578" y="2024651"/>
                    <a:pt x="0" y="2286235"/>
                  </a:cubicBezTo>
                  <a:lnTo>
                    <a:pt x="1892113" y="2286235"/>
                  </a:lnTo>
                  <a:close/>
                </a:path>
              </a:pathLst>
            </a:custGeom>
            <a:solidFill>
              <a:srgbClr val="DD6670"/>
            </a:solidFill>
            <a:ln w="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AF9C0AD3-0ECE-D397-AF9A-8160B26D00B4}"/>
              </a:ext>
            </a:extLst>
          </p:cNvPr>
          <p:cNvSpPr>
            <a:spLocks noGrp="1"/>
          </p:cNvSpPr>
          <p:nvPr>
            <p:ph type="ctrTitle" hasCustomPrompt="1"/>
            <p:custDataLst>
              <p:tags r:id="rId5"/>
            </p:custDataLst>
          </p:nvPr>
        </p:nvSpPr>
        <p:spPr>
          <a:xfrm>
            <a:off x="523878" y="2059911"/>
            <a:ext cx="8348792" cy="1609862"/>
          </a:xfrm>
        </p:spPr>
        <p:txBody>
          <a:bodyPr anchor="b">
            <a:normAutofit/>
          </a:bodyPr>
          <a:lstStyle>
            <a:lvl1pPr algn="l">
              <a:defRPr sz="4400"/>
            </a:lvl1pPr>
          </a:lstStyle>
          <a:p>
            <a:r>
              <a:rPr lang="en-US" dirty="0"/>
              <a:t>Click to edit Intro title</a:t>
            </a:r>
          </a:p>
        </p:txBody>
      </p:sp>
      <p:sp>
        <p:nvSpPr>
          <p:cNvPr id="3" name="Subtitle 2">
            <a:extLst>
              <a:ext uri="{FF2B5EF4-FFF2-40B4-BE49-F238E27FC236}">
                <a16:creationId xmlns:a16="http://schemas.microsoft.com/office/drawing/2014/main" id="{E7A6B8B0-78D3-FD6E-1957-379727DF620A}"/>
              </a:ext>
            </a:extLst>
          </p:cNvPr>
          <p:cNvSpPr>
            <a:spLocks noGrp="1"/>
          </p:cNvSpPr>
          <p:nvPr>
            <p:ph type="subTitle" idx="1" hasCustomPrompt="1"/>
            <p:custDataLst>
              <p:tags r:id="rId6"/>
            </p:custDataLst>
          </p:nvPr>
        </p:nvSpPr>
        <p:spPr>
          <a:xfrm>
            <a:off x="523878" y="4704538"/>
            <a:ext cx="4175713" cy="931026"/>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Pct val="120000"/>
              <a:buFont typeface="Arial" panose="020B0604020202020204" pitchFamily="34" charset="0"/>
              <a:buNone/>
              <a:tabLst/>
              <a:defRPr/>
            </a:pPr>
            <a:r>
              <a:rPr lang="en-US" altLang="ja-JP" dirty="0"/>
              <a:t>Date and Presenter’s Name </a:t>
            </a:r>
            <a:br>
              <a:rPr lang="en-US" altLang="ja-JP" dirty="0"/>
            </a:br>
            <a:r>
              <a:rPr lang="en-US" altLang="ja-JP" dirty="0"/>
              <a:t>or Contents </a:t>
            </a:r>
          </a:p>
        </p:txBody>
      </p:sp>
      <p:grpSp>
        <p:nvGrpSpPr>
          <p:cNvPr id="7" name="LOGO RED">
            <a:extLst>
              <a:ext uri="{FF2B5EF4-FFF2-40B4-BE49-F238E27FC236}">
                <a16:creationId xmlns:a16="http://schemas.microsoft.com/office/drawing/2014/main" id="{2CC3AD58-EB68-7BF0-D082-BA59C9A8D8C4}"/>
              </a:ext>
            </a:extLst>
          </p:cNvPr>
          <p:cNvGrpSpPr/>
          <p:nvPr userDrawn="1">
            <p:custDataLst>
              <p:tags r:id="rId7"/>
            </p:custDataLst>
          </p:nvPr>
        </p:nvGrpSpPr>
        <p:grpSpPr>
          <a:xfrm>
            <a:off x="454798" y="303421"/>
            <a:ext cx="2025604" cy="352508"/>
            <a:chOff x="3245241" y="3110528"/>
            <a:chExt cx="5696307" cy="991307"/>
          </a:xfrm>
          <a:solidFill>
            <a:srgbClr val="ED1C24"/>
          </a:solidFill>
        </p:grpSpPr>
        <p:sp>
          <p:nvSpPr>
            <p:cNvPr id="8" name="Freeform: Shape 7">
              <a:extLst>
                <a:ext uri="{FF2B5EF4-FFF2-40B4-BE49-F238E27FC236}">
                  <a16:creationId xmlns:a16="http://schemas.microsoft.com/office/drawing/2014/main" id="{A24FEA5A-0AD8-09CC-8BE4-923E4578F19D}"/>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E0B74FB7-5DC9-B87A-3B45-594396B1EFA9}"/>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BEA5CC52-33EC-059D-7823-D87C5CE3AFFA}"/>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2BD39D19-9D5A-3D56-85E8-751B5E92BA32}"/>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BB1E634F-1B69-323B-E089-B71690A92A3A}"/>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3310493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3 Intro - Blue">
    <p:spTree>
      <p:nvGrpSpPr>
        <p:cNvPr id="1" name=""/>
        <p:cNvGrpSpPr/>
        <p:nvPr/>
      </p:nvGrpSpPr>
      <p:grpSpPr>
        <a:xfrm>
          <a:off x="0" y="0"/>
          <a:ext cx="0" cy="0"/>
          <a:chOff x="0" y="0"/>
          <a:chExt cx="0" cy="0"/>
        </a:xfrm>
      </p:grpSpPr>
      <p:sp>
        <p:nvSpPr>
          <p:cNvPr id="13" name="Date Placeholder 12">
            <a:extLst>
              <a:ext uri="{FF2B5EF4-FFF2-40B4-BE49-F238E27FC236}">
                <a16:creationId xmlns:a16="http://schemas.microsoft.com/office/drawing/2014/main" id="{D2A2EDE0-072D-1D8A-CF5D-87B08562A0B1}"/>
              </a:ext>
            </a:extLst>
          </p:cNvPr>
          <p:cNvSpPr>
            <a:spLocks noGrp="1"/>
          </p:cNvSpPr>
          <p:nvPr>
            <p:ph type="dt" sz="half" idx="16"/>
            <p:custDataLst>
              <p:tags r:id="rId1"/>
            </p:custDataLst>
          </p:nvPr>
        </p:nvSpPr>
        <p:spPr/>
        <p:txBody>
          <a:bodyPr/>
          <a:lstStyle/>
          <a:p>
            <a:fld id="{B4895696-756B-4674-9EB1-87695C1F85D1}" type="datetime1">
              <a:rPr lang="en-US" smtClean="0"/>
              <a:t>5/28/2026</a:t>
            </a:fld>
            <a:endParaRPr lang="en-US" dirty="0"/>
          </a:p>
        </p:txBody>
      </p:sp>
      <p:sp>
        <p:nvSpPr>
          <p:cNvPr id="14" name="Footer Placeholder 13">
            <a:extLst>
              <a:ext uri="{FF2B5EF4-FFF2-40B4-BE49-F238E27FC236}">
                <a16:creationId xmlns:a16="http://schemas.microsoft.com/office/drawing/2014/main" id="{C1BA6276-7957-7BFD-6860-7C232BEB851F}"/>
              </a:ext>
            </a:extLst>
          </p:cNvPr>
          <p:cNvSpPr>
            <a:spLocks noGrp="1"/>
          </p:cNvSpPr>
          <p:nvPr>
            <p:ph type="ftr" sz="quarter" idx="17"/>
            <p:custDataLst>
              <p:tags r:id="rId2"/>
            </p:custDataLst>
          </p:nvPr>
        </p:nvSpPr>
        <p:spPr/>
        <p:txBody>
          <a:bodyPr/>
          <a:lstStyle>
            <a:lvl1pPr>
              <a:defRPr lang="en-US" dirty="0"/>
            </a:lvl1pPr>
          </a:lstStyle>
          <a:p>
            <a:endParaRPr lang="en-US" dirty="0"/>
          </a:p>
        </p:txBody>
      </p:sp>
      <p:sp>
        <p:nvSpPr>
          <p:cNvPr id="15" name="Slide Number Placeholder 14">
            <a:extLst>
              <a:ext uri="{FF2B5EF4-FFF2-40B4-BE49-F238E27FC236}">
                <a16:creationId xmlns:a16="http://schemas.microsoft.com/office/drawing/2014/main" id="{50C1D079-DE7E-9C7E-27BB-B47805641D84}"/>
              </a:ext>
            </a:extLst>
          </p:cNvPr>
          <p:cNvSpPr>
            <a:spLocks noGrp="1"/>
          </p:cNvSpPr>
          <p:nvPr>
            <p:ph type="sldNum" sz="quarter" idx="18"/>
            <p:custDataLst>
              <p:tags r:id="rId3"/>
            </p:custDataLst>
          </p:nvPr>
        </p:nvSpPr>
        <p:spPr/>
        <p:txBody>
          <a:bodyPr/>
          <a:lstStyle/>
          <a:p>
            <a:fld id="{35EA36FB-EA35-45B6-87A5-93E7705983EC}" type="slidenum">
              <a:rPr lang="en-US" smtClean="0"/>
              <a:pPr/>
              <a:t>‹#›</a:t>
            </a:fld>
            <a:endParaRPr lang="en-US" dirty="0"/>
          </a:p>
        </p:txBody>
      </p:sp>
      <p:grpSp>
        <p:nvGrpSpPr>
          <p:cNvPr id="17" name="Swirl Locked">
            <a:extLst>
              <a:ext uri="{FF2B5EF4-FFF2-40B4-BE49-F238E27FC236}">
                <a16:creationId xmlns:a16="http://schemas.microsoft.com/office/drawing/2014/main" id="{DCD1F4AA-95AA-2539-A3B7-EA0D63DDA698}"/>
              </a:ext>
            </a:extLst>
          </p:cNvPr>
          <p:cNvGrpSpPr>
            <a:grpSpLocks noGrp="1" noUngrp="1" noRot="1" noMove="1" noResize="1"/>
          </p:cNvGrpSpPr>
          <p:nvPr userDrawn="1"/>
        </p:nvGrpSpPr>
        <p:grpSpPr>
          <a:xfrm>
            <a:off x="0" y="3699103"/>
            <a:ext cx="12193209" cy="3162659"/>
            <a:chOff x="0" y="3699103"/>
            <a:chExt cx="12193209" cy="3162659"/>
          </a:xfrm>
        </p:grpSpPr>
        <p:sp>
          <p:nvSpPr>
            <p:cNvPr id="5" name="Freeform: Shape 4">
              <a:extLst>
                <a:ext uri="{FF2B5EF4-FFF2-40B4-BE49-F238E27FC236}">
                  <a16:creationId xmlns:a16="http://schemas.microsoft.com/office/drawing/2014/main" id="{7393F323-78E4-F3E8-42D3-D42DFF5234B2}"/>
                </a:ext>
              </a:extLst>
            </p:cNvPr>
            <p:cNvSpPr>
              <a:spLocks noGrp="1" noRot="1" noMove="1" noResize="1" noEditPoints="1" noAdjustHandles="1" noChangeArrowheads="1" noChangeShapeType="1"/>
            </p:cNvSpPr>
            <p:nvPr userDrawn="1">
              <p:custDataLst>
                <p:tags r:id="rId7"/>
              </p:custDataLst>
            </p:nvPr>
          </p:nvSpPr>
          <p:spPr>
            <a:xfrm>
              <a:off x="0" y="5985337"/>
              <a:ext cx="12193209" cy="876425"/>
            </a:xfrm>
            <a:custGeom>
              <a:avLst/>
              <a:gdLst>
                <a:gd name="connsiteX0" fmla="*/ 0 w 12193209"/>
                <a:gd name="connsiteY0" fmla="*/ 0 h 876425"/>
                <a:gd name="connsiteX1" fmla="*/ 12193210 w 12193209"/>
                <a:gd name="connsiteY1" fmla="*/ 0 h 876425"/>
                <a:gd name="connsiteX2" fmla="*/ 12193210 w 12193209"/>
                <a:gd name="connsiteY2" fmla="*/ 876426 h 876425"/>
                <a:gd name="connsiteX3" fmla="*/ 0 w 12193209"/>
                <a:gd name="connsiteY3" fmla="*/ 876426 h 876425"/>
              </a:gdLst>
              <a:ahLst/>
              <a:cxnLst>
                <a:cxn ang="0">
                  <a:pos x="connsiteX0" y="connsiteY0"/>
                </a:cxn>
                <a:cxn ang="0">
                  <a:pos x="connsiteX1" y="connsiteY1"/>
                </a:cxn>
                <a:cxn ang="0">
                  <a:pos x="connsiteX2" y="connsiteY2"/>
                </a:cxn>
                <a:cxn ang="0">
                  <a:pos x="connsiteX3" y="connsiteY3"/>
                </a:cxn>
              </a:cxnLst>
              <a:rect l="l" t="t" r="r" b="b"/>
              <a:pathLst>
                <a:path w="12193209" h="876425">
                  <a:moveTo>
                    <a:pt x="0" y="0"/>
                  </a:moveTo>
                  <a:lnTo>
                    <a:pt x="12193210" y="0"/>
                  </a:lnTo>
                  <a:lnTo>
                    <a:pt x="12193210" y="876426"/>
                  </a:lnTo>
                  <a:lnTo>
                    <a:pt x="0" y="876426"/>
                  </a:lnTo>
                  <a:close/>
                </a:path>
              </a:pathLst>
            </a:custGeom>
            <a:solidFill>
              <a:srgbClr val="335286"/>
            </a:solidFill>
            <a:ln w="0" cap="flat">
              <a:noFill/>
              <a:prstDash val="solid"/>
              <a:miter/>
            </a:ln>
          </p:spPr>
          <p:txBody>
            <a:bodyPr rtlCol="0" anchor="ctr"/>
            <a:lstStyle/>
            <a:p>
              <a:endParaRPr lang="en-US" dirty="0"/>
            </a:p>
          </p:txBody>
        </p:sp>
        <p:sp>
          <p:nvSpPr>
            <p:cNvPr id="6" name="Freeform: Shape 5">
              <a:extLst>
                <a:ext uri="{FF2B5EF4-FFF2-40B4-BE49-F238E27FC236}">
                  <a16:creationId xmlns:a16="http://schemas.microsoft.com/office/drawing/2014/main" id="{6AC83638-7F2D-6AA5-1837-3D554773DDA4}"/>
                </a:ext>
              </a:extLst>
            </p:cNvPr>
            <p:cNvSpPr>
              <a:spLocks noGrp="1" noRot="1" noMove="1" noResize="1" noEditPoints="1" noAdjustHandles="1" noChangeArrowheads="1" noChangeShapeType="1"/>
            </p:cNvSpPr>
            <p:nvPr userDrawn="1">
              <p:custDataLst>
                <p:tags r:id="rId8"/>
              </p:custDataLst>
            </p:nvPr>
          </p:nvSpPr>
          <p:spPr>
            <a:xfrm>
              <a:off x="0" y="5985337"/>
              <a:ext cx="4060191" cy="762033"/>
            </a:xfrm>
            <a:custGeom>
              <a:avLst/>
              <a:gdLst>
                <a:gd name="connsiteX0" fmla="*/ 4060191 w 4060191"/>
                <a:gd name="connsiteY0" fmla="*/ 0 h 762033"/>
                <a:gd name="connsiteX1" fmla="*/ 0 w 4060191"/>
                <a:gd name="connsiteY1" fmla="*/ 762034 h 762033"/>
                <a:gd name="connsiteX2" fmla="*/ 0 w 4060191"/>
                <a:gd name="connsiteY2" fmla="*/ 0 h 762033"/>
                <a:gd name="connsiteX3" fmla="*/ 4060191 w 4060191"/>
                <a:gd name="connsiteY3" fmla="*/ 0 h 762033"/>
              </a:gdLst>
              <a:ahLst/>
              <a:cxnLst>
                <a:cxn ang="0">
                  <a:pos x="connsiteX0" y="connsiteY0"/>
                </a:cxn>
                <a:cxn ang="0">
                  <a:pos x="connsiteX1" y="connsiteY1"/>
                </a:cxn>
                <a:cxn ang="0">
                  <a:pos x="connsiteX2" y="connsiteY2"/>
                </a:cxn>
                <a:cxn ang="0">
                  <a:pos x="connsiteX3" y="connsiteY3"/>
                </a:cxn>
              </a:cxnLst>
              <a:rect l="l" t="t" r="r" b="b"/>
              <a:pathLst>
                <a:path w="4060191" h="762033">
                  <a:moveTo>
                    <a:pt x="4060191" y="0"/>
                  </a:moveTo>
                  <a:cubicBezTo>
                    <a:pt x="2770286" y="437272"/>
                    <a:pt x="1364106" y="709475"/>
                    <a:pt x="0" y="762034"/>
                  </a:cubicBezTo>
                  <a:lnTo>
                    <a:pt x="0" y="0"/>
                  </a:lnTo>
                  <a:lnTo>
                    <a:pt x="4060191" y="0"/>
                  </a:lnTo>
                  <a:close/>
                </a:path>
              </a:pathLst>
            </a:custGeom>
            <a:solidFill>
              <a:srgbClr val="002768"/>
            </a:solidFill>
            <a:ln w="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A7999EBA-824A-33BA-7402-09AAC2D208CB}"/>
                </a:ext>
              </a:extLst>
            </p:cNvPr>
            <p:cNvSpPr>
              <a:spLocks noGrp="1" noRot="1" noMove="1" noResize="1" noEditPoints="1" noAdjustHandles="1" noChangeArrowheads="1" noChangeShapeType="1"/>
            </p:cNvSpPr>
            <p:nvPr userDrawn="1">
              <p:custDataLst>
                <p:tags r:id="rId9"/>
              </p:custDataLst>
            </p:nvPr>
          </p:nvSpPr>
          <p:spPr>
            <a:xfrm>
              <a:off x="4060191" y="3699103"/>
              <a:ext cx="8133018" cy="2286234"/>
            </a:xfrm>
            <a:custGeom>
              <a:avLst/>
              <a:gdLst>
                <a:gd name="connsiteX0" fmla="*/ 1892113 w 8133018"/>
                <a:gd name="connsiteY0" fmla="*/ 2286235 h 2286234"/>
                <a:gd name="connsiteX1" fmla="*/ 8133019 w 8133018"/>
                <a:gd name="connsiteY1" fmla="*/ 2286235 h 2286234"/>
                <a:gd name="connsiteX2" fmla="*/ 8133019 w 8133018"/>
                <a:gd name="connsiteY2" fmla="*/ 0 h 2286234"/>
                <a:gd name="connsiteX3" fmla="*/ 4071752 w 8133018"/>
                <a:gd name="connsiteY3" fmla="*/ 762034 h 2286234"/>
                <a:gd name="connsiteX4" fmla="*/ 0 w 8133018"/>
                <a:gd name="connsiteY4" fmla="*/ 2286235 h 2286234"/>
                <a:gd name="connsiteX5" fmla="*/ 1892113 w 8133018"/>
                <a:gd name="connsiteY5" fmla="*/ 2286235 h 2286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3018" h="2286234">
                  <a:moveTo>
                    <a:pt x="1892113" y="2286235"/>
                  </a:moveTo>
                  <a:lnTo>
                    <a:pt x="8133019" y="2286235"/>
                  </a:lnTo>
                  <a:cubicBezTo>
                    <a:pt x="8133019" y="2286235"/>
                    <a:pt x="8133019" y="0"/>
                    <a:pt x="8133019" y="0"/>
                  </a:cubicBezTo>
                  <a:cubicBezTo>
                    <a:pt x="6687319" y="72587"/>
                    <a:pt x="5326977" y="387536"/>
                    <a:pt x="4071752" y="762034"/>
                  </a:cubicBezTo>
                  <a:cubicBezTo>
                    <a:pt x="2715039" y="1166910"/>
                    <a:pt x="771578" y="2024651"/>
                    <a:pt x="0" y="2286235"/>
                  </a:cubicBezTo>
                  <a:lnTo>
                    <a:pt x="1892113" y="2286235"/>
                  </a:lnTo>
                  <a:close/>
                </a:path>
              </a:pathLst>
            </a:custGeom>
            <a:solidFill>
              <a:srgbClr val="667DA4"/>
            </a:solidFill>
            <a:ln w="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AF9C0AD3-0ECE-D397-AF9A-8160B26D00B4}"/>
              </a:ext>
            </a:extLst>
          </p:cNvPr>
          <p:cNvSpPr>
            <a:spLocks noGrp="1"/>
          </p:cNvSpPr>
          <p:nvPr>
            <p:ph type="ctrTitle" hasCustomPrompt="1"/>
            <p:custDataLst>
              <p:tags r:id="rId4"/>
            </p:custDataLst>
          </p:nvPr>
        </p:nvSpPr>
        <p:spPr>
          <a:xfrm>
            <a:off x="523878" y="2059911"/>
            <a:ext cx="8348792" cy="1609862"/>
          </a:xfrm>
        </p:spPr>
        <p:txBody>
          <a:bodyPr anchor="b">
            <a:normAutofit/>
          </a:bodyPr>
          <a:lstStyle>
            <a:lvl1pPr algn="l">
              <a:defRPr sz="4400"/>
            </a:lvl1pPr>
          </a:lstStyle>
          <a:p>
            <a:r>
              <a:rPr lang="en-US" dirty="0"/>
              <a:t>Click to edit Intro title</a:t>
            </a:r>
          </a:p>
        </p:txBody>
      </p:sp>
      <p:sp>
        <p:nvSpPr>
          <p:cNvPr id="3" name="Subtitle 2">
            <a:extLst>
              <a:ext uri="{FF2B5EF4-FFF2-40B4-BE49-F238E27FC236}">
                <a16:creationId xmlns:a16="http://schemas.microsoft.com/office/drawing/2014/main" id="{E7A6B8B0-78D3-FD6E-1957-379727DF620A}"/>
              </a:ext>
            </a:extLst>
          </p:cNvPr>
          <p:cNvSpPr>
            <a:spLocks noGrp="1"/>
          </p:cNvSpPr>
          <p:nvPr>
            <p:ph type="subTitle" idx="1" hasCustomPrompt="1"/>
            <p:custDataLst>
              <p:tags r:id="rId5"/>
            </p:custDataLst>
          </p:nvPr>
        </p:nvSpPr>
        <p:spPr>
          <a:xfrm>
            <a:off x="523878" y="4704538"/>
            <a:ext cx="4175713" cy="931026"/>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Pct val="120000"/>
              <a:buFont typeface="Arial" panose="020B0604020202020204" pitchFamily="34" charset="0"/>
              <a:buNone/>
              <a:tabLst/>
              <a:defRPr/>
            </a:pPr>
            <a:r>
              <a:rPr lang="en-US" altLang="ja-JP" dirty="0"/>
              <a:t>Date and Presenter’s Name </a:t>
            </a:r>
            <a:br>
              <a:rPr lang="en-US" altLang="ja-JP" dirty="0"/>
            </a:br>
            <a:r>
              <a:rPr lang="en-US" altLang="ja-JP" dirty="0"/>
              <a:t>or Contents </a:t>
            </a:r>
          </a:p>
        </p:txBody>
      </p:sp>
      <p:grpSp>
        <p:nvGrpSpPr>
          <p:cNvPr id="7" name="LOGO RED">
            <a:extLst>
              <a:ext uri="{FF2B5EF4-FFF2-40B4-BE49-F238E27FC236}">
                <a16:creationId xmlns:a16="http://schemas.microsoft.com/office/drawing/2014/main" id="{56CD7E89-6E27-E5C7-3AA8-83F13801F6F7}"/>
              </a:ext>
            </a:extLst>
          </p:cNvPr>
          <p:cNvGrpSpPr/>
          <p:nvPr userDrawn="1">
            <p:custDataLst>
              <p:tags r:id="rId6"/>
            </p:custDataLst>
          </p:nvPr>
        </p:nvGrpSpPr>
        <p:grpSpPr>
          <a:xfrm>
            <a:off x="454798" y="303421"/>
            <a:ext cx="2025604" cy="352508"/>
            <a:chOff x="3245241" y="3110528"/>
            <a:chExt cx="5696307" cy="991307"/>
          </a:xfrm>
          <a:solidFill>
            <a:srgbClr val="ED1C24"/>
          </a:solidFill>
        </p:grpSpPr>
        <p:sp>
          <p:nvSpPr>
            <p:cNvPr id="8" name="Freeform: Shape 7">
              <a:extLst>
                <a:ext uri="{FF2B5EF4-FFF2-40B4-BE49-F238E27FC236}">
                  <a16:creationId xmlns:a16="http://schemas.microsoft.com/office/drawing/2014/main" id="{785375D3-E0D8-D8E7-1837-0326FD46C6B7}"/>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F964AD6D-7D75-94FB-0F65-D081B60DDAFD}"/>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B54AC9DD-F884-B027-A3A9-517FD411A55E}"/>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2E04B482-7F35-5166-4AC4-84BA940C9705}"/>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78E36EC2-CAAF-0B83-01A9-F0AAA58D4C59}"/>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7055590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4 Intro - Red full">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F7DEFA98-920B-FF67-2443-5E293EE42268}"/>
              </a:ext>
            </a:extLst>
          </p:cNvPr>
          <p:cNvSpPr>
            <a:spLocks noGrp="1"/>
          </p:cNvSpPr>
          <p:nvPr>
            <p:ph type="dt" sz="half" idx="17"/>
            <p:custDataLst>
              <p:tags r:id="rId1"/>
            </p:custDataLst>
          </p:nvPr>
        </p:nvSpPr>
        <p:spPr/>
        <p:txBody>
          <a:bodyPr/>
          <a:lstStyle/>
          <a:p>
            <a:fld id="{DF03516C-0A81-4954-9D96-DC23CDEA7BC2}" type="datetime1">
              <a:rPr lang="en-US" smtClean="0"/>
              <a:t>5/28/2026</a:t>
            </a:fld>
            <a:endParaRPr lang="en-US" dirty="0"/>
          </a:p>
        </p:txBody>
      </p:sp>
      <p:sp>
        <p:nvSpPr>
          <p:cNvPr id="8" name="Footer Placeholder 7">
            <a:extLst>
              <a:ext uri="{FF2B5EF4-FFF2-40B4-BE49-F238E27FC236}">
                <a16:creationId xmlns:a16="http://schemas.microsoft.com/office/drawing/2014/main" id="{1BFEDC0A-E470-55C6-85E4-36E9669E5EC9}"/>
              </a:ext>
            </a:extLst>
          </p:cNvPr>
          <p:cNvSpPr>
            <a:spLocks noGrp="1"/>
          </p:cNvSpPr>
          <p:nvPr>
            <p:ph type="ftr" sz="quarter" idx="18"/>
            <p:custDataLst>
              <p:tags r:id="rId2"/>
            </p:custDataLst>
          </p:nvPr>
        </p:nvSpPr>
        <p:spPr/>
        <p:txBody>
          <a:bodyPr/>
          <a:lstStyle>
            <a:lvl1pPr>
              <a:defRPr lang="en-US" dirty="0"/>
            </a:lvl1pPr>
          </a:lstStyle>
          <a:p>
            <a:endParaRPr lang="en-US" dirty="0"/>
          </a:p>
        </p:txBody>
      </p:sp>
      <p:sp>
        <p:nvSpPr>
          <p:cNvPr id="10" name="Slide Number Placeholder 9">
            <a:extLst>
              <a:ext uri="{FF2B5EF4-FFF2-40B4-BE49-F238E27FC236}">
                <a16:creationId xmlns:a16="http://schemas.microsoft.com/office/drawing/2014/main" id="{E17780AE-BBA9-A098-B85C-392868EF9EA6}"/>
              </a:ext>
            </a:extLst>
          </p:cNvPr>
          <p:cNvSpPr>
            <a:spLocks noGrp="1"/>
          </p:cNvSpPr>
          <p:nvPr>
            <p:ph type="sldNum" sz="quarter" idx="19"/>
            <p:custDataLst>
              <p:tags r:id="rId3"/>
            </p:custDataLst>
          </p:nvPr>
        </p:nvSpPr>
        <p:spPr/>
        <p:txBody>
          <a:bodyPr/>
          <a:lstStyle/>
          <a:p>
            <a:fld id="{35EA36FB-EA35-45B6-87A5-93E7705983EC}" type="slidenum">
              <a:rPr lang="en-US" smtClean="0"/>
              <a:pPr/>
              <a:t>‹#›</a:t>
            </a:fld>
            <a:endParaRPr lang="en-US" dirty="0"/>
          </a:p>
        </p:txBody>
      </p:sp>
      <p:grpSp>
        <p:nvGrpSpPr>
          <p:cNvPr id="9" name="Swirl Locked">
            <a:extLst>
              <a:ext uri="{FF2B5EF4-FFF2-40B4-BE49-F238E27FC236}">
                <a16:creationId xmlns:a16="http://schemas.microsoft.com/office/drawing/2014/main" id="{A93450F4-1B23-9558-1B00-CBB87C92D551}"/>
              </a:ext>
            </a:extLst>
          </p:cNvPr>
          <p:cNvGrpSpPr>
            <a:grpSpLocks noGrp="1" noUngrp="1" noRot="1" noMove="1" noResize="1"/>
          </p:cNvGrpSpPr>
          <p:nvPr userDrawn="1"/>
        </p:nvGrpSpPr>
        <p:grpSpPr>
          <a:xfrm>
            <a:off x="0" y="964641"/>
            <a:ext cx="12193211" cy="5893359"/>
            <a:chOff x="0" y="964641"/>
            <a:chExt cx="12193211" cy="5893359"/>
          </a:xfrm>
        </p:grpSpPr>
        <p:sp>
          <p:nvSpPr>
            <p:cNvPr id="12" name="Rectangle 11">
              <a:extLst>
                <a:ext uri="{FF2B5EF4-FFF2-40B4-BE49-F238E27FC236}">
                  <a16:creationId xmlns:a16="http://schemas.microsoft.com/office/drawing/2014/main" id="{ABF228CF-5FCB-6F70-657B-D5B97DB05AF8}"/>
                </a:ext>
              </a:extLst>
            </p:cNvPr>
            <p:cNvSpPr>
              <a:spLocks noGrp="1" noRot="1" noMove="1" noResize="1" noEditPoints="1" noAdjustHandles="1" noChangeArrowheads="1" noChangeShapeType="1"/>
            </p:cNvSpPr>
            <p:nvPr userDrawn="1">
              <p:custDataLst>
                <p:tags r:id="rId7"/>
              </p:custDataLst>
            </p:nvPr>
          </p:nvSpPr>
          <p:spPr>
            <a:xfrm>
              <a:off x="0" y="964641"/>
              <a:ext cx="12193211" cy="5893359"/>
            </a:xfrm>
            <a:prstGeom prst="rect">
              <a:avLst/>
            </a:prstGeom>
            <a:solidFill>
              <a:srgbClr val="D4404D"/>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a:p>
          </p:txBody>
        </p:sp>
        <p:sp>
          <p:nvSpPr>
            <p:cNvPr id="6" name="Freeform: Shape 5">
              <a:extLst>
                <a:ext uri="{FF2B5EF4-FFF2-40B4-BE49-F238E27FC236}">
                  <a16:creationId xmlns:a16="http://schemas.microsoft.com/office/drawing/2014/main" id="{6A1589B5-07D7-FDB4-FA00-D4583EFEF966}"/>
                </a:ext>
              </a:extLst>
            </p:cNvPr>
            <p:cNvSpPr>
              <a:spLocks noGrp="1" noRot="1" noMove="1" noResize="1" noEditPoints="1" noAdjustHandles="1" noChangeArrowheads="1" noChangeShapeType="1"/>
            </p:cNvSpPr>
            <p:nvPr userDrawn="1">
              <p:custDataLst>
                <p:tags r:id="rId8"/>
              </p:custDataLst>
            </p:nvPr>
          </p:nvSpPr>
          <p:spPr>
            <a:xfrm>
              <a:off x="0" y="5985337"/>
              <a:ext cx="4060191" cy="762033"/>
            </a:xfrm>
            <a:custGeom>
              <a:avLst/>
              <a:gdLst>
                <a:gd name="connsiteX0" fmla="*/ 4060191 w 4060191"/>
                <a:gd name="connsiteY0" fmla="*/ 0 h 762033"/>
                <a:gd name="connsiteX1" fmla="*/ 0 w 4060191"/>
                <a:gd name="connsiteY1" fmla="*/ 762034 h 762033"/>
                <a:gd name="connsiteX2" fmla="*/ 0 w 4060191"/>
                <a:gd name="connsiteY2" fmla="*/ 0 h 762033"/>
                <a:gd name="connsiteX3" fmla="*/ 4060191 w 4060191"/>
                <a:gd name="connsiteY3" fmla="*/ 0 h 762033"/>
              </a:gdLst>
              <a:ahLst/>
              <a:cxnLst>
                <a:cxn ang="0">
                  <a:pos x="connsiteX0" y="connsiteY0"/>
                </a:cxn>
                <a:cxn ang="0">
                  <a:pos x="connsiteX1" y="connsiteY1"/>
                </a:cxn>
                <a:cxn ang="0">
                  <a:pos x="connsiteX2" y="connsiteY2"/>
                </a:cxn>
                <a:cxn ang="0">
                  <a:pos x="connsiteX3" y="connsiteY3"/>
                </a:cxn>
              </a:cxnLst>
              <a:rect l="l" t="t" r="r" b="b"/>
              <a:pathLst>
                <a:path w="4060191" h="762033">
                  <a:moveTo>
                    <a:pt x="4060191" y="0"/>
                  </a:moveTo>
                  <a:cubicBezTo>
                    <a:pt x="2770286" y="437272"/>
                    <a:pt x="1364106" y="709475"/>
                    <a:pt x="0" y="762034"/>
                  </a:cubicBezTo>
                  <a:lnTo>
                    <a:pt x="0" y="0"/>
                  </a:lnTo>
                  <a:lnTo>
                    <a:pt x="4060191" y="0"/>
                  </a:lnTo>
                  <a:close/>
                </a:path>
              </a:pathLst>
            </a:custGeom>
            <a:solidFill>
              <a:srgbClr val="B5091F"/>
            </a:solidFill>
            <a:ln w="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85532BE7-1D3A-F56C-74D5-832F4F4C2122}"/>
                </a:ext>
              </a:extLst>
            </p:cNvPr>
            <p:cNvSpPr>
              <a:spLocks noGrp="1" noRot="1" noMove="1" noResize="1" noEditPoints="1" noAdjustHandles="1" noChangeArrowheads="1" noChangeShapeType="1"/>
            </p:cNvSpPr>
            <p:nvPr userDrawn="1">
              <p:custDataLst>
                <p:tags r:id="rId9"/>
              </p:custDataLst>
            </p:nvPr>
          </p:nvSpPr>
          <p:spPr>
            <a:xfrm>
              <a:off x="4060191" y="3699103"/>
              <a:ext cx="8133018" cy="2286234"/>
            </a:xfrm>
            <a:custGeom>
              <a:avLst/>
              <a:gdLst>
                <a:gd name="connsiteX0" fmla="*/ 1892113 w 8133018"/>
                <a:gd name="connsiteY0" fmla="*/ 2286235 h 2286234"/>
                <a:gd name="connsiteX1" fmla="*/ 8133019 w 8133018"/>
                <a:gd name="connsiteY1" fmla="*/ 2286235 h 2286234"/>
                <a:gd name="connsiteX2" fmla="*/ 8133019 w 8133018"/>
                <a:gd name="connsiteY2" fmla="*/ 0 h 2286234"/>
                <a:gd name="connsiteX3" fmla="*/ 4071752 w 8133018"/>
                <a:gd name="connsiteY3" fmla="*/ 762034 h 2286234"/>
                <a:gd name="connsiteX4" fmla="*/ 0 w 8133018"/>
                <a:gd name="connsiteY4" fmla="*/ 2286235 h 2286234"/>
                <a:gd name="connsiteX5" fmla="*/ 1892113 w 8133018"/>
                <a:gd name="connsiteY5" fmla="*/ 2286235 h 2286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3018" h="2286234">
                  <a:moveTo>
                    <a:pt x="1892113" y="2286235"/>
                  </a:moveTo>
                  <a:lnTo>
                    <a:pt x="8133019" y="2286235"/>
                  </a:lnTo>
                  <a:cubicBezTo>
                    <a:pt x="8133019" y="2286235"/>
                    <a:pt x="8133019" y="0"/>
                    <a:pt x="8133019" y="0"/>
                  </a:cubicBezTo>
                  <a:cubicBezTo>
                    <a:pt x="6687319" y="72587"/>
                    <a:pt x="5326977" y="387536"/>
                    <a:pt x="4071752" y="762034"/>
                  </a:cubicBezTo>
                  <a:cubicBezTo>
                    <a:pt x="2715039" y="1166910"/>
                    <a:pt x="771578" y="2024651"/>
                    <a:pt x="0" y="2286235"/>
                  </a:cubicBezTo>
                  <a:lnTo>
                    <a:pt x="1892113" y="2286235"/>
                  </a:lnTo>
                  <a:close/>
                </a:path>
              </a:pathLst>
            </a:custGeom>
            <a:solidFill>
              <a:srgbClr val="DD6670"/>
            </a:solidFill>
            <a:ln w="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AF9C0AD3-0ECE-D397-AF9A-8160B26D00B4}"/>
              </a:ext>
            </a:extLst>
          </p:cNvPr>
          <p:cNvSpPr>
            <a:spLocks noGrp="1"/>
          </p:cNvSpPr>
          <p:nvPr>
            <p:ph type="ctrTitle" hasCustomPrompt="1"/>
            <p:custDataLst>
              <p:tags r:id="rId4"/>
            </p:custDataLst>
          </p:nvPr>
        </p:nvSpPr>
        <p:spPr>
          <a:xfrm>
            <a:off x="523878" y="2059911"/>
            <a:ext cx="8348792" cy="1609862"/>
          </a:xfrm>
        </p:spPr>
        <p:txBody>
          <a:bodyPr anchor="b">
            <a:normAutofit/>
          </a:bodyPr>
          <a:lstStyle>
            <a:lvl1pPr algn="l">
              <a:defRPr sz="4400">
                <a:solidFill>
                  <a:schemeClr val="bg1"/>
                </a:solidFill>
              </a:defRPr>
            </a:lvl1pPr>
          </a:lstStyle>
          <a:p>
            <a:r>
              <a:rPr lang="en-US" dirty="0"/>
              <a:t>Click to edit Intro title</a:t>
            </a:r>
          </a:p>
        </p:txBody>
      </p:sp>
      <p:sp>
        <p:nvSpPr>
          <p:cNvPr id="3" name="Subtitle 2">
            <a:extLst>
              <a:ext uri="{FF2B5EF4-FFF2-40B4-BE49-F238E27FC236}">
                <a16:creationId xmlns:a16="http://schemas.microsoft.com/office/drawing/2014/main" id="{E7A6B8B0-78D3-FD6E-1957-379727DF620A}"/>
              </a:ext>
            </a:extLst>
          </p:cNvPr>
          <p:cNvSpPr>
            <a:spLocks noGrp="1"/>
          </p:cNvSpPr>
          <p:nvPr>
            <p:ph type="subTitle" idx="1" hasCustomPrompt="1"/>
            <p:custDataLst>
              <p:tags r:id="rId5"/>
            </p:custDataLst>
          </p:nvPr>
        </p:nvSpPr>
        <p:spPr>
          <a:xfrm>
            <a:off x="523878" y="4704538"/>
            <a:ext cx="4175713" cy="931026"/>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Pct val="120000"/>
              <a:buFont typeface="Arial" panose="020B0604020202020204" pitchFamily="34" charset="0"/>
              <a:buNone/>
              <a:tabLst/>
              <a:defRPr/>
            </a:pPr>
            <a:r>
              <a:rPr lang="en-US" altLang="ja-JP" dirty="0"/>
              <a:t>Date and Presenter’s Name </a:t>
            </a:r>
            <a:br>
              <a:rPr lang="en-US" altLang="ja-JP" dirty="0"/>
            </a:br>
            <a:r>
              <a:rPr lang="en-US" altLang="ja-JP" dirty="0"/>
              <a:t>or Contents </a:t>
            </a:r>
          </a:p>
        </p:txBody>
      </p:sp>
      <p:grpSp>
        <p:nvGrpSpPr>
          <p:cNvPr id="26" name="LOGO RED">
            <a:extLst>
              <a:ext uri="{FF2B5EF4-FFF2-40B4-BE49-F238E27FC236}">
                <a16:creationId xmlns:a16="http://schemas.microsoft.com/office/drawing/2014/main" id="{A5739FFC-CD43-B4C7-9401-0F5810E410D0}"/>
              </a:ext>
            </a:extLst>
          </p:cNvPr>
          <p:cNvGrpSpPr/>
          <p:nvPr userDrawn="1">
            <p:custDataLst>
              <p:tags r:id="rId6"/>
            </p:custDataLst>
          </p:nvPr>
        </p:nvGrpSpPr>
        <p:grpSpPr>
          <a:xfrm>
            <a:off x="454798" y="303421"/>
            <a:ext cx="2025604" cy="352508"/>
            <a:chOff x="3245241" y="3110528"/>
            <a:chExt cx="5696307" cy="991307"/>
          </a:xfrm>
          <a:solidFill>
            <a:srgbClr val="ED1C24"/>
          </a:solidFill>
        </p:grpSpPr>
        <p:sp>
          <p:nvSpPr>
            <p:cNvPr id="27" name="Freeform: Shape 26">
              <a:extLst>
                <a:ext uri="{FF2B5EF4-FFF2-40B4-BE49-F238E27FC236}">
                  <a16:creationId xmlns:a16="http://schemas.microsoft.com/office/drawing/2014/main" id="{379B1BC3-9027-83B2-EFB5-4BF72E3CB5F7}"/>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28" name="Freeform: Shape 27">
              <a:extLst>
                <a:ext uri="{FF2B5EF4-FFF2-40B4-BE49-F238E27FC236}">
                  <a16:creationId xmlns:a16="http://schemas.microsoft.com/office/drawing/2014/main" id="{906EC5C4-F35E-B113-E21D-71F7D7D2A9FF}"/>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F1C4D75B-861F-BC1F-9134-179EF0653E9E}"/>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46B25766-C91A-C006-1D5E-DE7FB876EFFE}"/>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A8F94795-C4BC-F25B-7421-54E9207A9335}"/>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8479799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5 Intro - Blue full">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F7DEFA98-920B-FF67-2443-5E293EE42268}"/>
              </a:ext>
            </a:extLst>
          </p:cNvPr>
          <p:cNvSpPr>
            <a:spLocks noGrp="1"/>
          </p:cNvSpPr>
          <p:nvPr>
            <p:ph type="dt" sz="half" idx="17"/>
            <p:custDataLst>
              <p:tags r:id="rId1"/>
            </p:custDataLst>
          </p:nvPr>
        </p:nvSpPr>
        <p:spPr/>
        <p:txBody>
          <a:bodyPr/>
          <a:lstStyle/>
          <a:p>
            <a:fld id="{D6E8CA9E-CC14-4A09-AE2B-EEB3CC6D735A}" type="datetime1">
              <a:rPr lang="en-US" smtClean="0"/>
              <a:t>5/28/2026</a:t>
            </a:fld>
            <a:endParaRPr lang="en-US" dirty="0"/>
          </a:p>
        </p:txBody>
      </p:sp>
      <p:sp>
        <p:nvSpPr>
          <p:cNvPr id="8" name="Footer Placeholder 7">
            <a:extLst>
              <a:ext uri="{FF2B5EF4-FFF2-40B4-BE49-F238E27FC236}">
                <a16:creationId xmlns:a16="http://schemas.microsoft.com/office/drawing/2014/main" id="{1BFEDC0A-E470-55C6-85E4-36E9669E5EC9}"/>
              </a:ext>
            </a:extLst>
          </p:cNvPr>
          <p:cNvSpPr>
            <a:spLocks noGrp="1"/>
          </p:cNvSpPr>
          <p:nvPr>
            <p:ph type="ftr" sz="quarter" idx="18"/>
            <p:custDataLst>
              <p:tags r:id="rId2"/>
            </p:custDataLst>
          </p:nvPr>
        </p:nvSpPr>
        <p:spPr/>
        <p:txBody>
          <a:bodyPr/>
          <a:lstStyle>
            <a:lvl1pPr>
              <a:defRPr lang="en-US" dirty="0"/>
            </a:lvl1pPr>
          </a:lstStyle>
          <a:p>
            <a:endParaRPr lang="en-US" dirty="0"/>
          </a:p>
        </p:txBody>
      </p:sp>
      <p:sp>
        <p:nvSpPr>
          <p:cNvPr id="10" name="Slide Number Placeholder 9">
            <a:extLst>
              <a:ext uri="{FF2B5EF4-FFF2-40B4-BE49-F238E27FC236}">
                <a16:creationId xmlns:a16="http://schemas.microsoft.com/office/drawing/2014/main" id="{E17780AE-BBA9-A098-B85C-392868EF9EA6}"/>
              </a:ext>
            </a:extLst>
          </p:cNvPr>
          <p:cNvSpPr>
            <a:spLocks noGrp="1"/>
          </p:cNvSpPr>
          <p:nvPr>
            <p:ph type="sldNum" sz="quarter" idx="19"/>
            <p:custDataLst>
              <p:tags r:id="rId3"/>
            </p:custDataLst>
          </p:nvPr>
        </p:nvSpPr>
        <p:spPr/>
        <p:txBody>
          <a:bodyPr/>
          <a:lstStyle/>
          <a:p>
            <a:fld id="{35EA36FB-EA35-45B6-87A5-93E7705983EC}" type="slidenum">
              <a:rPr lang="en-US" smtClean="0"/>
              <a:pPr/>
              <a:t>‹#›</a:t>
            </a:fld>
            <a:endParaRPr lang="en-US" dirty="0"/>
          </a:p>
        </p:txBody>
      </p:sp>
      <p:grpSp>
        <p:nvGrpSpPr>
          <p:cNvPr id="9" name="Swirl Locked">
            <a:extLst>
              <a:ext uri="{FF2B5EF4-FFF2-40B4-BE49-F238E27FC236}">
                <a16:creationId xmlns:a16="http://schemas.microsoft.com/office/drawing/2014/main" id="{9542E00E-734F-C823-1C70-1B0940456762}"/>
              </a:ext>
            </a:extLst>
          </p:cNvPr>
          <p:cNvGrpSpPr/>
          <p:nvPr userDrawn="1"/>
        </p:nvGrpSpPr>
        <p:grpSpPr>
          <a:xfrm>
            <a:off x="0" y="964641"/>
            <a:ext cx="12193211" cy="5893359"/>
            <a:chOff x="0" y="964641"/>
            <a:chExt cx="12193211" cy="5893359"/>
          </a:xfrm>
        </p:grpSpPr>
        <p:sp>
          <p:nvSpPr>
            <p:cNvPr id="12" name="Rectangle 11">
              <a:extLst>
                <a:ext uri="{FF2B5EF4-FFF2-40B4-BE49-F238E27FC236}">
                  <a16:creationId xmlns:a16="http://schemas.microsoft.com/office/drawing/2014/main" id="{ABF228CF-5FCB-6F70-657B-D5B97DB05AF8}"/>
                </a:ext>
              </a:extLst>
            </p:cNvPr>
            <p:cNvSpPr/>
            <p:nvPr userDrawn="1">
              <p:custDataLst>
                <p:tags r:id="rId7"/>
              </p:custDataLst>
            </p:nvPr>
          </p:nvSpPr>
          <p:spPr>
            <a:xfrm>
              <a:off x="0" y="964641"/>
              <a:ext cx="12193211" cy="5893359"/>
            </a:xfrm>
            <a:prstGeom prst="rect">
              <a:avLst/>
            </a:prstGeom>
            <a:solidFill>
              <a:srgbClr val="335286"/>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a:p>
          </p:txBody>
        </p:sp>
        <p:sp>
          <p:nvSpPr>
            <p:cNvPr id="6" name="Freeform: Shape 5">
              <a:extLst>
                <a:ext uri="{FF2B5EF4-FFF2-40B4-BE49-F238E27FC236}">
                  <a16:creationId xmlns:a16="http://schemas.microsoft.com/office/drawing/2014/main" id="{6A1589B5-07D7-FDB4-FA00-D4583EFEF966}"/>
                </a:ext>
              </a:extLst>
            </p:cNvPr>
            <p:cNvSpPr/>
            <p:nvPr userDrawn="1">
              <p:custDataLst>
                <p:tags r:id="rId8"/>
              </p:custDataLst>
            </p:nvPr>
          </p:nvSpPr>
          <p:spPr>
            <a:xfrm>
              <a:off x="0" y="5985337"/>
              <a:ext cx="4060191" cy="762033"/>
            </a:xfrm>
            <a:custGeom>
              <a:avLst/>
              <a:gdLst>
                <a:gd name="connsiteX0" fmla="*/ 4060191 w 4060191"/>
                <a:gd name="connsiteY0" fmla="*/ 0 h 762033"/>
                <a:gd name="connsiteX1" fmla="*/ 0 w 4060191"/>
                <a:gd name="connsiteY1" fmla="*/ 762034 h 762033"/>
                <a:gd name="connsiteX2" fmla="*/ 0 w 4060191"/>
                <a:gd name="connsiteY2" fmla="*/ 0 h 762033"/>
                <a:gd name="connsiteX3" fmla="*/ 4060191 w 4060191"/>
                <a:gd name="connsiteY3" fmla="*/ 0 h 762033"/>
              </a:gdLst>
              <a:ahLst/>
              <a:cxnLst>
                <a:cxn ang="0">
                  <a:pos x="connsiteX0" y="connsiteY0"/>
                </a:cxn>
                <a:cxn ang="0">
                  <a:pos x="connsiteX1" y="connsiteY1"/>
                </a:cxn>
                <a:cxn ang="0">
                  <a:pos x="connsiteX2" y="connsiteY2"/>
                </a:cxn>
                <a:cxn ang="0">
                  <a:pos x="connsiteX3" y="connsiteY3"/>
                </a:cxn>
              </a:cxnLst>
              <a:rect l="l" t="t" r="r" b="b"/>
              <a:pathLst>
                <a:path w="4060191" h="762033">
                  <a:moveTo>
                    <a:pt x="4060191" y="0"/>
                  </a:moveTo>
                  <a:cubicBezTo>
                    <a:pt x="2770286" y="437272"/>
                    <a:pt x="1364106" y="709475"/>
                    <a:pt x="0" y="762034"/>
                  </a:cubicBezTo>
                  <a:lnTo>
                    <a:pt x="0" y="0"/>
                  </a:lnTo>
                  <a:lnTo>
                    <a:pt x="4060191" y="0"/>
                  </a:lnTo>
                  <a:close/>
                </a:path>
              </a:pathLst>
            </a:custGeom>
            <a:solidFill>
              <a:srgbClr val="002768"/>
            </a:solidFill>
            <a:ln w="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85532BE7-1D3A-F56C-74D5-832F4F4C2122}"/>
                </a:ext>
              </a:extLst>
            </p:cNvPr>
            <p:cNvSpPr/>
            <p:nvPr userDrawn="1">
              <p:custDataLst>
                <p:tags r:id="rId9"/>
              </p:custDataLst>
            </p:nvPr>
          </p:nvSpPr>
          <p:spPr>
            <a:xfrm>
              <a:off x="4060191" y="3699103"/>
              <a:ext cx="8133018" cy="2286234"/>
            </a:xfrm>
            <a:custGeom>
              <a:avLst/>
              <a:gdLst>
                <a:gd name="connsiteX0" fmla="*/ 1892113 w 8133018"/>
                <a:gd name="connsiteY0" fmla="*/ 2286235 h 2286234"/>
                <a:gd name="connsiteX1" fmla="*/ 8133019 w 8133018"/>
                <a:gd name="connsiteY1" fmla="*/ 2286235 h 2286234"/>
                <a:gd name="connsiteX2" fmla="*/ 8133019 w 8133018"/>
                <a:gd name="connsiteY2" fmla="*/ 0 h 2286234"/>
                <a:gd name="connsiteX3" fmla="*/ 4071752 w 8133018"/>
                <a:gd name="connsiteY3" fmla="*/ 762034 h 2286234"/>
                <a:gd name="connsiteX4" fmla="*/ 0 w 8133018"/>
                <a:gd name="connsiteY4" fmla="*/ 2286235 h 2286234"/>
                <a:gd name="connsiteX5" fmla="*/ 1892113 w 8133018"/>
                <a:gd name="connsiteY5" fmla="*/ 2286235 h 2286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3018" h="2286234">
                  <a:moveTo>
                    <a:pt x="1892113" y="2286235"/>
                  </a:moveTo>
                  <a:lnTo>
                    <a:pt x="8133019" y="2286235"/>
                  </a:lnTo>
                  <a:cubicBezTo>
                    <a:pt x="8133019" y="2286235"/>
                    <a:pt x="8133019" y="0"/>
                    <a:pt x="8133019" y="0"/>
                  </a:cubicBezTo>
                  <a:cubicBezTo>
                    <a:pt x="6687319" y="72587"/>
                    <a:pt x="5326977" y="387536"/>
                    <a:pt x="4071752" y="762034"/>
                  </a:cubicBezTo>
                  <a:cubicBezTo>
                    <a:pt x="2715039" y="1166910"/>
                    <a:pt x="771578" y="2024651"/>
                    <a:pt x="0" y="2286235"/>
                  </a:cubicBezTo>
                  <a:lnTo>
                    <a:pt x="1892113" y="2286235"/>
                  </a:lnTo>
                  <a:close/>
                </a:path>
              </a:pathLst>
            </a:custGeom>
            <a:solidFill>
              <a:srgbClr val="667DA4"/>
            </a:solidFill>
            <a:ln w="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AF9C0AD3-0ECE-D397-AF9A-8160B26D00B4}"/>
              </a:ext>
            </a:extLst>
          </p:cNvPr>
          <p:cNvSpPr>
            <a:spLocks noGrp="1"/>
          </p:cNvSpPr>
          <p:nvPr>
            <p:ph type="ctrTitle" hasCustomPrompt="1"/>
            <p:custDataLst>
              <p:tags r:id="rId4"/>
            </p:custDataLst>
          </p:nvPr>
        </p:nvSpPr>
        <p:spPr>
          <a:xfrm>
            <a:off x="523878" y="2059911"/>
            <a:ext cx="8348792" cy="1609862"/>
          </a:xfrm>
        </p:spPr>
        <p:txBody>
          <a:bodyPr anchor="b">
            <a:normAutofit/>
          </a:bodyPr>
          <a:lstStyle>
            <a:lvl1pPr algn="l">
              <a:defRPr sz="4400">
                <a:solidFill>
                  <a:schemeClr val="bg1"/>
                </a:solidFill>
              </a:defRPr>
            </a:lvl1pPr>
          </a:lstStyle>
          <a:p>
            <a:r>
              <a:rPr lang="en-US" dirty="0"/>
              <a:t>Click to edit Intro title</a:t>
            </a:r>
          </a:p>
        </p:txBody>
      </p:sp>
      <p:sp>
        <p:nvSpPr>
          <p:cNvPr id="3" name="Subtitle 2">
            <a:extLst>
              <a:ext uri="{FF2B5EF4-FFF2-40B4-BE49-F238E27FC236}">
                <a16:creationId xmlns:a16="http://schemas.microsoft.com/office/drawing/2014/main" id="{E7A6B8B0-78D3-FD6E-1957-379727DF620A}"/>
              </a:ext>
            </a:extLst>
          </p:cNvPr>
          <p:cNvSpPr>
            <a:spLocks noGrp="1"/>
          </p:cNvSpPr>
          <p:nvPr>
            <p:ph type="subTitle" idx="1" hasCustomPrompt="1"/>
            <p:custDataLst>
              <p:tags r:id="rId5"/>
            </p:custDataLst>
          </p:nvPr>
        </p:nvSpPr>
        <p:spPr>
          <a:xfrm>
            <a:off x="523878" y="4704538"/>
            <a:ext cx="4175713" cy="931026"/>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Pct val="120000"/>
              <a:buFont typeface="Arial" panose="020B0604020202020204" pitchFamily="34" charset="0"/>
              <a:buNone/>
              <a:tabLst/>
              <a:defRPr/>
            </a:pPr>
            <a:r>
              <a:rPr lang="en-US" altLang="ja-JP" dirty="0"/>
              <a:t>Date and Presenter’s Name </a:t>
            </a:r>
            <a:br>
              <a:rPr lang="en-US" altLang="ja-JP" dirty="0"/>
            </a:br>
            <a:r>
              <a:rPr lang="en-US" altLang="ja-JP" dirty="0"/>
              <a:t>or Contents </a:t>
            </a:r>
          </a:p>
        </p:txBody>
      </p:sp>
      <p:grpSp>
        <p:nvGrpSpPr>
          <p:cNvPr id="26" name="LOGO RED">
            <a:extLst>
              <a:ext uri="{FF2B5EF4-FFF2-40B4-BE49-F238E27FC236}">
                <a16:creationId xmlns:a16="http://schemas.microsoft.com/office/drawing/2014/main" id="{A5739FFC-CD43-B4C7-9401-0F5810E410D0}"/>
              </a:ext>
            </a:extLst>
          </p:cNvPr>
          <p:cNvGrpSpPr/>
          <p:nvPr userDrawn="1">
            <p:custDataLst>
              <p:tags r:id="rId6"/>
            </p:custDataLst>
          </p:nvPr>
        </p:nvGrpSpPr>
        <p:grpSpPr>
          <a:xfrm>
            <a:off x="454798" y="303421"/>
            <a:ext cx="2025604" cy="352508"/>
            <a:chOff x="3245241" y="3110528"/>
            <a:chExt cx="5696307" cy="991307"/>
          </a:xfrm>
          <a:solidFill>
            <a:srgbClr val="ED1C24"/>
          </a:solidFill>
        </p:grpSpPr>
        <p:sp>
          <p:nvSpPr>
            <p:cNvPr id="27" name="Freeform: Shape 26">
              <a:extLst>
                <a:ext uri="{FF2B5EF4-FFF2-40B4-BE49-F238E27FC236}">
                  <a16:creationId xmlns:a16="http://schemas.microsoft.com/office/drawing/2014/main" id="{379B1BC3-9027-83B2-EFB5-4BF72E3CB5F7}"/>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28" name="Freeform: Shape 27">
              <a:extLst>
                <a:ext uri="{FF2B5EF4-FFF2-40B4-BE49-F238E27FC236}">
                  <a16:creationId xmlns:a16="http://schemas.microsoft.com/office/drawing/2014/main" id="{906EC5C4-F35E-B113-E21D-71F7D7D2A9FF}"/>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F1C4D75B-861F-BC1F-9134-179EF0653E9E}"/>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46B25766-C91A-C006-1D5E-DE7FB876EFFE}"/>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A8F94795-C4BC-F25B-7421-54E9207A9335}"/>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1753416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6 Intro - Red, img.">
    <p:spTree>
      <p:nvGrpSpPr>
        <p:cNvPr id="1" name=""/>
        <p:cNvGrpSpPr/>
        <p:nvPr/>
      </p:nvGrpSpPr>
      <p:grpSpPr>
        <a:xfrm>
          <a:off x="0" y="0"/>
          <a:ext cx="0" cy="0"/>
          <a:chOff x="0" y="0"/>
          <a:chExt cx="0" cy="0"/>
        </a:xfrm>
      </p:grpSpPr>
      <p:sp>
        <p:nvSpPr>
          <p:cNvPr id="18" name="Date Placeholder 17">
            <a:extLst>
              <a:ext uri="{FF2B5EF4-FFF2-40B4-BE49-F238E27FC236}">
                <a16:creationId xmlns:a16="http://schemas.microsoft.com/office/drawing/2014/main" id="{55A4BB73-7B98-382C-1A74-A55740E60B05}"/>
              </a:ext>
            </a:extLst>
          </p:cNvPr>
          <p:cNvSpPr>
            <a:spLocks noGrp="1"/>
          </p:cNvSpPr>
          <p:nvPr>
            <p:ph type="dt" sz="half" idx="18"/>
            <p:custDataLst>
              <p:tags r:id="rId1"/>
            </p:custDataLst>
          </p:nvPr>
        </p:nvSpPr>
        <p:spPr/>
        <p:txBody>
          <a:bodyPr/>
          <a:lstStyle/>
          <a:p>
            <a:fld id="{BE8B9193-9DF9-44C1-80E5-EFAD2D985F49}" type="datetime1">
              <a:rPr lang="en-US" smtClean="0"/>
              <a:t>5/28/2026</a:t>
            </a:fld>
            <a:endParaRPr lang="en-US" dirty="0"/>
          </a:p>
        </p:txBody>
      </p:sp>
      <p:sp>
        <p:nvSpPr>
          <p:cNvPr id="19" name="Footer Placeholder 18">
            <a:extLst>
              <a:ext uri="{FF2B5EF4-FFF2-40B4-BE49-F238E27FC236}">
                <a16:creationId xmlns:a16="http://schemas.microsoft.com/office/drawing/2014/main" id="{CA57DECC-46F7-3F41-D74F-96C43C0B212E}"/>
              </a:ext>
            </a:extLst>
          </p:cNvPr>
          <p:cNvSpPr>
            <a:spLocks noGrp="1"/>
          </p:cNvSpPr>
          <p:nvPr>
            <p:ph type="ftr" sz="quarter" idx="19"/>
            <p:custDataLst>
              <p:tags r:id="rId2"/>
            </p:custDataLst>
          </p:nvPr>
        </p:nvSpPr>
        <p:spPr/>
        <p:txBody>
          <a:bodyPr/>
          <a:lstStyle>
            <a:lvl1pPr>
              <a:defRPr lang="en-US" dirty="0"/>
            </a:lvl1pPr>
          </a:lstStyle>
          <a:p>
            <a:endParaRPr lang="en-US" dirty="0"/>
          </a:p>
        </p:txBody>
      </p:sp>
      <p:sp>
        <p:nvSpPr>
          <p:cNvPr id="20" name="Slide Number Placeholder 19">
            <a:extLst>
              <a:ext uri="{FF2B5EF4-FFF2-40B4-BE49-F238E27FC236}">
                <a16:creationId xmlns:a16="http://schemas.microsoft.com/office/drawing/2014/main" id="{CE4F0DE8-339B-767F-2021-CF35227C6452}"/>
              </a:ext>
            </a:extLst>
          </p:cNvPr>
          <p:cNvSpPr>
            <a:spLocks noGrp="1"/>
          </p:cNvSpPr>
          <p:nvPr>
            <p:ph type="sldNum" sz="quarter" idx="20"/>
            <p:custDataLst>
              <p:tags r:id="rId3"/>
            </p:custDataLst>
          </p:nvPr>
        </p:nvSpPr>
        <p:spPr/>
        <p:txBody>
          <a:bodyPr/>
          <a:lstStyle/>
          <a:p>
            <a:fld id="{35EA36FB-EA35-45B6-87A5-93E7705983EC}" type="slidenum">
              <a:rPr lang="en-US" smtClean="0"/>
              <a:pPr/>
              <a:t>‹#›</a:t>
            </a:fld>
            <a:endParaRPr lang="en-US" dirty="0"/>
          </a:p>
        </p:txBody>
      </p:sp>
      <p:sp>
        <p:nvSpPr>
          <p:cNvPr id="8" name="Picture Placeholder 7">
            <a:extLst>
              <a:ext uri="{FF2B5EF4-FFF2-40B4-BE49-F238E27FC236}">
                <a16:creationId xmlns:a16="http://schemas.microsoft.com/office/drawing/2014/main" id="{1FA70227-DB58-0BEE-7A79-9ADFC50829B3}"/>
              </a:ext>
            </a:extLst>
          </p:cNvPr>
          <p:cNvSpPr>
            <a:spLocks noGrp="1"/>
          </p:cNvSpPr>
          <p:nvPr>
            <p:ph type="pic" sz="quarter" idx="16" hasCustomPrompt="1"/>
            <p:custDataLst>
              <p:tags r:id="rId4"/>
            </p:custDataLst>
          </p:nvPr>
        </p:nvSpPr>
        <p:spPr>
          <a:xfrm>
            <a:off x="0" y="0"/>
            <a:ext cx="12192000" cy="6858000"/>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en-US" dirty="0"/>
              <a:t> </a:t>
            </a:r>
          </a:p>
        </p:txBody>
      </p:sp>
      <p:sp>
        <p:nvSpPr>
          <p:cNvPr id="9" name="Swirl Locked">
            <a:extLst>
              <a:ext uri="{FF2B5EF4-FFF2-40B4-BE49-F238E27FC236}">
                <a16:creationId xmlns:a16="http://schemas.microsoft.com/office/drawing/2014/main" id="{59884D83-1E43-758A-651F-769EDC405B35}"/>
              </a:ext>
            </a:extLst>
          </p:cNvPr>
          <p:cNvSpPr>
            <a:spLocks noGrp="1" noRot="1" noMove="1" noResize="1" noEditPoints="1" noAdjustHandles="1" noChangeArrowheads="1" noChangeShapeType="1"/>
          </p:cNvSpPr>
          <p:nvPr>
            <p:ph type="body" sz="quarter" idx="13" hasCustomPrompt="1"/>
            <p:custDataLst>
              <p:tags r:id="rId5"/>
            </p:custDataLst>
          </p:nvPr>
        </p:nvSpPr>
        <p:spPr>
          <a:xfrm>
            <a:off x="0" y="3695341"/>
            <a:ext cx="12193211" cy="3162659"/>
          </a:xfrm>
          <a:prstGeom prst="rect">
            <a:avLst/>
          </a:prstGeom>
          <a:blipFill>
            <a:blip>
              <a:extLst>
                <a:ext uri="{96DAC541-7B7A-43D3-8B79-37D633B846F1}">
                  <asvg:svgBlip xmlns:asvg="http://schemas.microsoft.com/office/drawing/2016/SVG/main" r:embed="rId10"/>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2" name="Title 1">
            <a:extLst>
              <a:ext uri="{FF2B5EF4-FFF2-40B4-BE49-F238E27FC236}">
                <a16:creationId xmlns:a16="http://schemas.microsoft.com/office/drawing/2014/main" id="{AF9C0AD3-0ECE-D397-AF9A-8160B26D00B4}"/>
              </a:ext>
            </a:extLst>
          </p:cNvPr>
          <p:cNvSpPr>
            <a:spLocks noGrp="1"/>
          </p:cNvSpPr>
          <p:nvPr>
            <p:ph type="ctrTitle" hasCustomPrompt="1"/>
            <p:custDataLst>
              <p:tags r:id="rId6"/>
            </p:custDataLst>
          </p:nvPr>
        </p:nvSpPr>
        <p:spPr>
          <a:xfrm>
            <a:off x="523878" y="1209054"/>
            <a:ext cx="8348792" cy="1609862"/>
          </a:xfrm>
        </p:spPr>
        <p:txBody>
          <a:bodyPr anchor="b">
            <a:normAutofit/>
          </a:bodyPr>
          <a:lstStyle>
            <a:lvl1pPr algn="l">
              <a:defRPr sz="4400">
                <a:solidFill>
                  <a:schemeClr val="bg1"/>
                </a:solidFill>
              </a:defRPr>
            </a:lvl1pPr>
          </a:lstStyle>
          <a:p>
            <a:r>
              <a:rPr lang="en-US" dirty="0"/>
              <a:t>Click to edit Intro title</a:t>
            </a:r>
          </a:p>
        </p:txBody>
      </p:sp>
      <p:sp>
        <p:nvSpPr>
          <p:cNvPr id="3" name="Subtitle 2">
            <a:extLst>
              <a:ext uri="{FF2B5EF4-FFF2-40B4-BE49-F238E27FC236}">
                <a16:creationId xmlns:a16="http://schemas.microsoft.com/office/drawing/2014/main" id="{E7A6B8B0-78D3-FD6E-1957-379727DF620A}"/>
              </a:ext>
            </a:extLst>
          </p:cNvPr>
          <p:cNvSpPr>
            <a:spLocks noGrp="1"/>
          </p:cNvSpPr>
          <p:nvPr>
            <p:ph type="subTitle" idx="1" hasCustomPrompt="1"/>
            <p:custDataLst>
              <p:tags r:id="rId7"/>
            </p:custDataLst>
          </p:nvPr>
        </p:nvSpPr>
        <p:spPr>
          <a:xfrm>
            <a:off x="523878" y="4704538"/>
            <a:ext cx="4175713" cy="931026"/>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Pct val="120000"/>
              <a:buFont typeface="Arial" panose="020B0604020202020204" pitchFamily="34" charset="0"/>
              <a:buNone/>
              <a:tabLst/>
              <a:defRPr/>
            </a:pPr>
            <a:r>
              <a:rPr lang="en-US" altLang="ja-JP" dirty="0"/>
              <a:t>Date and Presenter’s Name </a:t>
            </a:r>
            <a:br>
              <a:rPr lang="en-US" altLang="ja-JP" dirty="0"/>
            </a:br>
            <a:r>
              <a:rPr lang="en-US" altLang="ja-JP" dirty="0"/>
              <a:t>or Contents </a:t>
            </a:r>
          </a:p>
        </p:txBody>
      </p:sp>
      <p:sp>
        <p:nvSpPr>
          <p:cNvPr id="17" name="Logo">
            <a:extLst>
              <a:ext uri="{FF2B5EF4-FFF2-40B4-BE49-F238E27FC236}">
                <a16:creationId xmlns:a16="http://schemas.microsoft.com/office/drawing/2014/main" id="{A912D658-0964-5B5B-0424-815C4941176B}"/>
              </a:ext>
            </a:extLst>
          </p:cNvPr>
          <p:cNvSpPr>
            <a:spLocks noGrp="1"/>
          </p:cNvSpPr>
          <p:nvPr>
            <p:ph type="body" sz="quarter" idx="17" hasCustomPrompt="1"/>
            <p:custDataLst>
              <p:tags r:id="rId8"/>
            </p:custDataLst>
          </p:nvPr>
        </p:nvSpPr>
        <p:spPr>
          <a:xfrm>
            <a:off x="454798" y="303421"/>
            <a:ext cx="2025604" cy="352508"/>
          </a:xfrm>
          <a:prstGeom prst="rect">
            <a:avLst/>
          </a:prstGeom>
          <a:blipFill>
            <a:blip>
              <a:extLst>
                <a:ext uri="{96DAC541-7B7A-43D3-8B79-37D633B846F1}">
                  <asvg:svgBlip xmlns:asvg="http://schemas.microsoft.com/office/drawing/2016/SVG/main" r:embed="rId11"/>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Tree>
    <p:extLst>
      <p:ext uri="{BB962C8B-B14F-4D97-AF65-F5344CB8AC3E}">
        <p14:creationId xmlns:p14="http://schemas.microsoft.com/office/powerpoint/2010/main" val="30970210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7 Intro - Blue, im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7D8EC651-141C-7DF3-F78B-E23D4FB59AEB}"/>
              </a:ext>
            </a:extLst>
          </p:cNvPr>
          <p:cNvSpPr>
            <a:spLocks noGrp="1"/>
          </p:cNvSpPr>
          <p:nvPr>
            <p:ph type="dt" sz="half" idx="20"/>
            <p:custDataLst>
              <p:tags r:id="rId1"/>
            </p:custDataLst>
          </p:nvPr>
        </p:nvSpPr>
        <p:spPr/>
        <p:txBody>
          <a:bodyPr/>
          <a:lstStyle/>
          <a:p>
            <a:fld id="{1400BBF8-8D68-4D55-87A4-AF55F80DB99F}" type="datetime1">
              <a:rPr lang="en-US" smtClean="0"/>
              <a:t>5/28/2026</a:t>
            </a:fld>
            <a:endParaRPr lang="en-US" dirty="0"/>
          </a:p>
        </p:txBody>
      </p:sp>
      <p:sp>
        <p:nvSpPr>
          <p:cNvPr id="6" name="Footer Placeholder 5">
            <a:extLst>
              <a:ext uri="{FF2B5EF4-FFF2-40B4-BE49-F238E27FC236}">
                <a16:creationId xmlns:a16="http://schemas.microsoft.com/office/drawing/2014/main" id="{CF6D62D8-9D6A-D0CF-6C6D-012ADF913B41}"/>
              </a:ext>
            </a:extLst>
          </p:cNvPr>
          <p:cNvSpPr>
            <a:spLocks noGrp="1"/>
          </p:cNvSpPr>
          <p:nvPr>
            <p:ph type="ftr" sz="quarter" idx="21"/>
          </p:nvPr>
        </p:nvSpPr>
        <p:spPr/>
        <p:txBody>
          <a:bodyPr/>
          <a:lstStyle/>
          <a:p>
            <a:endParaRPr lang="en-SE"/>
          </a:p>
        </p:txBody>
      </p:sp>
      <p:sp>
        <p:nvSpPr>
          <p:cNvPr id="9" name="Slide Number Placeholder 8">
            <a:extLst>
              <a:ext uri="{FF2B5EF4-FFF2-40B4-BE49-F238E27FC236}">
                <a16:creationId xmlns:a16="http://schemas.microsoft.com/office/drawing/2014/main" id="{B74049F9-5E5E-A77A-B61A-CAA68C557285}"/>
              </a:ext>
            </a:extLst>
          </p:cNvPr>
          <p:cNvSpPr>
            <a:spLocks noGrp="1"/>
          </p:cNvSpPr>
          <p:nvPr>
            <p:ph type="sldNum" sz="quarter" idx="22"/>
          </p:nvPr>
        </p:nvSpPr>
        <p:spPr/>
        <p:txBody>
          <a:bodyPr/>
          <a:lstStyle/>
          <a:p>
            <a:fld id="{35EA36FB-EA35-45B6-87A5-93E7705983EC}" type="slidenum">
              <a:rPr lang="en-US" smtClean="0"/>
              <a:pPr/>
              <a:t>‹#›</a:t>
            </a:fld>
            <a:endParaRPr lang="en-US" dirty="0"/>
          </a:p>
        </p:txBody>
      </p:sp>
      <p:sp>
        <p:nvSpPr>
          <p:cNvPr id="8" name="Picture Placeholder 7">
            <a:extLst>
              <a:ext uri="{FF2B5EF4-FFF2-40B4-BE49-F238E27FC236}">
                <a16:creationId xmlns:a16="http://schemas.microsoft.com/office/drawing/2014/main" id="{1FA70227-DB58-0BEE-7A79-9ADFC50829B3}"/>
              </a:ext>
            </a:extLst>
          </p:cNvPr>
          <p:cNvSpPr>
            <a:spLocks noGrp="1"/>
          </p:cNvSpPr>
          <p:nvPr>
            <p:ph type="pic" sz="quarter" idx="16" hasCustomPrompt="1"/>
            <p:custDataLst>
              <p:tags r:id="rId2"/>
            </p:custDataLst>
          </p:nvPr>
        </p:nvSpPr>
        <p:spPr>
          <a:xfrm>
            <a:off x="0" y="0"/>
            <a:ext cx="12192000" cy="6858000"/>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en-US" dirty="0"/>
              <a:t> </a:t>
            </a:r>
          </a:p>
        </p:txBody>
      </p:sp>
      <p:sp>
        <p:nvSpPr>
          <p:cNvPr id="20" name="Swirl Locked">
            <a:extLst>
              <a:ext uri="{FF2B5EF4-FFF2-40B4-BE49-F238E27FC236}">
                <a16:creationId xmlns:a16="http://schemas.microsoft.com/office/drawing/2014/main" id="{F5122AF3-F983-DBB0-65EB-0FD28AE86A6C}"/>
              </a:ext>
            </a:extLst>
          </p:cNvPr>
          <p:cNvSpPr>
            <a:spLocks noGrp="1" noRot="1" noMove="1" noResize="1" noEditPoints="1" noAdjustHandles="1" noChangeArrowheads="1" noChangeShapeType="1"/>
          </p:cNvSpPr>
          <p:nvPr>
            <p:ph type="body" sz="quarter" idx="13" hasCustomPrompt="1"/>
            <p:custDataLst>
              <p:tags r:id="rId3"/>
            </p:custDataLst>
          </p:nvPr>
        </p:nvSpPr>
        <p:spPr>
          <a:xfrm>
            <a:off x="0" y="3695341"/>
            <a:ext cx="12193211" cy="3162659"/>
          </a:xfrm>
          <a:prstGeom prst="rect">
            <a:avLst/>
          </a:prstGeom>
          <a:blipFill>
            <a:blip>
              <a:extLst>
                <a:ext uri="{96DAC541-7B7A-43D3-8B79-37D633B846F1}">
                  <asvg:svgBlip xmlns:asvg="http://schemas.microsoft.com/office/drawing/2016/SVG/main" r:embed="rId8"/>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2" name="Title 1">
            <a:extLst>
              <a:ext uri="{FF2B5EF4-FFF2-40B4-BE49-F238E27FC236}">
                <a16:creationId xmlns:a16="http://schemas.microsoft.com/office/drawing/2014/main" id="{AF9C0AD3-0ECE-D397-AF9A-8160B26D00B4}"/>
              </a:ext>
            </a:extLst>
          </p:cNvPr>
          <p:cNvSpPr>
            <a:spLocks noGrp="1"/>
          </p:cNvSpPr>
          <p:nvPr>
            <p:ph type="ctrTitle" hasCustomPrompt="1"/>
            <p:custDataLst>
              <p:tags r:id="rId4"/>
            </p:custDataLst>
          </p:nvPr>
        </p:nvSpPr>
        <p:spPr>
          <a:xfrm>
            <a:off x="523878" y="1209054"/>
            <a:ext cx="8348792" cy="1609862"/>
          </a:xfrm>
        </p:spPr>
        <p:txBody>
          <a:bodyPr anchor="b">
            <a:normAutofit/>
          </a:bodyPr>
          <a:lstStyle>
            <a:lvl1pPr algn="l">
              <a:defRPr sz="4400">
                <a:solidFill>
                  <a:schemeClr val="bg1"/>
                </a:solidFill>
              </a:defRPr>
            </a:lvl1pPr>
          </a:lstStyle>
          <a:p>
            <a:r>
              <a:rPr lang="en-US" dirty="0"/>
              <a:t>Click to edit Intro title</a:t>
            </a:r>
          </a:p>
        </p:txBody>
      </p:sp>
      <p:sp>
        <p:nvSpPr>
          <p:cNvPr id="3" name="Subtitle 2">
            <a:extLst>
              <a:ext uri="{FF2B5EF4-FFF2-40B4-BE49-F238E27FC236}">
                <a16:creationId xmlns:a16="http://schemas.microsoft.com/office/drawing/2014/main" id="{E7A6B8B0-78D3-FD6E-1957-379727DF620A}"/>
              </a:ext>
            </a:extLst>
          </p:cNvPr>
          <p:cNvSpPr>
            <a:spLocks noGrp="1"/>
          </p:cNvSpPr>
          <p:nvPr>
            <p:ph type="subTitle" idx="1" hasCustomPrompt="1"/>
            <p:custDataLst>
              <p:tags r:id="rId5"/>
            </p:custDataLst>
          </p:nvPr>
        </p:nvSpPr>
        <p:spPr>
          <a:xfrm>
            <a:off x="523878" y="4704538"/>
            <a:ext cx="4175713" cy="931026"/>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Pct val="120000"/>
              <a:buFont typeface="Arial" panose="020B0604020202020204" pitchFamily="34" charset="0"/>
              <a:buNone/>
              <a:tabLst/>
              <a:defRPr/>
            </a:pPr>
            <a:r>
              <a:rPr lang="en-US" altLang="ja-JP" dirty="0"/>
              <a:t>Date and Presenter’s Name </a:t>
            </a:r>
            <a:br>
              <a:rPr lang="en-US" altLang="ja-JP" dirty="0"/>
            </a:br>
            <a:r>
              <a:rPr lang="en-US" altLang="ja-JP" dirty="0"/>
              <a:t>or Contents </a:t>
            </a:r>
          </a:p>
        </p:txBody>
      </p:sp>
      <p:sp>
        <p:nvSpPr>
          <p:cNvPr id="7" name="Logo">
            <a:extLst>
              <a:ext uri="{FF2B5EF4-FFF2-40B4-BE49-F238E27FC236}">
                <a16:creationId xmlns:a16="http://schemas.microsoft.com/office/drawing/2014/main" id="{1FEE8E21-D2BB-3E43-E072-D21C5DEE1B90}"/>
              </a:ext>
            </a:extLst>
          </p:cNvPr>
          <p:cNvSpPr>
            <a:spLocks noGrp="1"/>
          </p:cNvSpPr>
          <p:nvPr>
            <p:ph type="body" sz="quarter" idx="17" hasCustomPrompt="1"/>
            <p:custDataLst>
              <p:tags r:id="rId6"/>
            </p:custDataLst>
          </p:nvPr>
        </p:nvSpPr>
        <p:spPr>
          <a:xfrm>
            <a:off x="454798" y="303421"/>
            <a:ext cx="2025604" cy="352508"/>
          </a:xfrm>
          <a:prstGeom prst="rect">
            <a:avLst/>
          </a:prstGeom>
          <a:blipFill>
            <a:blip>
              <a:extLst>
                <a:ext uri="{96DAC541-7B7A-43D3-8B79-37D633B846F1}">
                  <asvg:svgBlip xmlns:asvg="http://schemas.microsoft.com/office/drawing/2016/SVG/main" r:embed="rId9"/>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Tree>
    <p:extLst>
      <p:ext uri="{BB962C8B-B14F-4D97-AF65-F5344CB8AC3E}">
        <p14:creationId xmlns:p14="http://schemas.microsoft.com/office/powerpoint/2010/main" val="32181963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1 ToC - White">
    <p:spTree>
      <p:nvGrpSpPr>
        <p:cNvPr id="1" name=""/>
        <p:cNvGrpSpPr/>
        <p:nvPr/>
      </p:nvGrpSpPr>
      <p:grpSpPr>
        <a:xfrm>
          <a:off x="0" y="0"/>
          <a:ext cx="0" cy="0"/>
          <a:chOff x="0" y="0"/>
          <a:chExt cx="0" cy="0"/>
        </a:xfrm>
      </p:grpSpPr>
      <p:pic>
        <p:nvPicPr>
          <p:cNvPr id="4" name="Lines Locked">
            <a:extLst>
              <a:ext uri="{FF2B5EF4-FFF2-40B4-BE49-F238E27FC236}">
                <a16:creationId xmlns:a16="http://schemas.microsoft.com/office/drawing/2014/main" id="{270F1ADB-D080-682C-F3BC-FB8F94914F63}"/>
              </a:ext>
            </a:extLst>
          </p:cNvPr>
          <p:cNvPicPr>
            <a:picLocks noGrp="1" noRot="1" noChangeAspect="1" noMove="1" noResize="1" noEditPoints="1" noAdjustHandles="1" noChangeArrowheads="1" noChangeShapeType="1" noCrop="1"/>
          </p:cNvPicPr>
          <p:nvPr userDrawn="1">
            <p:custDataLst>
              <p:tags r:id="rId1"/>
            </p:custDataLst>
          </p:nvPr>
        </p:nvPicPr>
        <p:blipFill>
          <a:blip>
            <a:extLst>
              <a:ext uri="{96DAC541-7B7A-43D3-8B79-37D633B846F1}">
                <asvg:svgBlip xmlns:asvg="http://schemas.microsoft.com/office/drawing/2016/SVG/main" r:embed="rId8"/>
              </a:ext>
            </a:extLst>
          </a:blip>
          <a:stretch>
            <a:fillRect/>
          </a:stretch>
        </p:blipFill>
        <p:spPr>
          <a:xfrm rot="5400000">
            <a:off x="-2279642" y="2567027"/>
            <a:ext cx="6857999" cy="1723951"/>
          </a:xfrm>
          <a:prstGeom prst="rect">
            <a:avLst/>
          </a:prstGeom>
        </p:spPr>
      </p:pic>
      <p:sp>
        <p:nvSpPr>
          <p:cNvPr id="5" name="Footer Placeholder 4">
            <a:extLst>
              <a:ext uri="{FF2B5EF4-FFF2-40B4-BE49-F238E27FC236}">
                <a16:creationId xmlns:a16="http://schemas.microsoft.com/office/drawing/2014/main" id="{12BF6C78-CB1A-9841-2E87-D5E93664BC14}"/>
              </a:ext>
            </a:extLst>
          </p:cNvPr>
          <p:cNvSpPr>
            <a:spLocks noGrp="1"/>
          </p:cNvSpPr>
          <p:nvPr>
            <p:ph type="ftr" sz="quarter" idx="11"/>
            <p:custDataLst>
              <p:tags r:id="rId2"/>
            </p:custDataLst>
          </p:nvPr>
        </p:nvSpPr>
        <p:spPr/>
        <p:txBody>
          <a:bodyPr/>
          <a:lstStyle>
            <a:lvl1pPr>
              <a:defRPr lang="en-US" dirty="0"/>
            </a:lvl1pPr>
          </a:lstStyle>
          <a:p>
            <a:endParaRPr lang="en-US" dirty="0"/>
          </a:p>
        </p:txBody>
      </p:sp>
      <p:sp>
        <p:nvSpPr>
          <p:cNvPr id="6" name="Slide Number Placeholder 5">
            <a:extLst>
              <a:ext uri="{FF2B5EF4-FFF2-40B4-BE49-F238E27FC236}">
                <a16:creationId xmlns:a16="http://schemas.microsoft.com/office/drawing/2014/main" id="{88798A95-7A82-11FF-EEE1-A9BAA23FD511}"/>
              </a:ext>
            </a:extLst>
          </p:cNvPr>
          <p:cNvSpPr>
            <a:spLocks noGrp="1"/>
          </p:cNvSpPr>
          <p:nvPr>
            <p:ph type="sldNum" sz="quarter" idx="12"/>
            <p:custDataLst>
              <p:tags r:id="rId3"/>
            </p:custDataLst>
          </p:nvPr>
        </p:nvSpPr>
        <p:spPr/>
        <p:txBody>
          <a:bodyPr/>
          <a:lstStyle/>
          <a:p>
            <a:fld id="{35EA36FB-EA35-45B6-87A5-93E7705983EC}" type="slidenum">
              <a:rPr lang="en-US" smtClean="0"/>
              <a:t>‹#›</a:t>
            </a:fld>
            <a:endParaRPr lang="en-US" dirty="0"/>
          </a:p>
        </p:txBody>
      </p:sp>
      <p:sp>
        <p:nvSpPr>
          <p:cNvPr id="7" name="Title 6">
            <a:extLst>
              <a:ext uri="{FF2B5EF4-FFF2-40B4-BE49-F238E27FC236}">
                <a16:creationId xmlns:a16="http://schemas.microsoft.com/office/drawing/2014/main" id="{5A6A5F45-9EF8-D384-7F08-1E7DBE6C0B50}"/>
              </a:ext>
            </a:extLst>
          </p:cNvPr>
          <p:cNvSpPr>
            <a:spLocks noGrp="1"/>
          </p:cNvSpPr>
          <p:nvPr>
            <p:ph type="title" hasCustomPrompt="1"/>
            <p:custDataLst>
              <p:tags r:id="rId4"/>
            </p:custDataLst>
          </p:nvPr>
        </p:nvSpPr>
        <p:spPr>
          <a:xfrm>
            <a:off x="2213214" y="593893"/>
            <a:ext cx="8498300" cy="1244437"/>
          </a:xfrm>
        </p:spPr>
        <p:txBody>
          <a:bodyPr anchor="b" anchorCtr="0"/>
          <a:lstStyle>
            <a:lvl1pPr>
              <a:defRPr>
                <a:solidFill>
                  <a:schemeClr val="tx1"/>
                </a:solidFill>
              </a:defRPr>
            </a:lvl1pPr>
          </a:lstStyle>
          <a:p>
            <a:r>
              <a:rPr lang="en-US" dirty="0"/>
              <a:t>Click to edit title</a:t>
            </a:r>
          </a:p>
        </p:txBody>
      </p:sp>
      <p:sp>
        <p:nvSpPr>
          <p:cNvPr id="8" name="Text Placeholder 7">
            <a:extLst>
              <a:ext uri="{FF2B5EF4-FFF2-40B4-BE49-F238E27FC236}">
                <a16:creationId xmlns:a16="http://schemas.microsoft.com/office/drawing/2014/main" id="{3600DBFF-A8C1-9736-886A-5737A4963E89}"/>
              </a:ext>
            </a:extLst>
          </p:cNvPr>
          <p:cNvSpPr>
            <a:spLocks noGrp="1"/>
          </p:cNvSpPr>
          <p:nvPr>
            <p:ph type="body" sz="quarter" idx="15"/>
            <p:custDataLst>
              <p:tags r:id="rId5"/>
            </p:custDataLst>
          </p:nvPr>
        </p:nvSpPr>
        <p:spPr>
          <a:xfrm>
            <a:off x="2212563" y="2070100"/>
            <a:ext cx="8498300" cy="3400425"/>
          </a:xfrm>
        </p:spPr>
        <p:txBody>
          <a:bodyPr/>
          <a:lstStyle/>
          <a:p>
            <a:pPr lvl="0"/>
            <a:r>
              <a:rPr lang="en-US" altLang="ja-JP"/>
              <a:t>Click to edit Master text styles</a:t>
            </a:r>
          </a:p>
        </p:txBody>
      </p:sp>
      <p:sp>
        <p:nvSpPr>
          <p:cNvPr id="2" name="Date Placeholder 3">
            <a:extLst>
              <a:ext uri="{FF2B5EF4-FFF2-40B4-BE49-F238E27FC236}">
                <a16:creationId xmlns:a16="http://schemas.microsoft.com/office/drawing/2014/main" id="{D4402C6C-21B5-9A30-305C-32E8A5535D41}"/>
              </a:ext>
            </a:extLst>
          </p:cNvPr>
          <p:cNvSpPr>
            <a:spLocks noGrp="1"/>
          </p:cNvSpPr>
          <p:nvPr>
            <p:ph type="dt" sz="half" idx="10"/>
            <p:custDataLst>
              <p:tags r:id="rId6"/>
            </p:custDataLst>
          </p:nvPr>
        </p:nvSpPr>
        <p:spPr>
          <a:xfrm>
            <a:off x="2486346" y="6356350"/>
            <a:ext cx="1552254" cy="365125"/>
          </a:xfrm>
        </p:spPr>
        <p:txBody>
          <a:bodyPr/>
          <a:lstStyle/>
          <a:p>
            <a:fld id="{D2AC5E69-7004-4A00-9545-7EC576707B41}" type="datetime1">
              <a:rPr lang="en-US" smtClean="0"/>
              <a:t>5/28/2026</a:t>
            </a:fld>
            <a:endParaRPr lang="en-US" dirty="0"/>
          </a:p>
        </p:txBody>
      </p:sp>
    </p:spTree>
    <p:extLst>
      <p:ext uri="{BB962C8B-B14F-4D97-AF65-F5344CB8AC3E}">
        <p14:creationId xmlns:p14="http://schemas.microsoft.com/office/powerpoint/2010/main" val="557665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2 ToC - Red">
    <p:spTree>
      <p:nvGrpSpPr>
        <p:cNvPr id="1" name=""/>
        <p:cNvGrpSpPr/>
        <p:nvPr/>
      </p:nvGrpSpPr>
      <p:grpSpPr>
        <a:xfrm>
          <a:off x="0" y="0"/>
          <a:ext cx="0" cy="0"/>
          <a:chOff x="0" y="0"/>
          <a:chExt cx="0" cy="0"/>
        </a:xfrm>
      </p:grpSpPr>
      <p:grpSp>
        <p:nvGrpSpPr>
          <p:cNvPr id="3" name="Swirl Locked">
            <a:extLst>
              <a:ext uri="{FF2B5EF4-FFF2-40B4-BE49-F238E27FC236}">
                <a16:creationId xmlns:a16="http://schemas.microsoft.com/office/drawing/2014/main" id="{3EA1698E-B879-3D24-D5E5-6E27815C5C8E}"/>
              </a:ext>
            </a:extLst>
          </p:cNvPr>
          <p:cNvGrpSpPr>
            <a:grpSpLocks noGrp="1" noUngrp="1" noRot="1" noMove="1" noResize="1"/>
          </p:cNvGrpSpPr>
          <p:nvPr userDrawn="1">
            <p:custDataLst>
              <p:tags r:id="rId1"/>
            </p:custDataLst>
          </p:nvPr>
        </p:nvGrpSpPr>
        <p:grpSpPr>
          <a:xfrm>
            <a:off x="0" y="0"/>
            <a:ext cx="1778745" cy="6858000"/>
            <a:chOff x="0" y="0"/>
            <a:chExt cx="1778745" cy="6858000"/>
          </a:xfrm>
        </p:grpSpPr>
        <p:sp>
          <p:nvSpPr>
            <p:cNvPr id="13" name="Freeform: Shape 12">
              <a:extLst>
                <a:ext uri="{FF2B5EF4-FFF2-40B4-BE49-F238E27FC236}">
                  <a16:creationId xmlns:a16="http://schemas.microsoft.com/office/drawing/2014/main" id="{FEB43CA8-C184-3B0F-D9D3-9CDFCD94CAFC}"/>
                </a:ext>
              </a:extLst>
            </p:cNvPr>
            <p:cNvSpPr>
              <a:spLocks noGrp="1" noRot="1" noMove="1" noResize="1" noEditPoints="1" noAdjustHandles="1" noChangeArrowheads="1" noChangeShapeType="1"/>
            </p:cNvSpPr>
            <p:nvPr>
              <p:custDataLst>
                <p:tags r:id="rId7"/>
              </p:custDataLst>
            </p:nvPr>
          </p:nvSpPr>
          <p:spPr>
            <a:xfrm rot="5400000">
              <a:off x="-3182497" y="3182497"/>
              <a:ext cx="6857866" cy="492871"/>
            </a:xfrm>
            <a:custGeom>
              <a:avLst/>
              <a:gdLst>
                <a:gd name="connsiteX0" fmla="*/ 0 w 4859940"/>
                <a:gd name="connsiteY0" fmla="*/ 0 h 349281"/>
                <a:gd name="connsiteX1" fmla="*/ 4859941 w 4859940"/>
                <a:gd name="connsiteY1" fmla="*/ 0 h 349281"/>
                <a:gd name="connsiteX2" fmla="*/ 4859941 w 4859940"/>
                <a:gd name="connsiteY2" fmla="*/ 349282 h 349281"/>
                <a:gd name="connsiteX3" fmla="*/ 0 w 4859940"/>
                <a:gd name="connsiteY3" fmla="*/ 349282 h 349281"/>
              </a:gdLst>
              <a:ahLst/>
              <a:cxnLst>
                <a:cxn ang="0">
                  <a:pos x="connsiteX0" y="connsiteY0"/>
                </a:cxn>
                <a:cxn ang="0">
                  <a:pos x="connsiteX1" y="connsiteY1"/>
                </a:cxn>
                <a:cxn ang="0">
                  <a:pos x="connsiteX2" y="connsiteY2"/>
                </a:cxn>
                <a:cxn ang="0">
                  <a:pos x="connsiteX3" y="connsiteY3"/>
                </a:cxn>
              </a:cxnLst>
              <a:rect l="l" t="t" r="r" b="b"/>
              <a:pathLst>
                <a:path w="4859940" h="349281">
                  <a:moveTo>
                    <a:pt x="0" y="0"/>
                  </a:moveTo>
                  <a:lnTo>
                    <a:pt x="4859941" y="0"/>
                  </a:lnTo>
                  <a:lnTo>
                    <a:pt x="4859941" y="349282"/>
                  </a:lnTo>
                  <a:lnTo>
                    <a:pt x="0" y="349282"/>
                  </a:lnTo>
                  <a:close/>
                </a:path>
              </a:pathLst>
            </a:custGeom>
            <a:solidFill>
              <a:srgbClr val="D4404D"/>
            </a:solid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0D38EF80-B60C-0B5A-17F1-217E55AC1947}"/>
                </a:ext>
              </a:extLst>
            </p:cNvPr>
            <p:cNvSpPr>
              <a:spLocks noGrp="1" noRot="1" noMove="1" noResize="1" noEditPoints="1" noAdjustHandles="1" noChangeArrowheads="1" noChangeShapeType="1"/>
            </p:cNvSpPr>
            <p:nvPr>
              <p:custDataLst>
                <p:tags r:id="rId8"/>
              </p:custDataLst>
            </p:nvPr>
          </p:nvSpPr>
          <p:spPr>
            <a:xfrm>
              <a:off x="64246" y="0"/>
              <a:ext cx="428625" cy="2283580"/>
            </a:xfrm>
            <a:custGeom>
              <a:avLst/>
              <a:gdLst>
                <a:gd name="connsiteX0" fmla="*/ 303752 w 303752"/>
                <a:gd name="connsiteY0" fmla="*/ 1618298 h 1618297"/>
                <a:gd name="connsiteX1" fmla="*/ 0 w 303752"/>
                <a:gd name="connsiteY1" fmla="*/ 0 h 1618297"/>
                <a:gd name="connsiteX2" fmla="*/ 303752 w 303752"/>
                <a:gd name="connsiteY2" fmla="*/ 0 h 1618297"/>
                <a:gd name="connsiteX3" fmla="*/ 303752 w 303752"/>
                <a:gd name="connsiteY3" fmla="*/ 1618298 h 1618297"/>
              </a:gdLst>
              <a:ahLst/>
              <a:cxnLst>
                <a:cxn ang="0">
                  <a:pos x="connsiteX0" y="connsiteY0"/>
                </a:cxn>
                <a:cxn ang="0">
                  <a:pos x="connsiteX1" y="connsiteY1"/>
                </a:cxn>
                <a:cxn ang="0">
                  <a:pos x="connsiteX2" y="connsiteY2"/>
                </a:cxn>
                <a:cxn ang="0">
                  <a:pos x="connsiteX3" y="connsiteY3"/>
                </a:cxn>
              </a:cxnLst>
              <a:rect l="l" t="t" r="r" b="b"/>
              <a:pathLst>
                <a:path w="303752" h="1618297">
                  <a:moveTo>
                    <a:pt x="303752" y="1618298"/>
                  </a:moveTo>
                  <a:cubicBezTo>
                    <a:pt x="129445" y="1104233"/>
                    <a:pt x="20955" y="543687"/>
                    <a:pt x="0" y="0"/>
                  </a:cubicBezTo>
                  <a:lnTo>
                    <a:pt x="303752" y="0"/>
                  </a:lnTo>
                  <a:lnTo>
                    <a:pt x="303752" y="1618298"/>
                  </a:lnTo>
                  <a:close/>
                </a:path>
              </a:pathLst>
            </a:custGeom>
            <a:solidFill>
              <a:srgbClr val="B5091F"/>
            </a:solidFill>
            <a:ln w="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7665F84F-F489-7323-78E4-9FAAE34FF4AA}"/>
                </a:ext>
              </a:extLst>
            </p:cNvPr>
            <p:cNvSpPr>
              <a:spLocks noGrp="1" noRot="1" noMove="1" noResize="1" noEditPoints="1" noAdjustHandles="1" noChangeArrowheads="1" noChangeShapeType="1"/>
            </p:cNvSpPr>
            <p:nvPr>
              <p:custDataLst>
                <p:tags r:id="rId9"/>
              </p:custDataLst>
            </p:nvPr>
          </p:nvSpPr>
          <p:spPr>
            <a:xfrm>
              <a:off x="492871" y="2283580"/>
              <a:ext cx="1285874" cy="4574420"/>
            </a:xfrm>
            <a:custGeom>
              <a:avLst/>
              <a:gdLst>
                <a:gd name="connsiteX0" fmla="*/ 0 w 911256"/>
                <a:gd name="connsiteY0" fmla="*/ 754190 h 3241738"/>
                <a:gd name="connsiteX1" fmla="*/ 0 w 911256"/>
                <a:gd name="connsiteY1" fmla="*/ 3241739 h 3241738"/>
                <a:gd name="connsiteX2" fmla="*/ 911257 w 911256"/>
                <a:gd name="connsiteY2" fmla="*/ 3241739 h 3241738"/>
                <a:gd name="connsiteX3" fmla="*/ 607505 w 911256"/>
                <a:gd name="connsiteY3" fmla="*/ 1622965 h 3241738"/>
                <a:gd name="connsiteX4" fmla="*/ 0 w 911256"/>
                <a:gd name="connsiteY4" fmla="*/ 0 h 3241738"/>
                <a:gd name="connsiteX5" fmla="*/ 0 w 911256"/>
                <a:gd name="connsiteY5" fmla="*/ 754190 h 324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1256" h="3241738">
                  <a:moveTo>
                    <a:pt x="0" y="754190"/>
                  </a:moveTo>
                  <a:lnTo>
                    <a:pt x="0" y="3241739"/>
                  </a:lnTo>
                  <a:cubicBezTo>
                    <a:pt x="0" y="3241739"/>
                    <a:pt x="911257" y="3241739"/>
                    <a:pt x="911257" y="3241739"/>
                  </a:cubicBezTo>
                  <a:cubicBezTo>
                    <a:pt x="882301" y="2665476"/>
                    <a:pt x="756761" y="2123313"/>
                    <a:pt x="607505" y="1622965"/>
                  </a:cubicBezTo>
                  <a:cubicBezTo>
                    <a:pt x="446151" y="1082135"/>
                    <a:pt x="104299" y="307562"/>
                    <a:pt x="0" y="0"/>
                  </a:cubicBezTo>
                  <a:lnTo>
                    <a:pt x="0" y="754190"/>
                  </a:lnTo>
                  <a:close/>
                </a:path>
              </a:pathLst>
            </a:custGeom>
            <a:solidFill>
              <a:srgbClr val="DD6670"/>
            </a:solidFill>
            <a:ln w="0" cap="flat">
              <a:noFill/>
              <a:prstDash val="solid"/>
              <a:miter/>
            </a:ln>
          </p:spPr>
          <p:txBody>
            <a:bodyPr rtlCol="0" anchor="ctr"/>
            <a:lstStyle/>
            <a:p>
              <a:endParaRPr lang="en-US" dirty="0"/>
            </a:p>
          </p:txBody>
        </p:sp>
      </p:grpSp>
      <p:sp>
        <p:nvSpPr>
          <p:cNvPr id="5" name="Footer Placeholder 4">
            <a:extLst>
              <a:ext uri="{FF2B5EF4-FFF2-40B4-BE49-F238E27FC236}">
                <a16:creationId xmlns:a16="http://schemas.microsoft.com/office/drawing/2014/main" id="{12BF6C78-CB1A-9841-2E87-D5E93664BC14}"/>
              </a:ext>
            </a:extLst>
          </p:cNvPr>
          <p:cNvSpPr>
            <a:spLocks noGrp="1"/>
          </p:cNvSpPr>
          <p:nvPr>
            <p:ph type="ftr" sz="quarter" idx="11"/>
            <p:custDataLst>
              <p:tags r:id="rId2"/>
            </p:custDataLst>
          </p:nvPr>
        </p:nvSpPr>
        <p:spPr/>
        <p:txBody>
          <a:bodyPr/>
          <a:lstStyle>
            <a:lvl1pPr>
              <a:defRPr lang="en-US" dirty="0"/>
            </a:lvl1pPr>
          </a:lstStyle>
          <a:p>
            <a:endParaRPr lang="en-US" dirty="0"/>
          </a:p>
        </p:txBody>
      </p:sp>
      <p:sp>
        <p:nvSpPr>
          <p:cNvPr id="6" name="Slide Number Placeholder 5">
            <a:extLst>
              <a:ext uri="{FF2B5EF4-FFF2-40B4-BE49-F238E27FC236}">
                <a16:creationId xmlns:a16="http://schemas.microsoft.com/office/drawing/2014/main" id="{88798A95-7A82-11FF-EEE1-A9BAA23FD511}"/>
              </a:ext>
            </a:extLst>
          </p:cNvPr>
          <p:cNvSpPr>
            <a:spLocks noGrp="1"/>
          </p:cNvSpPr>
          <p:nvPr>
            <p:ph type="sldNum" sz="quarter" idx="12"/>
            <p:custDataLst>
              <p:tags r:id="rId3"/>
            </p:custDataLst>
          </p:nvPr>
        </p:nvSpPr>
        <p:spPr/>
        <p:txBody>
          <a:bodyPr/>
          <a:lstStyle/>
          <a:p>
            <a:fld id="{35EA36FB-EA35-45B6-87A5-93E7705983EC}" type="slidenum">
              <a:rPr lang="en-US" smtClean="0"/>
              <a:t>‹#›</a:t>
            </a:fld>
            <a:endParaRPr lang="en-US" dirty="0"/>
          </a:p>
        </p:txBody>
      </p:sp>
      <p:sp>
        <p:nvSpPr>
          <p:cNvPr id="7" name="Title 6">
            <a:extLst>
              <a:ext uri="{FF2B5EF4-FFF2-40B4-BE49-F238E27FC236}">
                <a16:creationId xmlns:a16="http://schemas.microsoft.com/office/drawing/2014/main" id="{5A6A5F45-9EF8-D384-7F08-1E7DBE6C0B50}"/>
              </a:ext>
            </a:extLst>
          </p:cNvPr>
          <p:cNvSpPr>
            <a:spLocks noGrp="1"/>
          </p:cNvSpPr>
          <p:nvPr>
            <p:ph type="title" hasCustomPrompt="1"/>
            <p:custDataLst>
              <p:tags r:id="rId4"/>
            </p:custDataLst>
          </p:nvPr>
        </p:nvSpPr>
        <p:spPr>
          <a:xfrm>
            <a:off x="2213214" y="593893"/>
            <a:ext cx="8498300" cy="1244437"/>
          </a:xfrm>
        </p:spPr>
        <p:txBody>
          <a:bodyPr anchor="b" anchorCtr="0"/>
          <a:lstStyle>
            <a:lvl1pPr>
              <a:defRPr>
                <a:solidFill>
                  <a:schemeClr val="tx1"/>
                </a:solidFill>
              </a:defRPr>
            </a:lvl1pPr>
          </a:lstStyle>
          <a:p>
            <a:r>
              <a:rPr lang="en-US" dirty="0"/>
              <a:t>Click to edit title</a:t>
            </a:r>
          </a:p>
        </p:txBody>
      </p:sp>
      <p:sp>
        <p:nvSpPr>
          <p:cNvPr id="8" name="Text Placeholder 7">
            <a:extLst>
              <a:ext uri="{FF2B5EF4-FFF2-40B4-BE49-F238E27FC236}">
                <a16:creationId xmlns:a16="http://schemas.microsoft.com/office/drawing/2014/main" id="{3600DBFF-A8C1-9736-886A-5737A4963E89}"/>
              </a:ext>
            </a:extLst>
          </p:cNvPr>
          <p:cNvSpPr>
            <a:spLocks noGrp="1"/>
          </p:cNvSpPr>
          <p:nvPr>
            <p:ph type="body" sz="quarter" idx="15"/>
            <p:custDataLst>
              <p:tags r:id="rId5"/>
            </p:custDataLst>
          </p:nvPr>
        </p:nvSpPr>
        <p:spPr>
          <a:xfrm>
            <a:off x="2212563" y="2070100"/>
            <a:ext cx="8498300" cy="3400425"/>
          </a:xfrm>
        </p:spPr>
        <p:txBody>
          <a:bodyPr/>
          <a:lstStyle/>
          <a:p>
            <a:pPr lvl="0"/>
            <a:r>
              <a:rPr lang="en-US" altLang="ja-JP"/>
              <a:t>Click to edit Master text styles</a:t>
            </a:r>
          </a:p>
        </p:txBody>
      </p:sp>
      <p:sp>
        <p:nvSpPr>
          <p:cNvPr id="2" name="Date Placeholder 3">
            <a:extLst>
              <a:ext uri="{FF2B5EF4-FFF2-40B4-BE49-F238E27FC236}">
                <a16:creationId xmlns:a16="http://schemas.microsoft.com/office/drawing/2014/main" id="{55F8FB70-548E-9657-F82C-CF5672F89510}"/>
              </a:ext>
            </a:extLst>
          </p:cNvPr>
          <p:cNvSpPr>
            <a:spLocks noGrp="1"/>
          </p:cNvSpPr>
          <p:nvPr>
            <p:ph type="dt" sz="half" idx="10"/>
            <p:custDataLst>
              <p:tags r:id="rId6"/>
            </p:custDataLst>
          </p:nvPr>
        </p:nvSpPr>
        <p:spPr>
          <a:xfrm>
            <a:off x="2486346" y="6356350"/>
            <a:ext cx="1552254" cy="365125"/>
          </a:xfrm>
        </p:spPr>
        <p:txBody>
          <a:bodyPr/>
          <a:lstStyle/>
          <a:p>
            <a:fld id="{D2AC5E69-7004-4A00-9545-7EC576707B41}" type="datetime1">
              <a:rPr lang="en-US" smtClean="0"/>
              <a:t>5/28/2026</a:t>
            </a:fld>
            <a:endParaRPr lang="en-US" dirty="0"/>
          </a:p>
        </p:txBody>
      </p:sp>
    </p:spTree>
    <p:extLst>
      <p:ext uri="{BB962C8B-B14F-4D97-AF65-F5344CB8AC3E}">
        <p14:creationId xmlns:p14="http://schemas.microsoft.com/office/powerpoint/2010/main" val="3995329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3 ToC - Blue">
    <p:spTree>
      <p:nvGrpSpPr>
        <p:cNvPr id="1" name=""/>
        <p:cNvGrpSpPr/>
        <p:nvPr/>
      </p:nvGrpSpPr>
      <p:grpSpPr>
        <a:xfrm>
          <a:off x="0" y="0"/>
          <a:ext cx="0" cy="0"/>
          <a:chOff x="0" y="0"/>
          <a:chExt cx="0" cy="0"/>
        </a:xfrm>
      </p:grpSpPr>
      <p:grpSp>
        <p:nvGrpSpPr>
          <p:cNvPr id="2" name="Swirl Locked">
            <a:extLst>
              <a:ext uri="{FF2B5EF4-FFF2-40B4-BE49-F238E27FC236}">
                <a16:creationId xmlns:a16="http://schemas.microsoft.com/office/drawing/2014/main" id="{738FB8A5-2681-5852-FED0-7E06657E50EE}"/>
              </a:ext>
            </a:extLst>
          </p:cNvPr>
          <p:cNvGrpSpPr>
            <a:grpSpLocks noGrp="1" noUngrp="1" noRot="1" noMove="1" noResize="1"/>
          </p:cNvGrpSpPr>
          <p:nvPr userDrawn="1">
            <p:custDataLst>
              <p:tags r:id="rId1"/>
            </p:custDataLst>
          </p:nvPr>
        </p:nvGrpSpPr>
        <p:grpSpPr>
          <a:xfrm>
            <a:off x="0" y="0"/>
            <a:ext cx="1778745" cy="6858000"/>
            <a:chOff x="0" y="0"/>
            <a:chExt cx="1778745" cy="6858000"/>
          </a:xfrm>
        </p:grpSpPr>
        <p:sp>
          <p:nvSpPr>
            <p:cNvPr id="13" name="Freeform: Shape 12">
              <a:extLst>
                <a:ext uri="{FF2B5EF4-FFF2-40B4-BE49-F238E27FC236}">
                  <a16:creationId xmlns:a16="http://schemas.microsoft.com/office/drawing/2014/main" id="{FEB43CA8-C184-3B0F-D9D3-9CDFCD94CAFC}"/>
                </a:ext>
              </a:extLst>
            </p:cNvPr>
            <p:cNvSpPr>
              <a:spLocks noGrp="1" noRot="1" noMove="1" noResize="1" noEditPoints="1" noAdjustHandles="1" noChangeArrowheads="1" noChangeShapeType="1"/>
            </p:cNvSpPr>
            <p:nvPr>
              <p:custDataLst>
                <p:tags r:id="rId7"/>
              </p:custDataLst>
            </p:nvPr>
          </p:nvSpPr>
          <p:spPr>
            <a:xfrm rot="5400000">
              <a:off x="-3182497" y="3182497"/>
              <a:ext cx="6857866" cy="492871"/>
            </a:xfrm>
            <a:custGeom>
              <a:avLst/>
              <a:gdLst>
                <a:gd name="connsiteX0" fmla="*/ 0 w 4859940"/>
                <a:gd name="connsiteY0" fmla="*/ 0 h 349281"/>
                <a:gd name="connsiteX1" fmla="*/ 4859941 w 4859940"/>
                <a:gd name="connsiteY1" fmla="*/ 0 h 349281"/>
                <a:gd name="connsiteX2" fmla="*/ 4859941 w 4859940"/>
                <a:gd name="connsiteY2" fmla="*/ 349282 h 349281"/>
                <a:gd name="connsiteX3" fmla="*/ 0 w 4859940"/>
                <a:gd name="connsiteY3" fmla="*/ 349282 h 349281"/>
              </a:gdLst>
              <a:ahLst/>
              <a:cxnLst>
                <a:cxn ang="0">
                  <a:pos x="connsiteX0" y="connsiteY0"/>
                </a:cxn>
                <a:cxn ang="0">
                  <a:pos x="connsiteX1" y="connsiteY1"/>
                </a:cxn>
                <a:cxn ang="0">
                  <a:pos x="connsiteX2" y="connsiteY2"/>
                </a:cxn>
                <a:cxn ang="0">
                  <a:pos x="connsiteX3" y="connsiteY3"/>
                </a:cxn>
              </a:cxnLst>
              <a:rect l="l" t="t" r="r" b="b"/>
              <a:pathLst>
                <a:path w="4859940" h="349281">
                  <a:moveTo>
                    <a:pt x="0" y="0"/>
                  </a:moveTo>
                  <a:lnTo>
                    <a:pt x="4859941" y="0"/>
                  </a:lnTo>
                  <a:lnTo>
                    <a:pt x="4859941" y="349282"/>
                  </a:lnTo>
                  <a:lnTo>
                    <a:pt x="0" y="349282"/>
                  </a:lnTo>
                  <a:close/>
                </a:path>
              </a:pathLst>
            </a:custGeom>
            <a:solidFill>
              <a:srgbClr val="335286"/>
            </a:solid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0D38EF80-B60C-0B5A-17F1-217E55AC1947}"/>
                </a:ext>
              </a:extLst>
            </p:cNvPr>
            <p:cNvSpPr>
              <a:spLocks noGrp="1" noRot="1" noMove="1" noResize="1" noEditPoints="1" noAdjustHandles="1" noChangeArrowheads="1" noChangeShapeType="1"/>
            </p:cNvSpPr>
            <p:nvPr>
              <p:custDataLst>
                <p:tags r:id="rId8"/>
              </p:custDataLst>
            </p:nvPr>
          </p:nvSpPr>
          <p:spPr>
            <a:xfrm>
              <a:off x="64246" y="0"/>
              <a:ext cx="428625" cy="2283580"/>
            </a:xfrm>
            <a:custGeom>
              <a:avLst/>
              <a:gdLst>
                <a:gd name="connsiteX0" fmla="*/ 303752 w 303752"/>
                <a:gd name="connsiteY0" fmla="*/ 1618298 h 1618297"/>
                <a:gd name="connsiteX1" fmla="*/ 0 w 303752"/>
                <a:gd name="connsiteY1" fmla="*/ 0 h 1618297"/>
                <a:gd name="connsiteX2" fmla="*/ 303752 w 303752"/>
                <a:gd name="connsiteY2" fmla="*/ 0 h 1618297"/>
                <a:gd name="connsiteX3" fmla="*/ 303752 w 303752"/>
                <a:gd name="connsiteY3" fmla="*/ 1618298 h 1618297"/>
              </a:gdLst>
              <a:ahLst/>
              <a:cxnLst>
                <a:cxn ang="0">
                  <a:pos x="connsiteX0" y="connsiteY0"/>
                </a:cxn>
                <a:cxn ang="0">
                  <a:pos x="connsiteX1" y="connsiteY1"/>
                </a:cxn>
                <a:cxn ang="0">
                  <a:pos x="connsiteX2" y="connsiteY2"/>
                </a:cxn>
                <a:cxn ang="0">
                  <a:pos x="connsiteX3" y="connsiteY3"/>
                </a:cxn>
              </a:cxnLst>
              <a:rect l="l" t="t" r="r" b="b"/>
              <a:pathLst>
                <a:path w="303752" h="1618297">
                  <a:moveTo>
                    <a:pt x="303752" y="1618298"/>
                  </a:moveTo>
                  <a:cubicBezTo>
                    <a:pt x="129445" y="1104233"/>
                    <a:pt x="20955" y="543687"/>
                    <a:pt x="0" y="0"/>
                  </a:cubicBezTo>
                  <a:lnTo>
                    <a:pt x="303752" y="0"/>
                  </a:lnTo>
                  <a:lnTo>
                    <a:pt x="303752" y="1618298"/>
                  </a:lnTo>
                  <a:close/>
                </a:path>
              </a:pathLst>
            </a:custGeom>
            <a:solidFill>
              <a:srgbClr val="002768"/>
            </a:solidFill>
            <a:ln w="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7665F84F-F489-7323-78E4-9FAAE34FF4AA}"/>
                </a:ext>
              </a:extLst>
            </p:cNvPr>
            <p:cNvSpPr>
              <a:spLocks noGrp="1" noRot="1" noMove="1" noResize="1" noEditPoints="1" noAdjustHandles="1" noChangeArrowheads="1" noChangeShapeType="1"/>
            </p:cNvSpPr>
            <p:nvPr>
              <p:custDataLst>
                <p:tags r:id="rId9"/>
              </p:custDataLst>
            </p:nvPr>
          </p:nvSpPr>
          <p:spPr>
            <a:xfrm>
              <a:off x="492871" y="2283580"/>
              <a:ext cx="1285874" cy="4574420"/>
            </a:xfrm>
            <a:custGeom>
              <a:avLst/>
              <a:gdLst>
                <a:gd name="connsiteX0" fmla="*/ 0 w 911256"/>
                <a:gd name="connsiteY0" fmla="*/ 754190 h 3241738"/>
                <a:gd name="connsiteX1" fmla="*/ 0 w 911256"/>
                <a:gd name="connsiteY1" fmla="*/ 3241739 h 3241738"/>
                <a:gd name="connsiteX2" fmla="*/ 911257 w 911256"/>
                <a:gd name="connsiteY2" fmla="*/ 3241739 h 3241738"/>
                <a:gd name="connsiteX3" fmla="*/ 607505 w 911256"/>
                <a:gd name="connsiteY3" fmla="*/ 1622965 h 3241738"/>
                <a:gd name="connsiteX4" fmla="*/ 0 w 911256"/>
                <a:gd name="connsiteY4" fmla="*/ 0 h 3241738"/>
                <a:gd name="connsiteX5" fmla="*/ 0 w 911256"/>
                <a:gd name="connsiteY5" fmla="*/ 754190 h 324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1256" h="3241738">
                  <a:moveTo>
                    <a:pt x="0" y="754190"/>
                  </a:moveTo>
                  <a:lnTo>
                    <a:pt x="0" y="3241739"/>
                  </a:lnTo>
                  <a:cubicBezTo>
                    <a:pt x="0" y="3241739"/>
                    <a:pt x="911257" y="3241739"/>
                    <a:pt x="911257" y="3241739"/>
                  </a:cubicBezTo>
                  <a:cubicBezTo>
                    <a:pt x="882301" y="2665476"/>
                    <a:pt x="756761" y="2123313"/>
                    <a:pt x="607505" y="1622965"/>
                  </a:cubicBezTo>
                  <a:cubicBezTo>
                    <a:pt x="446151" y="1082135"/>
                    <a:pt x="104299" y="307562"/>
                    <a:pt x="0" y="0"/>
                  </a:cubicBezTo>
                  <a:lnTo>
                    <a:pt x="0" y="754190"/>
                  </a:lnTo>
                  <a:close/>
                </a:path>
              </a:pathLst>
            </a:custGeom>
            <a:solidFill>
              <a:srgbClr val="667DA4"/>
            </a:solidFill>
            <a:ln w="0" cap="flat">
              <a:noFill/>
              <a:prstDash val="solid"/>
              <a:miter/>
            </a:ln>
          </p:spPr>
          <p:txBody>
            <a:bodyPr rtlCol="0" anchor="ctr"/>
            <a:lstStyle/>
            <a:p>
              <a:endParaRPr lang="en-US" dirty="0"/>
            </a:p>
          </p:txBody>
        </p:sp>
      </p:grpSp>
      <p:sp>
        <p:nvSpPr>
          <p:cNvPr id="4" name="Date Placeholder 3">
            <a:extLst>
              <a:ext uri="{FF2B5EF4-FFF2-40B4-BE49-F238E27FC236}">
                <a16:creationId xmlns:a16="http://schemas.microsoft.com/office/drawing/2014/main" id="{BCACDAF7-0CFF-63E6-C5B6-39AC172CF70C}"/>
              </a:ext>
            </a:extLst>
          </p:cNvPr>
          <p:cNvSpPr>
            <a:spLocks noGrp="1"/>
          </p:cNvSpPr>
          <p:nvPr>
            <p:ph type="dt" sz="half" idx="10"/>
            <p:custDataLst>
              <p:tags r:id="rId2"/>
            </p:custDataLst>
          </p:nvPr>
        </p:nvSpPr>
        <p:spPr/>
        <p:txBody>
          <a:bodyPr/>
          <a:lstStyle>
            <a:lvl1pPr>
              <a:defRPr>
                <a:solidFill>
                  <a:schemeClr val="tx1">
                    <a:tint val="82000"/>
                    <a:alpha val="0"/>
                  </a:schemeClr>
                </a:solidFill>
              </a:defRPr>
            </a:lvl1pPr>
          </a:lstStyle>
          <a:p>
            <a:fld id="{B1369ED9-0C6F-4CDC-9543-5AE78361E405}" type="datetime1">
              <a:rPr lang="en-US" smtClean="0"/>
              <a:t>5/28/2026</a:t>
            </a:fld>
            <a:endParaRPr lang="en-US" dirty="0"/>
          </a:p>
        </p:txBody>
      </p:sp>
      <p:sp>
        <p:nvSpPr>
          <p:cNvPr id="5" name="Footer Placeholder 4">
            <a:extLst>
              <a:ext uri="{FF2B5EF4-FFF2-40B4-BE49-F238E27FC236}">
                <a16:creationId xmlns:a16="http://schemas.microsoft.com/office/drawing/2014/main" id="{12BF6C78-CB1A-9841-2E87-D5E93664BC14}"/>
              </a:ext>
            </a:extLst>
          </p:cNvPr>
          <p:cNvSpPr>
            <a:spLocks noGrp="1"/>
          </p:cNvSpPr>
          <p:nvPr>
            <p:ph type="ftr" sz="quarter" idx="11"/>
            <p:custDataLst>
              <p:tags r:id="rId3"/>
            </p:custDataLst>
          </p:nvPr>
        </p:nvSpPr>
        <p:spPr/>
        <p:txBody>
          <a:bodyPr/>
          <a:lstStyle>
            <a:lvl1pPr>
              <a:defRPr lang="en-US" dirty="0"/>
            </a:lvl1pPr>
          </a:lstStyle>
          <a:p>
            <a:endParaRPr lang="en-US" dirty="0"/>
          </a:p>
        </p:txBody>
      </p:sp>
      <p:sp>
        <p:nvSpPr>
          <p:cNvPr id="6" name="Slide Number Placeholder 5">
            <a:extLst>
              <a:ext uri="{FF2B5EF4-FFF2-40B4-BE49-F238E27FC236}">
                <a16:creationId xmlns:a16="http://schemas.microsoft.com/office/drawing/2014/main" id="{88798A95-7A82-11FF-EEE1-A9BAA23FD511}"/>
              </a:ext>
            </a:extLst>
          </p:cNvPr>
          <p:cNvSpPr>
            <a:spLocks noGrp="1"/>
          </p:cNvSpPr>
          <p:nvPr>
            <p:ph type="sldNum" sz="quarter" idx="12"/>
            <p:custDataLst>
              <p:tags r:id="rId4"/>
            </p:custDataLst>
          </p:nvPr>
        </p:nvSpPr>
        <p:spPr/>
        <p:txBody>
          <a:bodyPr/>
          <a:lstStyle/>
          <a:p>
            <a:fld id="{35EA36FB-EA35-45B6-87A5-93E7705983EC}" type="slidenum">
              <a:rPr lang="en-US" smtClean="0"/>
              <a:t>‹#›</a:t>
            </a:fld>
            <a:endParaRPr lang="en-US" dirty="0"/>
          </a:p>
        </p:txBody>
      </p:sp>
      <p:sp>
        <p:nvSpPr>
          <p:cNvPr id="7" name="Title 6">
            <a:extLst>
              <a:ext uri="{FF2B5EF4-FFF2-40B4-BE49-F238E27FC236}">
                <a16:creationId xmlns:a16="http://schemas.microsoft.com/office/drawing/2014/main" id="{5A6A5F45-9EF8-D384-7F08-1E7DBE6C0B50}"/>
              </a:ext>
            </a:extLst>
          </p:cNvPr>
          <p:cNvSpPr>
            <a:spLocks noGrp="1"/>
          </p:cNvSpPr>
          <p:nvPr>
            <p:ph type="title" hasCustomPrompt="1"/>
            <p:custDataLst>
              <p:tags r:id="rId5"/>
            </p:custDataLst>
          </p:nvPr>
        </p:nvSpPr>
        <p:spPr>
          <a:xfrm>
            <a:off x="2213214" y="593893"/>
            <a:ext cx="8498300" cy="1244437"/>
          </a:xfrm>
        </p:spPr>
        <p:txBody>
          <a:bodyPr anchor="b" anchorCtr="0"/>
          <a:lstStyle>
            <a:lvl1pPr>
              <a:defRPr>
                <a:solidFill>
                  <a:schemeClr val="tx1"/>
                </a:solidFill>
              </a:defRPr>
            </a:lvl1pPr>
          </a:lstStyle>
          <a:p>
            <a:r>
              <a:rPr lang="en-US" dirty="0"/>
              <a:t>Click to edit title</a:t>
            </a:r>
          </a:p>
        </p:txBody>
      </p:sp>
      <p:sp>
        <p:nvSpPr>
          <p:cNvPr id="8" name="Text Placeholder 7">
            <a:extLst>
              <a:ext uri="{FF2B5EF4-FFF2-40B4-BE49-F238E27FC236}">
                <a16:creationId xmlns:a16="http://schemas.microsoft.com/office/drawing/2014/main" id="{3600DBFF-A8C1-9736-886A-5737A4963E89}"/>
              </a:ext>
            </a:extLst>
          </p:cNvPr>
          <p:cNvSpPr>
            <a:spLocks noGrp="1"/>
          </p:cNvSpPr>
          <p:nvPr>
            <p:ph type="body" sz="quarter" idx="15"/>
            <p:custDataLst>
              <p:tags r:id="rId6"/>
            </p:custDataLst>
          </p:nvPr>
        </p:nvSpPr>
        <p:spPr>
          <a:xfrm>
            <a:off x="2212563" y="2070100"/>
            <a:ext cx="8498300" cy="3400425"/>
          </a:xfrm>
        </p:spPr>
        <p:txBody>
          <a:bodyPr/>
          <a:lstStyle/>
          <a:p>
            <a:pPr lvl="0"/>
            <a:r>
              <a:rPr lang="en-US" altLang="ja-JP"/>
              <a:t>Click to edit Master text styles</a:t>
            </a:r>
          </a:p>
        </p:txBody>
      </p:sp>
    </p:spTree>
    <p:extLst>
      <p:ext uri="{BB962C8B-B14F-4D97-AF65-F5344CB8AC3E}">
        <p14:creationId xmlns:p14="http://schemas.microsoft.com/office/powerpoint/2010/main" val="2296173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1 Chapter - Red">
    <p:spTree>
      <p:nvGrpSpPr>
        <p:cNvPr id="1" name=""/>
        <p:cNvGrpSpPr/>
        <p:nvPr/>
      </p:nvGrpSpPr>
      <p:grpSpPr>
        <a:xfrm>
          <a:off x="0" y="0"/>
          <a:ext cx="0" cy="0"/>
          <a:chOff x="0" y="0"/>
          <a:chExt cx="0" cy="0"/>
        </a:xfrm>
      </p:grpSpPr>
      <p:sp>
        <p:nvSpPr>
          <p:cNvPr id="25" name="White">
            <a:extLst>
              <a:ext uri="{FF2B5EF4-FFF2-40B4-BE49-F238E27FC236}">
                <a16:creationId xmlns:a16="http://schemas.microsoft.com/office/drawing/2014/main" id="{455ECB6B-FFC6-53D9-8723-F4583C9F11B3}"/>
              </a:ext>
            </a:extLst>
          </p:cNvPr>
          <p:cNvSpPr>
            <a:spLocks noGrp="1" noRot="1" noMove="1" noResize="1" noEditPoints="1" noAdjustHandles="1" noChangeArrowheads="1" noChangeShapeType="1"/>
          </p:cNvSpPr>
          <p:nvPr userDrawn="1">
            <p:custDataLst>
              <p:tags r:id="rId1"/>
            </p:custDataLst>
          </p:nvPr>
        </p:nvSpPr>
        <p:spPr>
          <a:xfrm>
            <a:off x="0" y="0"/>
            <a:ext cx="12192000" cy="6858000"/>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a:solidFill>
                <a:schemeClr val="tx1"/>
              </a:solidFill>
            </a:endParaRPr>
          </a:p>
        </p:txBody>
      </p:sp>
      <p:sp>
        <p:nvSpPr>
          <p:cNvPr id="36" name="Color">
            <a:extLst>
              <a:ext uri="{FF2B5EF4-FFF2-40B4-BE49-F238E27FC236}">
                <a16:creationId xmlns:a16="http://schemas.microsoft.com/office/drawing/2014/main" id="{B4EA1DD5-CFC7-DF2A-94DA-5BF316B70574}"/>
              </a:ext>
            </a:extLst>
          </p:cNvPr>
          <p:cNvSpPr>
            <a:spLocks noGrp="1"/>
          </p:cNvSpPr>
          <p:nvPr>
            <p:ph type="body" sz="quarter" idx="14" hasCustomPrompt="1"/>
            <p:custDataLst>
              <p:tags r:id="rId2"/>
            </p:custDataLst>
          </p:nvPr>
        </p:nvSpPr>
        <p:spPr>
          <a:xfrm>
            <a:off x="-1" y="0"/>
            <a:ext cx="12193748" cy="6858000"/>
          </a:xfrm>
          <a:custGeom>
            <a:avLst/>
            <a:gdLst>
              <a:gd name="connsiteX0" fmla="*/ 1 w 12193748"/>
              <a:gd name="connsiteY0" fmla="*/ 6115469 h 6858000"/>
              <a:gd name="connsiteX1" fmla="*/ 1 w 12193748"/>
              <a:gd name="connsiteY1" fmla="*/ 6115496 h 6858000"/>
              <a:gd name="connsiteX2" fmla="*/ 0 w 12193748"/>
              <a:gd name="connsiteY2" fmla="*/ 6115469 h 6858000"/>
              <a:gd name="connsiteX3" fmla="*/ 4061351 w 12193748"/>
              <a:gd name="connsiteY3" fmla="*/ 5366877 h 6858000"/>
              <a:gd name="connsiteX4" fmla="*/ 12192001 w 12193748"/>
              <a:gd name="connsiteY4" fmla="*/ 5366877 h 6858000"/>
              <a:gd name="connsiteX5" fmla="*/ 12192001 w 12193748"/>
              <a:gd name="connsiteY5" fmla="*/ 6858000 h 6858000"/>
              <a:gd name="connsiteX6" fmla="*/ 1 w 12193748"/>
              <a:gd name="connsiteY6" fmla="*/ 6858000 h 6858000"/>
              <a:gd name="connsiteX7" fmla="*/ 1 w 12193748"/>
              <a:gd name="connsiteY7" fmla="*/ 6115496 h 6858000"/>
              <a:gd name="connsiteX8" fmla="*/ 538 w 12193748"/>
              <a:gd name="connsiteY8" fmla="*/ 6128911 h 6858000"/>
              <a:gd name="connsiteX9" fmla="*/ 3564203 w 12193748"/>
              <a:gd name="connsiteY9" fmla="*/ 5525520 h 6858000"/>
              <a:gd name="connsiteX10" fmla="*/ 12192001 w 12193748"/>
              <a:gd name="connsiteY10" fmla="*/ 5353435 h 6858000"/>
              <a:gd name="connsiteX11" fmla="*/ 12193478 w 12193748"/>
              <a:gd name="connsiteY11" fmla="*/ 5353435 h 6858000"/>
              <a:gd name="connsiteX12" fmla="*/ 12193478 w 12193748"/>
              <a:gd name="connsiteY12" fmla="*/ 5366877 h 6858000"/>
              <a:gd name="connsiteX13" fmla="*/ 12192001 w 12193748"/>
              <a:gd name="connsiteY13" fmla="*/ 5366877 h 6858000"/>
              <a:gd name="connsiteX14" fmla="*/ 4059082 w 12193748"/>
              <a:gd name="connsiteY14" fmla="*/ 5353435 h 6858000"/>
              <a:gd name="connsiteX15" fmla="*/ 4099897 w 12193748"/>
              <a:gd name="connsiteY15" fmla="*/ 5353435 h 6858000"/>
              <a:gd name="connsiteX16" fmla="*/ 4062611 w 12193748"/>
              <a:gd name="connsiteY16" fmla="*/ 5366475 h 6858000"/>
              <a:gd name="connsiteX17" fmla="*/ 4061351 w 12193748"/>
              <a:gd name="connsiteY17" fmla="*/ 5366877 h 6858000"/>
              <a:gd name="connsiteX18" fmla="*/ 4017034 w 12193748"/>
              <a:gd name="connsiteY18" fmla="*/ 5366877 h 6858000"/>
              <a:gd name="connsiteX19" fmla="*/ 4058310 w 12193748"/>
              <a:gd name="connsiteY19" fmla="*/ 5353705 h 6858000"/>
              <a:gd name="connsiteX20" fmla="*/ 12192001 w 12193748"/>
              <a:gd name="connsiteY20" fmla="*/ 3080761 h 6858000"/>
              <a:gd name="connsiteX21" fmla="*/ 12192001 w 12193748"/>
              <a:gd name="connsiteY21" fmla="*/ 5353435 h 6858000"/>
              <a:gd name="connsiteX22" fmla="*/ 4099897 w 12193748"/>
              <a:gd name="connsiteY22" fmla="*/ 5353435 h 6858000"/>
              <a:gd name="connsiteX23" fmla="*/ 4176686 w 12193748"/>
              <a:gd name="connsiteY23" fmla="*/ 5326580 h 6858000"/>
              <a:gd name="connsiteX24" fmla="*/ 5306276 w 12193748"/>
              <a:gd name="connsiteY24" fmla="*/ 4886456 h 6858000"/>
              <a:gd name="connsiteX25" fmla="*/ 8134094 w 12193748"/>
              <a:gd name="connsiteY25" fmla="*/ 3842407 h 6858000"/>
              <a:gd name="connsiteX26" fmla="*/ 11727305 w 12193748"/>
              <a:gd name="connsiteY26" fmla="*/ 3112437 h 6858000"/>
              <a:gd name="connsiteX27" fmla="*/ 12193076 w 12193748"/>
              <a:gd name="connsiteY27" fmla="*/ 3067200 h 6858000"/>
              <a:gd name="connsiteX28" fmla="*/ 12193748 w 12193748"/>
              <a:gd name="connsiteY28" fmla="*/ 3080642 h 6858000"/>
              <a:gd name="connsiteX29" fmla="*/ 12192001 w 12193748"/>
              <a:gd name="connsiteY29" fmla="*/ 3080761 h 6858000"/>
              <a:gd name="connsiteX30" fmla="*/ 12192001 w 12193748"/>
              <a:gd name="connsiteY30" fmla="*/ 3067273 h 6858000"/>
              <a:gd name="connsiteX31" fmla="*/ 1 w 12193748"/>
              <a:gd name="connsiteY31" fmla="*/ 0 h 6858000"/>
              <a:gd name="connsiteX32" fmla="*/ 12192001 w 12193748"/>
              <a:gd name="connsiteY32" fmla="*/ 0 h 6858000"/>
              <a:gd name="connsiteX33" fmla="*/ 12192001 w 12193748"/>
              <a:gd name="connsiteY33" fmla="*/ 3067273 h 6858000"/>
              <a:gd name="connsiteX34" fmla="*/ 11726230 w 12193748"/>
              <a:gd name="connsiteY34" fmla="*/ 3099002 h 6858000"/>
              <a:gd name="connsiteX35" fmla="*/ 8130331 w 12193748"/>
              <a:gd name="connsiteY35" fmla="*/ 3829503 h 6858000"/>
              <a:gd name="connsiteX36" fmla="*/ 5301302 w 12193748"/>
              <a:gd name="connsiteY36" fmla="*/ 4873955 h 6858000"/>
              <a:gd name="connsiteX37" fmla="*/ 4172246 w 12193748"/>
              <a:gd name="connsiteY37" fmla="*/ 5313855 h 6858000"/>
              <a:gd name="connsiteX38" fmla="*/ 4059082 w 12193748"/>
              <a:gd name="connsiteY38" fmla="*/ 5353435 h 6858000"/>
              <a:gd name="connsiteX39" fmla="*/ 268 w 12193748"/>
              <a:gd name="connsiteY39" fmla="*/ 5353435 h 6858000"/>
              <a:gd name="connsiteX40" fmla="*/ 268 w 12193748"/>
              <a:gd name="connsiteY40" fmla="*/ 5366877 h 6858000"/>
              <a:gd name="connsiteX41" fmla="*/ 4017034 w 12193748"/>
              <a:gd name="connsiteY41" fmla="*/ 5366877 h 6858000"/>
              <a:gd name="connsiteX42" fmla="*/ 3560356 w 12193748"/>
              <a:gd name="connsiteY42" fmla="*/ 5512610 h 6858000"/>
              <a:gd name="connsiteX43" fmla="*/ 440873 w 12193748"/>
              <a:gd name="connsiteY43" fmla="*/ 6091006 h 6858000"/>
              <a:gd name="connsiteX44" fmla="*/ 1 w 12193748"/>
              <a:gd name="connsiteY44" fmla="*/ 611546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2193748" h="6858000">
                <a:moveTo>
                  <a:pt x="1" y="6115469"/>
                </a:moveTo>
                <a:lnTo>
                  <a:pt x="1" y="6115496"/>
                </a:lnTo>
                <a:lnTo>
                  <a:pt x="0" y="6115469"/>
                </a:lnTo>
                <a:close/>
                <a:moveTo>
                  <a:pt x="4061351" y="5366877"/>
                </a:moveTo>
                <a:lnTo>
                  <a:pt x="12192001" y="5366877"/>
                </a:lnTo>
                <a:lnTo>
                  <a:pt x="12192001" y="6858000"/>
                </a:lnTo>
                <a:lnTo>
                  <a:pt x="1" y="6858000"/>
                </a:lnTo>
                <a:lnTo>
                  <a:pt x="1" y="6115496"/>
                </a:lnTo>
                <a:lnTo>
                  <a:pt x="538" y="6128911"/>
                </a:lnTo>
                <a:cubicBezTo>
                  <a:pt x="1171548" y="6083746"/>
                  <a:pt x="2393296" y="5876282"/>
                  <a:pt x="3564203" y="5525520"/>
                </a:cubicBezTo>
                <a:close/>
                <a:moveTo>
                  <a:pt x="12192001" y="5353435"/>
                </a:moveTo>
                <a:lnTo>
                  <a:pt x="12193478" y="5353435"/>
                </a:lnTo>
                <a:lnTo>
                  <a:pt x="12193478" y="5366877"/>
                </a:lnTo>
                <a:lnTo>
                  <a:pt x="12192001" y="5366877"/>
                </a:lnTo>
                <a:close/>
                <a:moveTo>
                  <a:pt x="4059082" y="5353435"/>
                </a:moveTo>
                <a:lnTo>
                  <a:pt x="4099897" y="5353435"/>
                </a:lnTo>
                <a:lnTo>
                  <a:pt x="4062611" y="5366475"/>
                </a:lnTo>
                <a:lnTo>
                  <a:pt x="4061351" y="5366877"/>
                </a:lnTo>
                <a:lnTo>
                  <a:pt x="4017034" y="5366877"/>
                </a:lnTo>
                <a:lnTo>
                  <a:pt x="4058310" y="5353705"/>
                </a:lnTo>
                <a:close/>
                <a:moveTo>
                  <a:pt x="12192001" y="3080761"/>
                </a:moveTo>
                <a:lnTo>
                  <a:pt x="12192001" y="5353435"/>
                </a:lnTo>
                <a:lnTo>
                  <a:pt x="4099897" y="5353435"/>
                </a:lnTo>
                <a:lnTo>
                  <a:pt x="4176686" y="5326580"/>
                </a:lnTo>
                <a:cubicBezTo>
                  <a:pt x="4459511" y="5225095"/>
                  <a:pt x="4856033" y="5066530"/>
                  <a:pt x="5306276" y="4886456"/>
                </a:cubicBezTo>
                <a:cubicBezTo>
                  <a:pt x="6184718" y="4535079"/>
                  <a:pt x="7277965" y="4097942"/>
                  <a:pt x="8134094" y="3842407"/>
                </a:cubicBezTo>
                <a:cubicBezTo>
                  <a:pt x="9476004" y="3442033"/>
                  <a:pt x="10631326" y="3206635"/>
                  <a:pt x="11727305" y="3112437"/>
                </a:cubicBezTo>
                <a:close/>
                <a:moveTo>
                  <a:pt x="12193076" y="3067200"/>
                </a:moveTo>
                <a:lnTo>
                  <a:pt x="12193748" y="3080642"/>
                </a:lnTo>
                <a:lnTo>
                  <a:pt x="12192001" y="3080761"/>
                </a:lnTo>
                <a:lnTo>
                  <a:pt x="12192001" y="3067273"/>
                </a:lnTo>
                <a:close/>
                <a:moveTo>
                  <a:pt x="1" y="0"/>
                </a:moveTo>
                <a:lnTo>
                  <a:pt x="12192001" y="0"/>
                </a:lnTo>
                <a:lnTo>
                  <a:pt x="12192001" y="3067273"/>
                </a:lnTo>
                <a:lnTo>
                  <a:pt x="11726230" y="3099002"/>
                </a:lnTo>
                <a:cubicBezTo>
                  <a:pt x="10629312" y="3193231"/>
                  <a:pt x="9473063" y="3428777"/>
                  <a:pt x="8130331" y="3829503"/>
                </a:cubicBezTo>
                <a:cubicBezTo>
                  <a:pt x="7273529" y="4085172"/>
                  <a:pt x="6180013" y="4522578"/>
                  <a:pt x="5301302" y="4873955"/>
                </a:cubicBezTo>
                <a:cubicBezTo>
                  <a:pt x="4851176" y="5053912"/>
                  <a:pt x="4454772" y="5212461"/>
                  <a:pt x="4172246" y="5313855"/>
                </a:cubicBezTo>
                <a:lnTo>
                  <a:pt x="4059082" y="5353435"/>
                </a:lnTo>
                <a:lnTo>
                  <a:pt x="268" y="5353435"/>
                </a:lnTo>
                <a:lnTo>
                  <a:pt x="268" y="5366877"/>
                </a:lnTo>
                <a:lnTo>
                  <a:pt x="4017034" y="5366877"/>
                </a:lnTo>
                <a:lnTo>
                  <a:pt x="3560356" y="5512610"/>
                </a:lnTo>
                <a:cubicBezTo>
                  <a:pt x="2536740" y="5819267"/>
                  <a:pt x="1474209" y="6016349"/>
                  <a:pt x="440873" y="6091006"/>
                </a:cubicBezTo>
                <a:lnTo>
                  <a:pt x="1" y="6115469"/>
                </a:lnTo>
                <a:close/>
              </a:path>
            </a:pathLst>
          </a:custGeom>
          <a:solidFill>
            <a:schemeClr val="accent1"/>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2" name="Title 1">
            <a:extLst>
              <a:ext uri="{FF2B5EF4-FFF2-40B4-BE49-F238E27FC236}">
                <a16:creationId xmlns:a16="http://schemas.microsoft.com/office/drawing/2014/main" id="{957F4EC8-011B-F157-E300-3642F67552A6}"/>
              </a:ext>
            </a:extLst>
          </p:cNvPr>
          <p:cNvSpPr>
            <a:spLocks noGrp="1"/>
          </p:cNvSpPr>
          <p:nvPr>
            <p:ph type="title" hasCustomPrompt="1"/>
            <p:custDataLst>
              <p:tags r:id="rId3"/>
            </p:custDataLst>
          </p:nvPr>
        </p:nvSpPr>
        <p:spPr>
          <a:xfrm>
            <a:off x="831850" y="1140872"/>
            <a:ext cx="7872763" cy="2339984"/>
          </a:xfrm>
        </p:spPr>
        <p:txBody>
          <a:bodyPr anchor="b">
            <a:normAutofit/>
          </a:bodyPr>
          <a:lstStyle>
            <a:lvl1pPr>
              <a:defRPr sz="3200">
                <a:solidFill>
                  <a:schemeClr val="bg1"/>
                </a:solidFill>
              </a:defRPr>
            </a:lvl1pPr>
          </a:lstStyle>
          <a:p>
            <a:r>
              <a:rPr lang="en-US" dirty="0"/>
              <a:t>Click to edit title</a:t>
            </a:r>
          </a:p>
        </p:txBody>
      </p:sp>
      <p:sp>
        <p:nvSpPr>
          <p:cNvPr id="3" name="Date Placeholder 2">
            <a:extLst>
              <a:ext uri="{FF2B5EF4-FFF2-40B4-BE49-F238E27FC236}">
                <a16:creationId xmlns:a16="http://schemas.microsoft.com/office/drawing/2014/main" id="{5B70C3E1-AB41-4E0A-047B-0718442DA8E9}"/>
              </a:ext>
            </a:extLst>
          </p:cNvPr>
          <p:cNvSpPr>
            <a:spLocks noGrp="1"/>
          </p:cNvSpPr>
          <p:nvPr>
            <p:ph type="dt" sz="half" idx="17"/>
            <p:custDataLst>
              <p:tags r:id="rId4"/>
            </p:custDataLst>
          </p:nvPr>
        </p:nvSpPr>
        <p:spPr/>
        <p:txBody>
          <a:bodyPr/>
          <a:lstStyle>
            <a:lvl1pPr>
              <a:defRPr>
                <a:solidFill>
                  <a:schemeClr val="bg1"/>
                </a:solidFill>
              </a:defRPr>
            </a:lvl1pPr>
          </a:lstStyle>
          <a:p>
            <a:fld id="{43B04494-4FC8-4F2B-B607-DD36A9D8A53D}" type="datetime1">
              <a:rPr lang="en-US" smtClean="0"/>
              <a:t>5/28/2026</a:t>
            </a:fld>
            <a:endParaRPr lang="en-US" dirty="0"/>
          </a:p>
        </p:txBody>
      </p:sp>
      <p:sp>
        <p:nvSpPr>
          <p:cNvPr id="9" name="Footer Placeholder 8">
            <a:extLst>
              <a:ext uri="{FF2B5EF4-FFF2-40B4-BE49-F238E27FC236}">
                <a16:creationId xmlns:a16="http://schemas.microsoft.com/office/drawing/2014/main" id="{4FC56B44-6CEB-147C-9F41-34E87A1FCB5E}"/>
              </a:ext>
            </a:extLst>
          </p:cNvPr>
          <p:cNvSpPr>
            <a:spLocks noGrp="1"/>
          </p:cNvSpPr>
          <p:nvPr>
            <p:ph type="ftr" sz="quarter" idx="18"/>
          </p:nvPr>
        </p:nvSpPr>
        <p:spPr/>
        <p:txBody>
          <a:bodyPr/>
          <a:lstStyle>
            <a:lvl1pPr>
              <a:defRPr>
                <a:solidFill>
                  <a:schemeClr val="bg1"/>
                </a:solidFill>
              </a:defRPr>
            </a:lvl1pPr>
          </a:lstStyle>
          <a:p>
            <a:endParaRPr lang="en-SE"/>
          </a:p>
        </p:txBody>
      </p:sp>
      <p:sp>
        <p:nvSpPr>
          <p:cNvPr id="10" name="Slide Number Placeholder 9">
            <a:extLst>
              <a:ext uri="{FF2B5EF4-FFF2-40B4-BE49-F238E27FC236}">
                <a16:creationId xmlns:a16="http://schemas.microsoft.com/office/drawing/2014/main" id="{C6BEE611-6D8A-706C-C0D6-1418B7C54452}"/>
              </a:ext>
            </a:extLst>
          </p:cNvPr>
          <p:cNvSpPr>
            <a:spLocks noGrp="1"/>
          </p:cNvSpPr>
          <p:nvPr>
            <p:ph type="sldNum" sz="quarter" idx="19"/>
          </p:nvPr>
        </p:nvSpPr>
        <p:spPr/>
        <p:txBody>
          <a:bodyPr/>
          <a:lstStyle>
            <a:lvl1pPr>
              <a:defRPr>
                <a:solidFill>
                  <a:schemeClr val="bg1"/>
                </a:solidFill>
              </a:defRPr>
            </a:lvl1pPr>
          </a:lstStyle>
          <a:p>
            <a:fld id="{35EA36FB-EA35-45B6-87A5-93E7705983EC}" type="slidenum">
              <a:rPr lang="en-US" smtClean="0"/>
              <a:pPr/>
              <a:t>‹#›</a:t>
            </a:fld>
            <a:endParaRPr lang="en-US" dirty="0"/>
          </a:p>
        </p:txBody>
      </p:sp>
    </p:spTree>
    <p:extLst>
      <p:ext uri="{BB962C8B-B14F-4D97-AF65-F5344CB8AC3E}">
        <p14:creationId xmlns:p14="http://schemas.microsoft.com/office/powerpoint/2010/main" val="3075241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2 Chapter - Blue">
    <p:spTree>
      <p:nvGrpSpPr>
        <p:cNvPr id="1" name=""/>
        <p:cNvGrpSpPr/>
        <p:nvPr/>
      </p:nvGrpSpPr>
      <p:grpSpPr>
        <a:xfrm>
          <a:off x="0" y="0"/>
          <a:ext cx="0" cy="0"/>
          <a:chOff x="0" y="0"/>
          <a:chExt cx="0" cy="0"/>
        </a:xfrm>
      </p:grpSpPr>
      <p:sp>
        <p:nvSpPr>
          <p:cNvPr id="3" name="White">
            <a:extLst>
              <a:ext uri="{FF2B5EF4-FFF2-40B4-BE49-F238E27FC236}">
                <a16:creationId xmlns:a16="http://schemas.microsoft.com/office/drawing/2014/main" id="{FEE225D3-2405-D5C2-F5D2-665E2D845513}"/>
              </a:ext>
            </a:extLst>
          </p:cNvPr>
          <p:cNvSpPr>
            <a:spLocks noGrp="1" noRot="1" noMove="1" noResize="1" noEditPoints="1" noAdjustHandles="1" noChangeArrowheads="1" noChangeShapeType="1"/>
          </p:cNvSpPr>
          <p:nvPr userDrawn="1">
            <p:custDataLst>
              <p:tags r:id="rId1"/>
            </p:custDataLst>
          </p:nvPr>
        </p:nvSpPr>
        <p:spPr>
          <a:xfrm>
            <a:off x="0" y="0"/>
            <a:ext cx="12192000" cy="6858000"/>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a:solidFill>
                <a:schemeClr val="tx1"/>
              </a:solidFill>
            </a:endParaRPr>
          </a:p>
        </p:txBody>
      </p:sp>
      <p:sp>
        <p:nvSpPr>
          <p:cNvPr id="10" name="Color">
            <a:extLst>
              <a:ext uri="{FF2B5EF4-FFF2-40B4-BE49-F238E27FC236}">
                <a16:creationId xmlns:a16="http://schemas.microsoft.com/office/drawing/2014/main" id="{0D3B6037-15BE-E896-FDA4-FDC8C0C986A0}"/>
              </a:ext>
            </a:extLst>
          </p:cNvPr>
          <p:cNvSpPr>
            <a:spLocks noGrp="1"/>
          </p:cNvSpPr>
          <p:nvPr>
            <p:ph type="body" sz="quarter" idx="14" hasCustomPrompt="1"/>
            <p:custDataLst>
              <p:tags r:id="rId2"/>
            </p:custDataLst>
          </p:nvPr>
        </p:nvSpPr>
        <p:spPr>
          <a:xfrm>
            <a:off x="-1" y="0"/>
            <a:ext cx="12193748" cy="6858000"/>
          </a:xfrm>
          <a:custGeom>
            <a:avLst/>
            <a:gdLst>
              <a:gd name="connsiteX0" fmla="*/ 1 w 12193748"/>
              <a:gd name="connsiteY0" fmla="*/ 6115469 h 6858000"/>
              <a:gd name="connsiteX1" fmla="*/ 1 w 12193748"/>
              <a:gd name="connsiteY1" fmla="*/ 6115496 h 6858000"/>
              <a:gd name="connsiteX2" fmla="*/ 0 w 12193748"/>
              <a:gd name="connsiteY2" fmla="*/ 6115469 h 6858000"/>
              <a:gd name="connsiteX3" fmla="*/ 4061351 w 12193748"/>
              <a:gd name="connsiteY3" fmla="*/ 5366877 h 6858000"/>
              <a:gd name="connsiteX4" fmla="*/ 12192001 w 12193748"/>
              <a:gd name="connsiteY4" fmla="*/ 5366877 h 6858000"/>
              <a:gd name="connsiteX5" fmla="*/ 12192001 w 12193748"/>
              <a:gd name="connsiteY5" fmla="*/ 6858000 h 6858000"/>
              <a:gd name="connsiteX6" fmla="*/ 1 w 12193748"/>
              <a:gd name="connsiteY6" fmla="*/ 6858000 h 6858000"/>
              <a:gd name="connsiteX7" fmla="*/ 1 w 12193748"/>
              <a:gd name="connsiteY7" fmla="*/ 6115496 h 6858000"/>
              <a:gd name="connsiteX8" fmla="*/ 538 w 12193748"/>
              <a:gd name="connsiteY8" fmla="*/ 6128911 h 6858000"/>
              <a:gd name="connsiteX9" fmla="*/ 3564203 w 12193748"/>
              <a:gd name="connsiteY9" fmla="*/ 5525520 h 6858000"/>
              <a:gd name="connsiteX10" fmla="*/ 12192001 w 12193748"/>
              <a:gd name="connsiteY10" fmla="*/ 5353435 h 6858000"/>
              <a:gd name="connsiteX11" fmla="*/ 12193478 w 12193748"/>
              <a:gd name="connsiteY11" fmla="*/ 5353435 h 6858000"/>
              <a:gd name="connsiteX12" fmla="*/ 12193478 w 12193748"/>
              <a:gd name="connsiteY12" fmla="*/ 5366877 h 6858000"/>
              <a:gd name="connsiteX13" fmla="*/ 12192001 w 12193748"/>
              <a:gd name="connsiteY13" fmla="*/ 5366877 h 6858000"/>
              <a:gd name="connsiteX14" fmla="*/ 4059082 w 12193748"/>
              <a:gd name="connsiteY14" fmla="*/ 5353435 h 6858000"/>
              <a:gd name="connsiteX15" fmla="*/ 4099897 w 12193748"/>
              <a:gd name="connsiteY15" fmla="*/ 5353435 h 6858000"/>
              <a:gd name="connsiteX16" fmla="*/ 4062611 w 12193748"/>
              <a:gd name="connsiteY16" fmla="*/ 5366475 h 6858000"/>
              <a:gd name="connsiteX17" fmla="*/ 4061351 w 12193748"/>
              <a:gd name="connsiteY17" fmla="*/ 5366877 h 6858000"/>
              <a:gd name="connsiteX18" fmla="*/ 4017034 w 12193748"/>
              <a:gd name="connsiteY18" fmla="*/ 5366877 h 6858000"/>
              <a:gd name="connsiteX19" fmla="*/ 4058310 w 12193748"/>
              <a:gd name="connsiteY19" fmla="*/ 5353705 h 6858000"/>
              <a:gd name="connsiteX20" fmla="*/ 12192001 w 12193748"/>
              <a:gd name="connsiteY20" fmla="*/ 3080761 h 6858000"/>
              <a:gd name="connsiteX21" fmla="*/ 12192001 w 12193748"/>
              <a:gd name="connsiteY21" fmla="*/ 5353435 h 6858000"/>
              <a:gd name="connsiteX22" fmla="*/ 4099897 w 12193748"/>
              <a:gd name="connsiteY22" fmla="*/ 5353435 h 6858000"/>
              <a:gd name="connsiteX23" fmla="*/ 4176686 w 12193748"/>
              <a:gd name="connsiteY23" fmla="*/ 5326580 h 6858000"/>
              <a:gd name="connsiteX24" fmla="*/ 5306276 w 12193748"/>
              <a:gd name="connsiteY24" fmla="*/ 4886456 h 6858000"/>
              <a:gd name="connsiteX25" fmla="*/ 8134094 w 12193748"/>
              <a:gd name="connsiteY25" fmla="*/ 3842407 h 6858000"/>
              <a:gd name="connsiteX26" fmla="*/ 11727305 w 12193748"/>
              <a:gd name="connsiteY26" fmla="*/ 3112437 h 6858000"/>
              <a:gd name="connsiteX27" fmla="*/ 12193076 w 12193748"/>
              <a:gd name="connsiteY27" fmla="*/ 3067200 h 6858000"/>
              <a:gd name="connsiteX28" fmla="*/ 12193748 w 12193748"/>
              <a:gd name="connsiteY28" fmla="*/ 3080642 h 6858000"/>
              <a:gd name="connsiteX29" fmla="*/ 12192001 w 12193748"/>
              <a:gd name="connsiteY29" fmla="*/ 3080761 h 6858000"/>
              <a:gd name="connsiteX30" fmla="*/ 12192001 w 12193748"/>
              <a:gd name="connsiteY30" fmla="*/ 3067273 h 6858000"/>
              <a:gd name="connsiteX31" fmla="*/ 1 w 12193748"/>
              <a:gd name="connsiteY31" fmla="*/ 0 h 6858000"/>
              <a:gd name="connsiteX32" fmla="*/ 12192001 w 12193748"/>
              <a:gd name="connsiteY32" fmla="*/ 0 h 6858000"/>
              <a:gd name="connsiteX33" fmla="*/ 12192001 w 12193748"/>
              <a:gd name="connsiteY33" fmla="*/ 3067273 h 6858000"/>
              <a:gd name="connsiteX34" fmla="*/ 11726230 w 12193748"/>
              <a:gd name="connsiteY34" fmla="*/ 3099002 h 6858000"/>
              <a:gd name="connsiteX35" fmla="*/ 8130331 w 12193748"/>
              <a:gd name="connsiteY35" fmla="*/ 3829503 h 6858000"/>
              <a:gd name="connsiteX36" fmla="*/ 5301302 w 12193748"/>
              <a:gd name="connsiteY36" fmla="*/ 4873955 h 6858000"/>
              <a:gd name="connsiteX37" fmla="*/ 4172246 w 12193748"/>
              <a:gd name="connsiteY37" fmla="*/ 5313855 h 6858000"/>
              <a:gd name="connsiteX38" fmla="*/ 4059082 w 12193748"/>
              <a:gd name="connsiteY38" fmla="*/ 5353435 h 6858000"/>
              <a:gd name="connsiteX39" fmla="*/ 268 w 12193748"/>
              <a:gd name="connsiteY39" fmla="*/ 5353435 h 6858000"/>
              <a:gd name="connsiteX40" fmla="*/ 268 w 12193748"/>
              <a:gd name="connsiteY40" fmla="*/ 5366877 h 6858000"/>
              <a:gd name="connsiteX41" fmla="*/ 4017034 w 12193748"/>
              <a:gd name="connsiteY41" fmla="*/ 5366877 h 6858000"/>
              <a:gd name="connsiteX42" fmla="*/ 3560356 w 12193748"/>
              <a:gd name="connsiteY42" fmla="*/ 5512610 h 6858000"/>
              <a:gd name="connsiteX43" fmla="*/ 440873 w 12193748"/>
              <a:gd name="connsiteY43" fmla="*/ 6091006 h 6858000"/>
              <a:gd name="connsiteX44" fmla="*/ 1 w 12193748"/>
              <a:gd name="connsiteY44" fmla="*/ 611546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2193748" h="6858000">
                <a:moveTo>
                  <a:pt x="1" y="6115469"/>
                </a:moveTo>
                <a:lnTo>
                  <a:pt x="1" y="6115496"/>
                </a:lnTo>
                <a:lnTo>
                  <a:pt x="0" y="6115469"/>
                </a:lnTo>
                <a:close/>
                <a:moveTo>
                  <a:pt x="4061351" y="5366877"/>
                </a:moveTo>
                <a:lnTo>
                  <a:pt x="12192001" y="5366877"/>
                </a:lnTo>
                <a:lnTo>
                  <a:pt x="12192001" y="6858000"/>
                </a:lnTo>
                <a:lnTo>
                  <a:pt x="1" y="6858000"/>
                </a:lnTo>
                <a:lnTo>
                  <a:pt x="1" y="6115496"/>
                </a:lnTo>
                <a:lnTo>
                  <a:pt x="538" y="6128911"/>
                </a:lnTo>
                <a:cubicBezTo>
                  <a:pt x="1171548" y="6083746"/>
                  <a:pt x="2393296" y="5876282"/>
                  <a:pt x="3564203" y="5525520"/>
                </a:cubicBezTo>
                <a:close/>
                <a:moveTo>
                  <a:pt x="12192001" y="5353435"/>
                </a:moveTo>
                <a:lnTo>
                  <a:pt x="12193478" y="5353435"/>
                </a:lnTo>
                <a:lnTo>
                  <a:pt x="12193478" y="5366877"/>
                </a:lnTo>
                <a:lnTo>
                  <a:pt x="12192001" y="5366877"/>
                </a:lnTo>
                <a:close/>
                <a:moveTo>
                  <a:pt x="4059082" y="5353435"/>
                </a:moveTo>
                <a:lnTo>
                  <a:pt x="4099897" y="5353435"/>
                </a:lnTo>
                <a:lnTo>
                  <a:pt x="4062611" y="5366475"/>
                </a:lnTo>
                <a:lnTo>
                  <a:pt x="4061351" y="5366877"/>
                </a:lnTo>
                <a:lnTo>
                  <a:pt x="4017034" y="5366877"/>
                </a:lnTo>
                <a:lnTo>
                  <a:pt x="4058310" y="5353705"/>
                </a:lnTo>
                <a:close/>
                <a:moveTo>
                  <a:pt x="12192001" y="3080761"/>
                </a:moveTo>
                <a:lnTo>
                  <a:pt x="12192001" y="5353435"/>
                </a:lnTo>
                <a:lnTo>
                  <a:pt x="4099897" y="5353435"/>
                </a:lnTo>
                <a:lnTo>
                  <a:pt x="4176686" y="5326580"/>
                </a:lnTo>
                <a:cubicBezTo>
                  <a:pt x="4459511" y="5225095"/>
                  <a:pt x="4856033" y="5066530"/>
                  <a:pt x="5306276" y="4886456"/>
                </a:cubicBezTo>
                <a:cubicBezTo>
                  <a:pt x="6184718" y="4535079"/>
                  <a:pt x="7277965" y="4097942"/>
                  <a:pt x="8134094" y="3842407"/>
                </a:cubicBezTo>
                <a:cubicBezTo>
                  <a:pt x="9476004" y="3442033"/>
                  <a:pt x="10631326" y="3206635"/>
                  <a:pt x="11727305" y="3112437"/>
                </a:cubicBezTo>
                <a:close/>
                <a:moveTo>
                  <a:pt x="12193076" y="3067200"/>
                </a:moveTo>
                <a:lnTo>
                  <a:pt x="12193748" y="3080642"/>
                </a:lnTo>
                <a:lnTo>
                  <a:pt x="12192001" y="3080761"/>
                </a:lnTo>
                <a:lnTo>
                  <a:pt x="12192001" y="3067273"/>
                </a:lnTo>
                <a:close/>
                <a:moveTo>
                  <a:pt x="1" y="0"/>
                </a:moveTo>
                <a:lnTo>
                  <a:pt x="12192001" y="0"/>
                </a:lnTo>
                <a:lnTo>
                  <a:pt x="12192001" y="3067273"/>
                </a:lnTo>
                <a:lnTo>
                  <a:pt x="11726230" y="3099002"/>
                </a:lnTo>
                <a:cubicBezTo>
                  <a:pt x="10629312" y="3193231"/>
                  <a:pt x="9473063" y="3428777"/>
                  <a:pt x="8130331" y="3829503"/>
                </a:cubicBezTo>
                <a:cubicBezTo>
                  <a:pt x="7273529" y="4085172"/>
                  <a:pt x="6180013" y="4522578"/>
                  <a:pt x="5301302" y="4873955"/>
                </a:cubicBezTo>
                <a:cubicBezTo>
                  <a:pt x="4851176" y="5053912"/>
                  <a:pt x="4454772" y="5212461"/>
                  <a:pt x="4172246" y="5313855"/>
                </a:cubicBezTo>
                <a:lnTo>
                  <a:pt x="4059082" y="5353435"/>
                </a:lnTo>
                <a:lnTo>
                  <a:pt x="268" y="5353435"/>
                </a:lnTo>
                <a:lnTo>
                  <a:pt x="268" y="5366877"/>
                </a:lnTo>
                <a:lnTo>
                  <a:pt x="4017034" y="5366877"/>
                </a:lnTo>
                <a:lnTo>
                  <a:pt x="3560356" y="5512610"/>
                </a:lnTo>
                <a:cubicBezTo>
                  <a:pt x="2536740" y="5819267"/>
                  <a:pt x="1474209" y="6016349"/>
                  <a:pt x="440873" y="6091006"/>
                </a:cubicBezTo>
                <a:lnTo>
                  <a:pt x="1" y="6115469"/>
                </a:lnTo>
                <a:close/>
              </a:path>
            </a:pathLst>
          </a:custGeom>
          <a:solidFill>
            <a:schemeClr val="accent2"/>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4" name="Date Placeholder 3">
            <a:extLst>
              <a:ext uri="{FF2B5EF4-FFF2-40B4-BE49-F238E27FC236}">
                <a16:creationId xmlns:a16="http://schemas.microsoft.com/office/drawing/2014/main" id="{CF9DA28F-85F4-9521-B947-B9230720F0FF}"/>
              </a:ext>
            </a:extLst>
          </p:cNvPr>
          <p:cNvSpPr>
            <a:spLocks noGrp="1"/>
          </p:cNvSpPr>
          <p:nvPr>
            <p:ph type="dt" sz="half" idx="10"/>
            <p:custDataLst>
              <p:tags r:id="rId3"/>
            </p:custDataLst>
          </p:nvPr>
        </p:nvSpPr>
        <p:spPr>
          <a:xfrm>
            <a:off x="2486346" y="6356350"/>
            <a:ext cx="1552254" cy="365125"/>
          </a:xfrm>
        </p:spPr>
        <p:txBody>
          <a:bodyPr/>
          <a:lstStyle>
            <a:lvl1pPr>
              <a:defRPr>
                <a:solidFill>
                  <a:schemeClr val="bg1"/>
                </a:solidFill>
              </a:defRPr>
            </a:lvl1pPr>
          </a:lstStyle>
          <a:p>
            <a:fld id="{5EE41C96-DBF0-48A0-B397-1C289043284D}" type="datetime1">
              <a:rPr lang="en-US" smtClean="0"/>
              <a:t>5/28/2026</a:t>
            </a:fld>
            <a:endParaRPr lang="en-US" dirty="0"/>
          </a:p>
        </p:txBody>
      </p:sp>
      <p:sp>
        <p:nvSpPr>
          <p:cNvPr id="5" name="Footer Placeholder 4">
            <a:extLst>
              <a:ext uri="{FF2B5EF4-FFF2-40B4-BE49-F238E27FC236}">
                <a16:creationId xmlns:a16="http://schemas.microsoft.com/office/drawing/2014/main" id="{10F55054-222C-8C5D-E9D8-88181B0005D6}"/>
              </a:ext>
            </a:extLst>
          </p:cNvPr>
          <p:cNvSpPr>
            <a:spLocks noGrp="1"/>
          </p:cNvSpPr>
          <p:nvPr>
            <p:ph type="ftr" sz="quarter" idx="11"/>
            <p:custDataLst>
              <p:tags r:id="rId4"/>
            </p:custDataLst>
          </p:nvPr>
        </p:nvSpPr>
        <p:spPr>
          <a:xfrm>
            <a:off x="4038600" y="6356350"/>
            <a:ext cx="4114800" cy="365125"/>
          </a:xfrm>
        </p:spPr>
        <p:txBody>
          <a:bodyPr/>
          <a:lstStyle>
            <a:lvl1pPr>
              <a:defRPr lang="en-US" dirty="0">
                <a:solidFill>
                  <a:schemeClr val="bg1"/>
                </a:solidFill>
              </a:defRPr>
            </a:lvl1pPr>
          </a:lstStyle>
          <a:p>
            <a:endParaRPr lang="en-SE"/>
          </a:p>
        </p:txBody>
      </p:sp>
      <p:sp>
        <p:nvSpPr>
          <p:cNvPr id="6" name="Slide Number Placeholder 5">
            <a:extLst>
              <a:ext uri="{FF2B5EF4-FFF2-40B4-BE49-F238E27FC236}">
                <a16:creationId xmlns:a16="http://schemas.microsoft.com/office/drawing/2014/main" id="{0C4AA575-1F38-2286-B74E-60222CAE60D7}"/>
              </a:ext>
            </a:extLst>
          </p:cNvPr>
          <p:cNvSpPr>
            <a:spLocks noGrp="1"/>
          </p:cNvSpPr>
          <p:nvPr>
            <p:ph type="sldNum" sz="quarter" idx="12"/>
            <p:custDataLst>
              <p:tags r:id="rId5"/>
            </p:custDataLst>
          </p:nvPr>
        </p:nvSpPr>
        <p:spPr>
          <a:xfrm>
            <a:off x="8610600" y="6356350"/>
            <a:ext cx="3124200" cy="365125"/>
          </a:xfrm>
        </p:spPr>
        <p:txBody>
          <a:bodyPr/>
          <a:lstStyle>
            <a:lvl1pPr>
              <a:defRPr>
                <a:solidFill>
                  <a:schemeClr val="bg1"/>
                </a:solidFill>
              </a:defRPr>
            </a:lvl1pPr>
          </a:lstStyle>
          <a:p>
            <a:fld id="{35EA36FB-EA35-45B6-87A5-93E7705983EC}" type="slidenum">
              <a:rPr lang="en-US" smtClean="0"/>
              <a:pPr/>
              <a:t>‹#›</a:t>
            </a:fld>
            <a:endParaRPr lang="en-US" dirty="0"/>
          </a:p>
        </p:txBody>
      </p:sp>
      <p:sp>
        <p:nvSpPr>
          <p:cNvPr id="2" name="Title 1">
            <a:extLst>
              <a:ext uri="{FF2B5EF4-FFF2-40B4-BE49-F238E27FC236}">
                <a16:creationId xmlns:a16="http://schemas.microsoft.com/office/drawing/2014/main" id="{957F4EC8-011B-F157-E300-3642F67552A6}"/>
              </a:ext>
            </a:extLst>
          </p:cNvPr>
          <p:cNvSpPr>
            <a:spLocks noGrp="1"/>
          </p:cNvSpPr>
          <p:nvPr>
            <p:ph type="title" hasCustomPrompt="1"/>
            <p:custDataLst>
              <p:tags r:id="rId6"/>
            </p:custDataLst>
          </p:nvPr>
        </p:nvSpPr>
        <p:spPr>
          <a:xfrm>
            <a:off x="831850" y="1140872"/>
            <a:ext cx="7872763" cy="2339984"/>
          </a:xfrm>
        </p:spPr>
        <p:txBody>
          <a:bodyPr anchor="b">
            <a:normAutofit/>
          </a:bodyPr>
          <a:lstStyle>
            <a:lvl1pPr>
              <a:defRPr sz="3200">
                <a:solidFill>
                  <a:schemeClr val="bg1"/>
                </a:solidFill>
              </a:defRPr>
            </a:lvl1pPr>
          </a:lstStyle>
          <a:p>
            <a:r>
              <a:rPr lang="en-US" dirty="0"/>
              <a:t>Click to edit title</a:t>
            </a:r>
          </a:p>
        </p:txBody>
      </p:sp>
    </p:spTree>
    <p:extLst>
      <p:ext uri="{BB962C8B-B14F-4D97-AF65-F5344CB8AC3E}">
        <p14:creationId xmlns:p14="http://schemas.microsoft.com/office/powerpoint/2010/main" val="20274659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3 Chapter - Red, im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3E6B07-C225-738E-48F5-53FDB79E5765}"/>
              </a:ext>
            </a:extLst>
          </p:cNvPr>
          <p:cNvSpPr/>
          <p:nvPr userDrawn="1">
            <p:custDataLst>
              <p:tags r:id="rId1"/>
            </p:custDataLst>
          </p:nvPr>
        </p:nvSpPr>
        <p:spPr>
          <a:xfrm>
            <a:off x="0" y="0"/>
            <a:ext cx="12192000" cy="6858000"/>
          </a:xfrm>
          <a:prstGeom prst="rect">
            <a:avLst/>
          </a:prstGeom>
          <a:solidFill>
            <a:srgbClr val="D4404D"/>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a:p>
        </p:txBody>
      </p:sp>
      <p:sp>
        <p:nvSpPr>
          <p:cNvPr id="11" name="Picture Placeholder 10">
            <a:extLst>
              <a:ext uri="{FF2B5EF4-FFF2-40B4-BE49-F238E27FC236}">
                <a16:creationId xmlns:a16="http://schemas.microsoft.com/office/drawing/2014/main" id="{E78F28A9-40BE-AABF-8C4E-FF0B6132B724}"/>
              </a:ext>
            </a:extLst>
          </p:cNvPr>
          <p:cNvSpPr>
            <a:spLocks noGrp="1"/>
          </p:cNvSpPr>
          <p:nvPr>
            <p:ph type="pic" sz="quarter" idx="17" hasCustomPrompt="1"/>
            <p:custDataLst>
              <p:tags r:id="rId2"/>
            </p:custDataLst>
          </p:nvPr>
        </p:nvSpPr>
        <p:spPr>
          <a:xfrm>
            <a:off x="8016000" y="0"/>
            <a:ext cx="4176000" cy="6858000"/>
          </a:xfrm>
          <a:prstGeom prst="rect">
            <a:avLst/>
          </a:prstGeom>
          <a:pattFill prst="pct80">
            <a:fgClr>
              <a:srgbClr val="BFBFBF"/>
            </a:fgClr>
            <a:bgClr>
              <a:schemeClr val="bg1"/>
            </a:bgClr>
          </a:pattFill>
        </p:spPr>
        <p:txBody>
          <a:bodyPr wrap="square" tIns="1260000" anchor="ctr" anchorCtr="0">
            <a:noAutofit/>
          </a:bodyPr>
          <a:lstStyle>
            <a:lvl1pPr marL="0" indent="0" algn="ctr">
              <a:buFontTx/>
              <a:buNone/>
              <a:defRPr sz="1600"/>
            </a:lvl1pPr>
          </a:lstStyle>
          <a:p>
            <a:r>
              <a:rPr lang="en-US" dirty="0"/>
              <a:t> </a:t>
            </a:r>
          </a:p>
        </p:txBody>
      </p:sp>
      <p:sp>
        <p:nvSpPr>
          <p:cNvPr id="15" name="Date Placeholder 7">
            <a:extLst>
              <a:ext uri="{FF2B5EF4-FFF2-40B4-BE49-F238E27FC236}">
                <a16:creationId xmlns:a16="http://schemas.microsoft.com/office/drawing/2014/main" id="{0567A1F4-EA2E-2AEF-2362-27BF8E57C797}"/>
              </a:ext>
            </a:extLst>
          </p:cNvPr>
          <p:cNvSpPr>
            <a:spLocks noGrp="1"/>
          </p:cNvSpPr>
          <p:nvPr>
            <p:ph type="dt" sz="half" idx="20"/>
            <p:custDataLst>
              <p:tags r:id="rId3"/>
            </p:custDataLst>
          </p:nvPr>
        </p:nvSpPr>
        <p:spPr>
          <a:xfrm>
            <a:off x="831851" y="6356350"/>
            <a:ext cx="1552254" cy="365125"/>
          </a:xfrm>
        </p:spPr>
        <p:txBody>
          <a:bodyPr/>
          <a:lstStyle>
            <a:lvl1pPr algn="l">
              <a:defRPr>
                <a:solidFill>
                  <a:schemeClr val="bg1"/>
                </a:solidFill>
              </a:defRPr>
            </a:lvl1pPr>
          </a:lstStyle>
          <a:p>
            <a:fld id="{04B13DAE-171A-41FE-9E3A-E6CCAAA940AF}" type="datetime1">
              <a:rPr lang="en-US" smtClean="0"/>
              <a:t>5/28/2026</a:t>
            </a:fld>
            <a:endParaRPr lang="en-US" dirty="0"/>
          </a:p>
        </p:txBody>
      </p:sp>
      <p:sp>
        <p:nvSpPr>
          <p:cNvPr id="16" name="Footer Placeholder 10">
            <a:extLst>
              <a:ext uri="{FF2B5EF4-FFF2-40B4-BE49-F238E27FC236}">
                <a16:creationId xmlns:a16="http://schemas.microsoft.com/office/drawing/2014/main" id="{51804E33-4276-BB13-5854-7DA374F6D737}"/>
              </a:ext>
            </a:extLst>
          </p:cNvPr>
          <p:cNvSpPr>
            <a:spLocks noGrp="1"/>
          </p:cNvSpPr>
          <p:nvPr>
            <p:ph type="ftr" sz="quarter" idx="21"/>
            <p:custDataLst>
              <p:tags r:id="rId4"/>
            </p:custDataLst>
          </p:nvPr>
        </p:nvSpPr>
        <p:spPr>
          <a:xfrm>
            <a:off x="2384105" y="6356350"/>
            <a:ext cx="4114800" cy="365125"/>
          </a:xfrm>
        </p:spPr>
        <p:txBody>
          <a:bodyPr/>
          <a:lstStyle>
            <a:lvl1pPr>
              <a:defRPr lang="en-US" dirty="0">
                <a:solidFill>
                  <a:schemeClr val="bg1"/>
                </a:solidFill>
              </a:defRPr>
            </a:lvl1pPr>
          </a:lstStyle>
          <a:p>
            <a:endParaRPr lang="en-SE"/>
          </a:p>
        </p:txBody>
      </p:sp>
      <p:sp>
        <p:nvSpPr>
          <p:cNvPr id="7" name="Slide Number Placeholder 5">
            <a:extLst>
              <a:ext uri="{FF2B5EF4-FFF2-40B4-BE49-F238E27FC236}">
                <a16:creationId xmlns:a16="http://schemas.microsoft.com/office/drawing/2014/main" id="{5F874BA3-3ABF-81E5-68EF-B8E1C815BF2A}"/>
              </a:ext>
            </a:extLst>
          </p:cNvPr>
          <p:cNvSpPr>
            <a:spLocks noGrp="1"/>
          </p:cNvSpPr>
          <p:nvPr>
            <p:ph type="sldNum" sz="quarter" idx="12"/>
            <p:custDataLst>
              <p:tags r:id="rId5"/>
            </p:custDataLst>
          </p:nvPr>
        </p:nvSpPr>
        <p:spPr>
          <a:xfrm>
            <a:off x="8610600" y="6356350"/>
            <a:ext cx="3124200" cy="365125"/>
          </a:xfrm>
        </p:spPr>
        <p:txBody>
          <a:bodyPr/>
          <a:lstStyle>
            <a:lvl1pPr>
              <a:defRPr>
                <a:solidFill>
                  <a:schemeClr val="bg1"/>
                </a:solidFill>
              </a:defRPr>
            </a:lvl1pPr>
          </a:lstStyle>
          <a:p>
            <a:fld id="{35EA36FB-EA35-45B6-87A5-93E7705983EC}" type="slidenum">
              <a:rPr lang="en-US" smtClean="0"/>
              <a:pPr/>
              <a:t>‹#›</a:t>
            </a:fld>
            <a:endParaRPr lang="en-US" dirty="0"/>
          </a:p>
        </p:txBody>
      </p:sp>
      <p:sp>
        <p:nvSpPr>
          <p:cNvPr id="9" name="Swirl">
            <a:extLst>
              <a:ext uri="{FF2B5EF4-FFF2-40B4-BE49-F238E27FC236}">
                <a16:creationId xmlns:a16="http://schemas.microsoft.com/office/drawing/2014/main" id="{014A3108-0C16-04BD-5912-DDF93FA673F1}"/>
              </a:ext>
            </a:extLst>
          </p:cNvPr>
          <p:cNvSpPr>
            <a:spLocks noGrp="1"/>
          </p:cNvSpPr>
          <p:nvPr>
            <p:ph type="body" sz="quarter" idx="24" hasCustomPrompt="1"/>
            <p:custDataLst>
              <p:tags r:id="rId6"/>
            </p:custDataLst>
          </p:nvPr>
        </p:nvSpPr>
        <p:spPr>
          <a:xfrm>
            <a:off x="6739173" y="0"/>
            <a:ext cx="1699200" cy="6858000"/>
          </a:xfrm>
          <a:blipFill>
            <a:blip>
              <a:extLst>
                <a:ext uri="{96DAC541-7B7A-43D3-8B79-37D633B846F1}">
                  <asvg:svgBlip xmlns:asvg="http://schemas.microsoft.com/office/drawing/2016/SVG/main" r:embed="rId10"/>
                </a:ext>
              </a:extLst>
            </a:blip>
            <a:stretch>
              <a:fillRect/>
            </a:stretch>
          </a:blipFill>
        </p:spPr>
        <p:txBody>
          <a:bodyPr/>
          <a:lstStyle>
            <a:lvl1pPr marL="0" indent="0">
              <a:buFontTx/>
              <a:buNone/>
              <a:defRPr sz="100">
                <a:solidFill>
                  <a:schemeClr val="tx1">
                    <a:alpha val="0"/>
                  </a:schemeClr>
                </a:solidFill>
              </a:defRPr>
            </a:lvl1pPr>
            <a:lvl2pPr marL="226800" indent="0">
              <a:buFontTx/>
              <a:buNone/>
              <a:defRPr sz="100">
                <a:solidFill>
                  <a:schemeClr val="tx1">
                    <a:alpha val="0"/>
                  </a:schemeClr>
                </a:solidFill>
              </a:defRPr>
            </a:lvl2pPr>
            <a:lvl3pPr marL="460800" indent="0">
              <a:buFontTx/>
              <a:buNone/>
              <a:defRPr sz="100">
                <a:solidFill>
                  <a:schemeClr val="tx1">
                    <a:alpha val="0"/>
                  </a:schemeClr>
                </a:solidFill>
              </a:defRPr>
            </a:lvl3pPr>
            <a:lvl4pPr marL="687600" indent="0">
              <a:buFontTx/>
              <a:buNone/>
              <a:defRPr sz="100">
                <a:solidFill>
                  <a:schemeClr val="tx1">
                    <a:alpha val="0"/>
                  </a:schemeClr>
                </a:solidFill>
              </a:defRPr>
            </a:lvl4pPr>
            <a:lvl5pPr marL="914400" indent="0">
              <a:buFontTx/>
              <a:buNone/>
              <a:defRPr sz="100">
                <a:solidFill>
                  <a:schemeClr val="tx1">
                    <a:alpha val="0"/>
                  </a:schemeClr>
                </a:solidFill>
              </a:defRPr>
            </a:lvl5pPr>
          </a:lstStyle>
          <a:p>
            <a:pPr lvl="0"/>
            <a:r>
              <a:rPr lang="en-US" dirty="0"/>
              <a:t> </a:t>
            </a:r>
          </a:p>
        </p:txBody>
      </p:sp>
      <p:sp>
        <p:nvSpPr>
          <p:cNvPr id="14" name="Text Placeholder 13">
            <a:extLst>
              <a:ext uri="{FF2B5EF4-FFF2-40B4-BE49-F238E27FC236}">
                <a16:creationId xmlns:a16="http://schemas.microsoft.com/office/drawing/2014/main" id="{16AD025A-0B8B-1F09-4B17-B90854D313E2}"/>
              </a:ext>
            </a:extLst>
          </p:cNvPr>
          <p:cNvSpPr>
            <a:spLocks noGrp="1"/>
          </p:cNvSpPr>
          <p:nvPr>
            <p:ph type="body" sz="quarter" idx="19"/>
            <p:custDataLst>
              <p:tags r:id="rId7"/>
            </p:custDataLst>
          </p:nvPr>
        </p:nvSpPr>
        <p:spPr>
          <a:xfrm>
            <a:off x="831852" y="2879319"/>
            <a:ext cx="5875282" cy="2535162"/>
          </a:xfrm>
        </p:spPr>
        <p:txBody>
          <a:bodyPr/>
          <a:lstStyle>
            <a:lvl1pPr marL="0" indent="0">
              <a:buFontTx/>
              <a:buNone/>
              <a:defRPr>
                <a:solidFill>
                  <a:schemeClr val="bg1"/>
                </a:solidFill>
              </a:defRPr>
            </a:lvl1pPr>
            <a:lvl2pPr marL="223837" indent="0">
              <a:buFontTx/>
              <a:buNone/>
              <a:defRPr>
                <a:solidFill>
                  <a:schemeClr val="bg1"/>
                </a:solidFill>
              </a:defRPr>
            </a:lvl2pPr>
            <a:lvl3pPr marL="457200" indent="0">
              <a:buFontTx/>
              <a:buNone/>
              <a:defRPr/>
            </a:lvl3pPr>
            <a:lvl4pPr marL="669925" indent="0">
              <a:buFontTx/>
              <a:buNone/>
              <a:defRPr/>
            </a:lvl4pPr>
            <a:lvl5pPr marL="914400" indent="0">
              <a:buFontTx/>
              <a:buNone/>
              <a:defRPr/>
            </a:lvl5pPr>
          </a:lstStyle>
          <a:p>
            <a:pPr lvl="0"/>
            <a:r>
              <a:rPr lang="en-US" altLang="ja-JP" dirty="0"/>
              <a:t>Click to edit Master text styles</a:t>
            </a:r>
          </a:p>
        </p:txBody>
      </p:sp>
      <p:sp>
        <p:nvSpPr>
          <p:cNvPr id="2" name="Title 1">
            <a:extLst>
              <a:ext uri="{FF2B5EF4-FFF2-40B4-BE49-F238E27FC236}">
                <a16:creationId xmlns:a16="http://schemas.microsoft.com/office/drawing/2014/main" id="{957F4EC8-011B-F157-E300-3642F67552A6}"/>
              </a:ext>
            </a:extLst>
          </p:cNvPr>
          <p:cNvSpPr>
            <a:spLocks noGrp="1"/>
          </p:cNvSpPr>
          <p:nvPr>
            <p:ph type="title" hasCustomPrompt="1"/>
            <p:custDataLst>
              <p:tags r:id="rId8"/>
            </p:custDataLst>
          </p:nvPr>
        </p:nvSpPr>
        <p:spPr>
          <a:xfrm>
            <a:off x="831851" y="1140872"/>
            <a:ext cx="5866900" cy="1295131"/>
          </a:xfrm>
        </p:spPr>
        <p:txBody>
          <a:bodyPr anchor="b">
            <a:normAutofit/>
          </a:bodyPr>
          <a:lstStyle>
            <a:lvl1pPr>
              <a:defRPr sz="3200">
                <a:solidFill>
                  <a:schemeClr val="bg1"/>
                </a:solidFill>
              </a:defRPr>
            </a:lvl1pPr>
          </a:lstStyle>
          <a:p>
            <a:r>
              <a:rPr lang="en-US" dirty="0"/>
              <a:t>Click to edit title</a:t>
            </a:r>
          </a:p>
        </p:txBody>
      </p:sp>
    </p:spTree>
    <p:extLst>
      <p:ext uri="{BB962C8B-B14F-4D97-AF65-F5344CB8AC3E}">
        <p14:creationId xmlns:p14="http://schemas.microsoft.com/office/powerpoint/2010/main" val="8630728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4 Chapter - Blue, im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3EEC44D-ED85-01FE-9BD9-A51E9A5879B9}"/>
              </a:ext>
            </a:extLst>
          </p:cNvPr>
          <p:cNvSpPr/>
          <p:nvPr userDrawn="1">
            <p:custDataLst>
              <p:tags r:id="rId1"/>
            </p:custDataLst>
          </p:nvPr>
        </p:nvSpPr>
        <p:spPr>
          <a:xfrm>
            <a:off x="0" y="0"/>
            <a:ext cx="12192000" cy="6858000"/>
          </a:xfrm>
          <a:prstGeom prst="rect">
            <a:avLst/>
          </a:prstGeom>
          <a:solidFill>
            <a:srgbClr val="335286"/>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a:p>
        </p:txBody>
      </p:sp>
      <p:sp>
        <p:nvSpPr>
          <p:cNvPr id="13" name="Picture Placeholder 12">
            <a:extLst>
              <a:ext uri="{FF2B5EF4-FFF2-40B4-BE49-F238E27FC236}">
                <a16:creationId xmlns:a16="http://schemas.microsoft.com/office/drawing/2014/main" id="{79200BDF-F795-8505-730E-A9AF5973C7A7}"/>
              </a:ext>
            </a:extLst>
          </p:cNvPr>
          <p:cNvSpPr>
            <a:spLocks noGrp="1"/>
          </p:cNvSpPr>
          <p:nvPr>
            <p:ph type="pic" sz="quarter" idx="17" hasCustomPrompt="1"/>
            <p:custDataLst>
              <p:tags r:id="rId2"/>
            </p:custDataLst>
          </p:nvPr>
        </p:nvSpPr>
        <p:spPr>
          <a:xfrm>
            <a:off x="8016000" y="0"/>
            <a:ext cx="4176000" cy="6858000"/>
          </a:xfrm>
          <a:prstGeom prst="rect">
            <a:avLst/>
          </a:prstGeom>
          <a:pattFill prst="pct80">
            <a:fgClr>
              <a:srgbClr val="BFBFBF"/>
            </a:fgClr>
            <a:bgClr>
              <a:schemeClr val="bg1"/>
            </a:bgClr>
          </a:pattFill>
        </p:spPr>
        <p:txBody>
          <a:bodyPr wrap="square" tIns="1260000" anchor="ctr" anchorCtr="0">
            <a:noAutofit/>
          </a:bodyPr>
          <a:lstStyle>
            <a:lvl1pPr marL="0" indent="0" algn="ctr">
              <a:buFontTx/>
              <a:buNone/>
              <a:defRPr sz="1600"/>
            </a:lvl1pPr>
          </a:lstStyle>
          <a:p>
            <a:r>
              <a:rPr lang="en-US" dirty="0"/>
              <a:t> </a:t>
            </a:r>
          </a:p>
        </p:txBody>
      </p:sp>
      <p:sp>
        <p:nvSpPr>
          <p:cNvPr id="8" name="Date Placeholder 7">
            <a:extLst>
              <a:ext uri="{FF2B5EF4-FFF2-40B4-BE49-F238E27FC236}">
                <a16:creationId xmlns:a16="http://schemas.microsoft.com/office/drawing/2014/main" id="{ECD4716C-D1BA-4015-6390-6CB84AB2A757}"/>
              </a:ext>
            </a:extLst>
          </p:cNvPr>
          <p:cNvSpPr>
            <a:spLocks noGrp="1"/>
          </p:cNvSpPr>
          <p:nvPr>
            <p:ph type="dt" sz="half" idx="20"/>
            <p:custDataLst>
              <p:tags r:id="rId3"/>
            </p:custDataLst>
          </p:nvPr>
        </p:nvSpPr>
        <p:spPr>
          <a:xfrm>
            <a:off x="831851" y="6356350"/>
            <a:ext cx="1552254" cy="365125"/>
          </a:xfrm>
        </p:spPr>
        <p:txBody>
          <a:bodyPr/>
          <a:lstStyle>
            <a:lvl1pPr algn="l">
              <a:defRPr>
                <a:solidFill>
                  <a:schemeClr val="bg1"/>
                </a:solidFill>
              </a:defRPr>
            </a:lvl1pPr>
          </a:lstStyle>
          <a:p>
            <a:fld id="{F7C42AB3-0FEC-4826-89AC-28E68195D4FC}" type="datetime1">
              <a:rPr lang="en-US" smtClean="0"/>
              <a:t>5/28/2026</a:t>
            </a:fld>
            <a:endParaRPr lang="en-US" dirty="0"/>
          </a:p>
        </p:txBody>
      </p:sp>
      <p:sp>
        <p:nvSpPr>
          <p:cNvPr id="11" name="Footer Placeholder 10">
            <a:extLst>
              <a:ext uri="{FF2B5EF4-FFF2-40B4-BE49-F238E27FC236}">
                <a16:creationId xmlns:a16="http://schemas.microsoft.com/office/drawing/2014/main" id="{2EEC0EB9-956F-E4DD-49D2-BC3B6366FA9C}"/>
              </a:ext>
            </a:extLst>
          </p:cNvPr>
          <p:cNvSpPr>
            <a:spLocks noGrp="1"/>
          </p:cNvSpPr>
          <p:nvPr>
            <p:ph type="ftr" sz="quarter" idx="21"/>
            <p:custDataLst>
              <p:tags r:id="rId4"/>
            </p:custDataLst>
          </p:nvPr>
        </p:nvSpPr>
        <p:spPr>
          <a:xfrm>
            <a:off x="2384105" y="6356350"/>
            <a:ext cx="4114800" cy="365125"/>
          </a:xfrm>
        </p:spPr>
        <p:txBody>
          <a:bodyPr/>
          <a:lstStyle>
            <a:lvl1pPr>
              <a:defRPr lang="en-US" dirty="0">
                <a:solidFill>
                  <a:schemeClr val="bg1"/>
                </a:solidFill>
              </a:defRPr>
            </a:lvl1pPr>
          </a:lstStyle>
          <a:p>
            <a:endParaRPr lang="en-SE"/>
          </a:p>
        </p:txBody>
      </p:sp>
      <p:sp>
        <p:nvSpPr>
          <p:cNvPr id="12" name="Slide Number Placeholder 11">
            <a:extLst>
              <a:ext uri="{FF2B5EF4-FFF2-40B4-BE49-F238E27FC236}">
                <a16:creationId xmlns:a16="http://schemas.microsoft.com/office/drawing/2014/main" id="{69F2683A-9757-1E0C-95D7-3B19112F93E3}"/>
              </a:ext>
            </a:extLst>
          </p:cNvPr>
          <p:cNvSpPr>
            <a:spLocks noGrp="1"/>
          </p:cNvSpPr>
          <p:nvPr>
            <p:ph type="sldNum" sz="quarter" idx="22"/>
            <p:custDataLst>
              <p:tags r:id="rId5"/>
            </p:custDataLst>
          </p:nvPr>
        </p:nvSpPr>
        <p:spPr/>
        <p:txBody>
          <a:bodyPr/>
          <a:lstStyle>
            <a:lvl1pPr>
              <a:defRPr>
                <a:solidFill>
                  <a:schemeClr val="bg1"/>
                </a:solidFill>
              </a:defRPr>
            </a:lvl1pPr>
          </a:lstStyle>
          <a:p>
            <a:fld id="{35EA36FB-EA35-45B6-87A5-93E7705983EC}" type="slidenum">
              <a:rPr lang="en-US" smtClean="0"/>
              <a:pPr/>
              <a:t>‹#›</a:t>
            </a:fld>
            <a:endParaRPr lang="en-US" dirty="0"/>
          </a:p>
        </p:txBody>
      </p:sp>
      <p:sp>
        <p:nvSpPr>
          <p:cNvPr id="3" name="Swirl">
            <a:extLst>
              <a:ext uri="{FF2B5EF4-FFF2-40B4-BE49-F238E27FC236}">
                <a16:creationId xmlns:a16="http://schemas.microsoft.com/office/drawing/2014/main" id="{50B4574F-C3EC-917B-6E8E-11BA51CF09FA}"/>
              </a:ext>
            </a:extLst>
          </p:cNvPr>
          <p:cNvSpPr>
            <a:spLocks noGrp="1"/>
          </p:cNvSpPr>
          <p:nvPr>
            <p:ph type="body" sz="quarter" idx="24" hasCustomPrompt="1"/>
            <p:custDataLst>
              <p:tags r:id="rId6"/>
            </p:custDataLst>
          </p:nvPr>
        </p:nvSpPr>
        <p:spPr>
          <a:xfrm>
            <a:off x="6739173" y="0"/>
            <a:ext cx="1699200" cy="6858000"/>
          </a:xfrm>
          <a:blipFill>
            <a:blip>
              <a:extLst>
                <a:ext uri="{96DAC541-7B7A-43D3-8B79-37D633B846F1}">
                  <asvg:svgBlip xmlns:asvg="http://schemas.microsoft.com/office/drawing/2016/SVG/main" r:embed="rId10"/>
                </a:ext>
              </a:extLst>
            </a:blip>
            <a:stretch>
              <a:fillRect/>
            </a:stretch>
          </a:blipFill>
        </p:spPr>
        <p:txBody>
          <a:bodyPr/>
          <a:lstStyle>
            <a:lvl1pPr marL="0" indent="0">
              <a:buFontTx/>
              <a:buNone/>
              <a:defRPr sz="100">
                <a:solidFill>
                  <a:schemeClr val="tx1">
                    <a:alpha val="0"/>
                  </a:schemeClr>
                </a:solidFill>
              </a:defRPr>
            </a:lvl1pPr>
            <a:lvl2pPr marL="226800" indent="0">
              <a:buFontTx/>
              <a:buNone/>
              <a:defRPr sz="100">
                <a:solidFill>
                  <a:schemeClr val="tx1">
                    <a:alpha val="0"/>
                  </a:schemeClr>
                </a:solidFill>
              </a:defRPr>
            </a:lvl2pPr>
            <a:lvl3pPr marL="460800" indent="0">
              <a:buFontTx/>
              <a:buNone/>
              <a:defRPr sz="100">
                <a:solidFill>
                  <a:schemeClr val="tx1">
                    <a:alpha val="0"/>
                  </a:schemeClr>
                </a:solidFill>
              </a:defRPr>
            </a:lvl3pPr>
            <a:lvl4pPr marL="687600" indent="0">
              <a:buFontTx/>
              <a:buNone/>
              <a:defRPr sz="100">
                <a:solidFill>
                  <a:schemeClr val="tx1">
                    <a:alpha val="0"/>
                  </a:schemeClr>
                </a:solidFill>
              </a:defRPr>
            </a:lvl4pPr>
            <a:lvl5pPr marL="914400" indent="0">
              <a:buFontTx/>
              <a:buNone/>
              <a:defRPr sz="100">
                <a:solidFill>
                  <a:schemeClr val="tx1">
                    <a:alpha val="0"/>
                  </a:schemeClr>
                </a:solidFill>
              </a:defRPr>
            </a:lvl5pPr>
          </a:lstStyle>
          <a:p>
            <a:pPr lvl="0"/>
            <a:r>
              <a:rPr lang="en-US" dirty="0"/>
              <a:t> </a:t>
            </a:r>
          </a:p>
        </p:txBody>
      </p:sp>
      <p:sp>
        <p:nvSpPr>
          <p:cNvPr id="14" name="Text Placeholder 13">
            <a:extLst>
              <a:ext uri="{FF2B5EF4-FFF2-40B4-BE49-F238E27FC236}">
                <a16:creationId xmlns:a16="http://schemas.microsoft.com/office/drawing/2014/main" id="{16AD025A-0B8B-1F09-4B17-B90854D313E2}"/>
              </a:ext>
            </a:extLst>
          </p:cNvPr>
          <p:cNvSpPr>
            <a:spLocks noGrp="1"/>
          </p:cNvSpPr>
          <p:nvPr>
            <p:ph type="body" sz="quarter" idx="19"/>
            <p:custDataLst>
              <p:tags r:id="rId7"/>
            </p:custDataLst>
          </p:nvPr>
        </p:nvSpPr>
        <p:spPr>
          <a:xfrm>
            <a:off x="831852" y="2879319"/>
            <a:ext cx="5875282" cy="2535162"/>
          </a:xfrm>
        </p:spPr>
        <p:txBody>
          <a:bodyPr/>
          <a:lstStyle>
            <a:lvl1pPr marL="0" indent="0">
              <a:buFontTx/>
              <a:buNone/>
              <a:defRPr>
                <a:solidFill>
                  <a:schemeClr val="bg1"/>
                </a:solidFill>
              </a:defRPr>
            </a:lvl1pPr>
            <a:lvl2pPr marL="223837" indent="0">
              <a:buFontTx/>
              <a:buNone/>
              <a:defRPr>
                <a:solidFill>
                  <a:schemeClr val="bg1"/>
                </a:solidFill>
              </a:defRPr>
            </a:lvl2pPr>
            <a:lvl3pPr marL="457200" indent="0">
              <a:buFontTx/>
              <a:buNone/>
              <a:defRPr/>
            </a:lvl3pPr>
            <a:lvl4pPr marL="669925" indent="0">
              <a:buFontTx/>
              <a:buNone/>
              <a:defRPr/>
            </a:lvl4pPr>
            <a:lvl5pPr marL="914400" indent="0">
              <a:buFontTx/>
              <a:buNone/>
              <a:defRPr/>
            </a:lvl5pPr>
          </a:lstStyle>
          <a:p>
            <a:pPr lvl="0"/>
            <a:r>
              <a:rPr lang="en-US" altLang="ja-JP" dirty="0"/>
              <a:t>Click to edit Master text styles</a:t>
            </a:r>
          </a:p>
        </p:txBody>
      </p:sp>
      <p:sp>
        <p:nvSpPr>
          <p:cNvPr id="2" name="Title 1">
            <a:extLst>
              <a:ext uri="{FF2B5EF4-FFF2-40B4-BE49-F238E27FC236}">
                <a16:creationId xmlns:a16="http://schemas.microsoft.com/office/drawing/2014/main" id="{957F4EC8-011B-F157-E300-3642F67552A6}"/>
              </a:ext>
            </a:extLst>
          </p:cNvPr>
          <p:cNvSpPr>
            <a:spLocks noGrp="1"/>
          </p:cNvSpPr>
          <p:nvPr>
            <p:ph type="title" hasCustomPrompt="1"/>
            <p:custDataLst>
              <p:tags r:id="rId8"/>
            </p:custDataLst>
          </p:nvPr>
        </p:nvSpPr>
        <p:spPr>
          <a:xfrm>
            <a:off x="831851" y="1140872"/>
            <a:ext cx="5866900" cy="1295131"/>
          </a:xfrm>
        </p:spPr>
        <p:txBody>
          <a:bodyPr anchor="b">
            <a:normAutofit/>
          </a:bodyPr>
          <a:lstStyle>
            <a:lvl1pPr>
              <a:defRPr sz="3200">
                <a:solidFill>
                  <a:schemeClr val="bg1"/>
                </a:solidFill>
              </a:defRPr>
            </a:lvl1pPr>
          </a:lstStyle>
          <a:p>
            <a:r>
              <a:rPr lang="en-US" dirty="0"/>
              <a:t>Click to edit title</a:t>
            </a:r>
          </a:p>
        </p:txBody>
      </p:sp>
    </p:spTree>
    <p:extLst>
      <p:ext uri="{BB962C8B-B14F-4D97-AF65-F5344CB8AC3E}">
        <p14:creationId xmlns:p14="http://schemas.microsoft.com/office/powerpoint/2010/main" val="5469849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1 Content - Title, text">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E9BA90B4-646B-0DB5-F397-680E642A0DEE}"/>
              </a:ext>
            </a:extLst>
          </p:cNvPr>
          <p:cNvSpPr>
            <a:spLocks noGrp="1"/>
          </p:cNvSpPr>
          <p:nvPr>
            <p:ph type="body" sz="quarter" idx="13"/>
            <p:custDataLst>
              <p:tags r:id="rId1"/>
            </p:custDataLst>
          </p:nvPr>
        </p:nvSpPr>
        <p:spPr>
          <a:xfrm>
            <a:off x="457200" y="1196975"/>
            <a:ext cx="11282404" cy="5111750"/>
          </a:xfrm>
        </p:spPr>
        <p:txBody>
          <a:bodyPr lIns="0"/>
          <a:lstStyle/>
          <a:p>
            <a:pPr lvl="0"/>
            <a:r>
              <a:rPr lang="en-US" altLang="ja-JP" dirty="0"/>
              <a:t>Click to edit Master text styles</a:t>
            </a:r>
          </a:p>
        </p:txBody>
      </p:sp>
      <p:grpSp>
        <p:nvGrpSpPr>
          <p:cNvPr id="2" name="LOGO RED">
            <a:extLst>
              <a:ext uri="{FF2B5EF4-FFF2-40B4-BE49-F238E27FC236}">
                <a16:creationId xmlns:a16="http://schemas.microsoft.com/office/drawing/2014/main" id="{9AAE67B5-0022-1E2A-1CF7-C34C60CB9E9A}"/>
              </a:ext>
            </a:extLst>
          </p:cNvPr>
          <p:cNvGrpSpPr/>
          <p:nvPr userDrawn="1">
            <p:custDataLst>
              <p:tags r:id="rId2"/>
            </p:custDataLst>
          </p:nvPr>
        </p:nvGrpSpPr>
        <p:grpSpPr>
          <a:xfrm>
            <a:off x="454798" y="6444000"/>
            <a:ext cx="1407869" cy="245006"/>
            <a:chOff x="3245241" y="3110528"/>
            <a:chExt cx="5696307" cy="991307"/>
          </a:xfrm>
          <a:solidFill>
            <a:srgbClr val="ED1C24"/>
          </a:solidFill>
        </p:grpSpPr>
        <p:sp>
          <p:nvSpPr>
            <p:cNvPr id="3" name="Freeform: Shape 2">
              <a:extLst>
                <a:ext uri="{FF2B5EF4-FFF2-40B4-BE49-F238E27FC236}">
                  <a16:creationId xmlns:a16="http://schemas.microsoft.com/office/drawing/2014/main" id="{CAE16E92-F4FC-8810-4D05-72995848F81E}"/>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7C20955C-4547-78D6-2FF4-A07A4E7E23A1}"/>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B7681201-3CFD-98D8-8456-A6BDB3111A18}"/>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38EDBE2B-4E80-08A8-1467-FF71E661305B}"/>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18244B78-A35B-FC76-EC6C-C91331357073}"/>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14" name="Date Placeholder 13">
            <a:extLst>
              <a:ext uri="{FF2B5EF4-FFF2-40B4-BE49-F238E27FC236}">
                <a16:creationId xmlns:a16="http://schemas.microsoft.com/office/drawing/2014/main" id="{2A4872FD-E674-A0A3-1BF2-2BF061982F8B}"/>
              </a:ext>
            </a:extLst>
          </p:cNvPr>
          <p:cNvSpPr>
            <a:spLocks noGrp="1"/>
          </p:cNvSpPr>
          <p:nvPr>
            <p:ph type="dt" sz="half" idx="14"/>
            <p:custDataLst>
              <p:tags r:id="rId3"/>
            </p:custDataLst>
          </p:nvPr>
        </p:nvSpPr>
        <p:spPr/>
        <p:txBody>
          <a:bodyPr/>
          <a:lstStyle/>
          <a:p>
            <a:fld id="{32D5097E-1D37-4B1C-A322-C20172B03F8A}" type="datetime1">
              <a:rPr lang="en-US" smtClean="0"/>
              <a:t>5/28/2026</a:t>
            </a:fld>
            <a:endParaRPr lang="en-US" dirty="0"/>
          </a:p>
        </p:txBody>
      </p:sp>
      <p:sp>
        <p:nvSpPr>
          <p:cNvPr id="15" name="Footer Placeholder 14">
            <a:extLst>
              <a:ext uri="{FF2B5EF4-FFF2-40B4-BE49-F238E27FC236}">
                <a16:creationId xmlns:a16="http://schemas.microsoft.com/office/drawing/2014/main" id="{2C7429F2-01F7-7986-A76C-1FC08769BF9B}"/>
              </a:ext>
            </a:extLst>
          </p:cNvPr>
          <p:cNvSpPr>
            <a:spLocks noGrp="1"/>
          </p:cNvSpPr>
          <p:nvPr>
            <p:ph type="ftr" sz="quarter" idx="15"/>
            <p:custDataLst>
              <p:tags r:id="rId4"/>
            </p:custDataLst>
          </p:nvPr>
        </p:nvSpPr>
        <p:spPr/>
        <p:txBody>
          <a:bodyPr/>
          <a:lstStyle>
            <a:lvl1pPr>
              <a:defRPr lang="en-US" dirty="0"/>
            </a:lvl1pPr>
          </a:lstStyle>
          <a:p>
            <a:endParaRPr lang="en-US" dirty="0"/>
          </a:p>
        </p:txBody>
      </p:sp>
      <p:sp>
        <p:nvSpPr>
          <p:cNvPr id="16" name="Slide Number Placeholder 15">
            <a:extLst>
              <a:ext uri="{FF2B5EF4-FFF2-40B4-BE49-F238E27FC236}">
                <a16:creationId xmlns:a16="http://schemas.microsoft.com/office/drawing/2014/main" id="{B44F69F9-A571-CE39-1831-6D21BF3B7034}"/>
              </a:ext>
            </a:extLst>
          </p:cNvPr>
          <p:cNvSpPr>
            <a:spLocks noGrp="1"/>
          </p:cNvSpPr>
          <p:nvPr>
            <p:ph type="sldNum" sz="quarter" idx="16"/>
            <p:custDataLst>
              <p:tags r:id="rId5"/>
            </p:custDataLst>
          </p:nvPr>
        </p:nvSpPr>
        <p:spPr/>
        <p:txBody>
          <a:bodyPr/>
          <a:lstStyle/>
          <a:p>
            <a:fld id="{35EA36FB-EA35-45B6-87A5-93E7705983EC}" type="slidenum">
              <a:rPr lang="en-US" smtClean="0"/>
              <a:pPr/>
              <a:t>‹#›</a:t>
            </a:fld>
            <a:endParaRPr lang="en-US" dirty="0"/>
          </a:p>
        </p:txBody>
      </p:sp>
      <p:sp>
        <p:nvSpPr>
          <p:cNvPr id="5" name="Title 4">
            <a:extLst>
              <a:ext uri="{FF2B5EF4-FFF2-40B4-BE49-F238E27FC236}">
                <a16:creationId xmlns:a16="http://schemas.microsoft.com/office/drawing/2014/main" id="{74DF58BB-1349-3CB3-02F3-84336FADCD95}"/>
              </a:ext>
            </a:extLst>
          </p:cNvPr>
          <p:cNvSpPr>
            <a:spLocks noGrp="1"/>
          </p:cNvSpPr>
          <p:nvPr>
            <p:ph type="title" hasCustomPrompt="1"/>
            <p:custDataLst>
              <p:tags r:id="rId6"/>
            </p:custDataLst>
          </p:nvPr>
        </p:nvSpPr>
        <p:spPr>
          <a:xfrm>
            <a:off x="457200" y="419954"/>
            <a:ext cx="11277600" cy="518746"/>
          </a:xfrm>
        </p:spPr>
        <p:txBody>
          <a:bodyPr tIns="93600" anchor="t" anchorCtr="0"/>
          <a:lstStyle/>
          <a:p>
            <a:r>
              <a:rPr lang="en-US" dirty="0"/>
              <a:t>Click to edit title</a:t>
            </a:r>
          </a:p>
        </p:txBody>
      </p:sp>
    </p:spTree>
    <p:extLst>
      <p:ext uri="{BB962C8B-B14F-4D97-AF65-F5344CB8AC3E}">
        <p14:creationId xmlns:p14="http://schemas.microsoft.com/office/powerpoint/2010/main" val="4110127649"/>
      </p:ext>
    </p:extLst>
  </p:cSld>
  <p:clrMapOvr>
    <a:masterClrMapping/>
  </p:clrMapOvr>
  <p:extLst>
    <p:ext uri="{DCECCB84-F9BA-43D5-87BE-67443E8EF086}">
      <p15:sldGuideLst xmlns:p15="http://schemas.microsoft.com/office/powerpoint/2012/main">
        <p15:guide id="1" orient="horz" pos="3974" userDrawn="1">
          <p15:clr>
            <a:srgbClr val="FBAE40"/>
          </p15:clr>
        </p15:guide>
        <p15:guide id="2" orient="horz" pos="75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2 Content - Title, Text_Top symbol">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E9BA90B4-646B-0DB5-F397-680E642A0DEE}"/>
              </a:ext>
            </a:extLst>
          </p:cNvPr>
          <p:cNvSpPr>
            <a:spLocks noGrp="1"/>
          </p:cNvSpPr>
          <p:nvPr>
            <p:ph type="body" sz="quarter" idx="13"/>
            <p:custDataLst>
              <p:tags r:id="rId1"/>
            </p:custDataLst>
          </p:nvPr>
        </p:nvSpPr>
        <p:spPr>
          <a:xfrm>
            <a:off x="457200" y="1196975"/>
            <a:ext cx="11280002" cy="5111750"/>
          </a:xfrm>
        </p:spPr>
        <p:txBody>
          <a:bodyPr lIns="0"/>
          <a:lstStyle/>
          <a:p>
            <a:pPr lvl="0"/>
            <a:r>
              <a:rPr lang="en-US" altLang="ja-JP" dirty="0"/>
              <a:t>Click to edit Master text styles</a:t>
            </a:r>
          </a:p>
        </p:txBody>
      </p:sp>
      <p:grpSp>
        <p:nvGrpSpPr>
          <p:cNvPr id="2" name="LOGO RED">
            <a:extLst>
              <a:ext uri="{FF2B5EF4-FFF2-40B4-BE49-F238E27FC236}">
                <a16:creationId xmlns:a16="http://schemas.microsoft.com/office/drawing/2014/main" id="{9AAE67B5-0022-1E2A-1CF7-C34C60CB9E9A}"/>
              </a:ext>
            </a:extLst>
          </p:cNvPr>
          <p:cNvGrpSpPr/>
          <p:nvPr userDrawn="1">
            <p:custDataLst>
              <p:tags r:id="rId2"/>
            </p:custDataLst>
          </p:nvPr>
        </p:nvGrpSpPr>
        <p:grpSpPr>
          <a:xfrm>
            <a:off x="10326931" y="419954"/>
            <a:ext cx="1407869" cy="245006"/>
            <a:chOff x="3245241" y="3110528"/>
            <a:chExt cx="5696307" cy="991307"/>
          </a:xfrm>
          <a:solidFill>
            <a:srgbClr val="ED1C24"/>
          </a:solidFill>
        </p:grpSpPr>
        <p:sp>
          <p:nvSpPr>
            <p:cNvPr id="3" name="Freeform: Shape 2">
              <a:extLst>
                <a:ext uri="{FF2B5EF4-FFF2-40B4-BE49-F238E27FC236}">
                  <a16:creationId xmlns:a16="http://schemas.microsoft.com/office/drawing/2014/main" id="{CAE16E92-F4FC-8810-4D05-72995848F81E}"/>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7C20955C-4547-78D6-2FF4-A07A4E7E23A1}"/>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B7681201-3CFD-98D8-8456-A6BDB3111A18}"/>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38EDBE2B-4E80-08A8-1467-FF71E661305B}"/>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18244B78-A35B-FC76-EC6C-C91331357073}"/>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14" name="Date Placeholder 13">
            <a:extLst>
              <a:ext uri="{FF2B5EF4-FFF2-40B4-BE49-F238E27FC236}">
                <a16:creationId xmlns:a16="http://schemas.microsoft.com/office/drawing/2014/main" id="{2A4872FD-E674-A0A3-1BF2-2BF061982F8B}"/>
              </a:ext>
            </a:extLst>
          </p:cNvPr>
          <p:cNvSpPr>
            <a:spLocks noGrp="1"/>
          </p:cNvSpPr>
          <p:nvPr>
            <p:ph type="dt" sz="half" idx="14"/>
            <p:custDataLst>
              <p:tags r:id="rId3"/>
            </p:custDataLst>
          </p:nvPr>
        </p:nvSpPr>
        <p:spPr/>
        <p:txBody>
          <a:bodyPr/>
          <a:lstStyle/>
          <a:p>
            <a:fld id="{82862787-5728-4106-B48F-7EDD6AFD7F32}" type="datetime1">
              <a:rPr lang="en-US" smtClean="0"/>
              <a:t>5/28/2026</a:t>
            </a:fld>
            <a:endParaRPr lang="en-US" dirty="0"/>
          </a:p>
        </p:txBody>
      </p:sp>
      <p:sp>
        <p:nvSpPr>
          <p:cNvPr id="15" name="Footer Placeholder 14">
            <a:extLst>
              <a:ext uri="{FF2B5EF4-FFF2-40B4-BE49-F238E27FC236}">
                <a16:creationId xmlns:a16="http://schemas.microsoft.com/office/drawing/2014/main" id="{2C7429F2-01F7-7986-A76C-1FC08769BF9B}"/>
              </a:ext>
            </a:extLst>
          </p:cNvPr>
          <p:cNvSpPr>
            <a:spLocks noGrp="1"/>
          </p:cNvSpPr>
          <p:nvPr>
            <p:ph type="ftr" sz="quarter" idx="15"/>
            <p:custDataLst>
              <p:tags r:id="rId4"/>
            </p:custDataLst>
          </p:nvPr>
        </p:nvSpPr>
        <p:spPr/>
        <p:txBody>
          <a:bodyPr/>
          <a:lstStyle>
            <a:lvl1pPr>
              <a:defRPr lang="en-US" dirty="0"/>
            </a:lvl1pPr>
          </a:lstStyle>
          <a:p>
            <a:endParaRPr lang="en-US" dirty="0"/>
          </a:p>
        </p:txBody>
      </p:sp>
      <p:sp>
        <p:nvSpPr>
          <p:cNvPr id="16" name="Slide Number Placeholder 15">
            <a:extLst>
              <a:ext uri="{FF2B5EF4-FFF2-40B4-BE49-F238E27FC236}">
                <a16:creationId xmlns:a16="http://schemas.microsoft.com/office/drawing/2014/main" id="{B44F69F9-A571-CE39-1831-6D21BF3B7034}"/>
              </a:ext>
            </a:extLst>
          </p:cNvPr>
          <p:cNvSpPr>
            <a:spLocks noGrp="1"/>
          </p:cNvSpPr>
          <p:nvPr>
            <p:ph type="sldNum" sz="quarter" idx="16"/>
            <p:custDataLst>
              <p:tags r:id="rId5"/>
            </p:custDataLst>
          </p:nvPr>
        </p:nvSpPr>
        <p:spPr/>
        <p:txBody>
          <a:bodyPr/>
          <a:lstStyle/>
          <a:p>
            <a:fld id="{35EA36FB-EA35-45B6-87A5-93E7705983EC}" type="slidenum">
              <a:rPr lang="en-US" smtClean="0"/>
              <a:pPr/>
              <a:t>‹#›</a:t>
            </a:fld>
            <a:endParaRPr lang="en-US" dirty="0"/>
          </a:p>
        </p:txBody>
      </p:sp>
      <p:sp>
        <p:nvSpPr>
          <p:cNvPr id="4" name="Title 3">
            <a:extLst>
              <a:ext uri="{FF2B5EF4-FFF2-40B4-BE49-F238E27FC236}">
                <a16:creationId xmlns:a16="http://schemas.microsoft.com/office/drawing/2014/main" id="{48B9BA77-F92B-81EE-6C99-81A193831470}"/>
              </a:ext>
            </a:extLst>
          </p:cNvPr>
          <p:cNvSpPr>
            <a:spLocks noGrp="1"/>
          </p:cNvSpPr>
          <p:nvPr>
            <p:ph type="title" hasCustomPrompt="1"/>
            <p:custDataLst>
              <p:tags r:id="rId6"/>
            </p:custDataLst>
          </p:nvPr>
        </p:nvSpPr>
        <p:spPr>
          <a:xfrm>
            <a:off x="457200" y="419954"/>
            <a:ext cx="9481495" cy="518746"/>
          </a:xfrm>
        </p:spPr>
        <p:txBody>
          <a:bodyPr tIns="93600" anchor="t" anchorCtr="0"/>
          <a:lstStyle/>
          <a:p>
            <a:r>
              <a:rPr lang="en-US" dirty="0"/>
              <a:t>Click to edit title</a:t>
            </a:r>
          </a:p>
        </p:txBody>
      </p:sp>
    </p:spTree>
    <p:extLst>
      <p:ext uri="{BB962C8B-B14F-4D97-AF65-F5344CB8AC3E}">
        <p14:creationId xmlns:p14="http://schemas.microsoft.com/office/powerpoint/2010/main" val="2570327586"/>
      </p:ext>
    </p:extLst>
  </p:cSld>
  <p:clrMapOvr>
    <a:masterClrMapping/>
  </p:clrMapOvr>
  <p:extLst>
    <p:ext uri="{DCECCB84-F9BA-43D5-87BE-67443E8EF086}">
      <p15:sldGuideLst xmlns:p15="http://schemas.microsoft.com/office/powerpoint/2012/main">
        <p15:guide id="1" orient="horz" pos="397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3 Content - Title,Text X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A6A5F45-9EF8-D384-7F08-1E7DBE6C0B50}"/>
              </a:ext>
            </a:extLst>
          </p:cNvPr>
          <p:cNvSpPr>
            <a:spLocks noGrp="1"/>
          </p:cNvSpPr>
          <p:nvPr>
            <p:ph type="title" hasCustomPrompt="1"/>
            <p:custDataLst>
              <p:tags r:id="rId1"/>
            </p:custDataLst>
          </p:nvPr>
        </p:nvSpPr>
        <p:spPr>
          <a:xfrm>
            <a:off x="454798" y="419954"/>
            <a:ext cx="11278202" cy="518746"/>
          </a:xfrm>
        </p:spPr>
        <p:txBody>
          <a:bodyPr tIns="93600" anchor="t" anchorCtr="0"/>
          <a:lstStyle/>
          <a:p>
            <a:r>
              <a:rPr lang="en-US" dirty="0"/>
              <a:t>Click to edit title</a:t>
            </a:r>
          </a:p>
        </p:txBody>
      </p:sp>
      <p:grpSp>
        <p:nvGrpSpPr>
          <p:cNvPr id="3" name="LOGO RED">
            <a:extLst>
              <a:ext uri="{FF2B5EF4-FFF2-40B4-BE49-F238E27FC236}">
                <a16:creationId xmlns:a16="http://schemas.microsoft.com/office/drawing/2014/main" id="{0B619C98-16EA-C51F-0247-EBACACC89340}"/>
              </a:ext>
            </a:extLst>
          </p:cNvPr>
          <p:cNvGrpSpPr/>
          <p:nvPr userDrawn="1">
            <p:custDataLst>
              <p:tags r:id="rId2"/>
            </p:custDataLst>
          </p:nvPr>
        </p:nvGrpSpPr>
        <p:grpSpPr>
          <a:xfrm>
            <a:off x="454798" y="6444000"/>
            <a:ext cx="1407869" cy="245006"/>
            <a:chOff x="3245241" y="3110528"/>
            <a:chExt cx="5696307" cy="991307"/>
          </a:xfrm>
          <a:solidFill>
            <a:srgbClr val="ED1C24"/>
          </a:solidFill>
        </p:grpSpPr>
        <p:sp>
          <p:nvSpPr>
            <p:cNvPr id="10" name="Freeform: Shape 9">
              <a:extLst>
                <a:ext uri="{FF2B5EF4-FFF2-40B4-BE49-F238E27FC236}">
                  <a16:creationId xmlns:a16="http://schemas.microsoft.com/office/drawing/2014/main" id="{EE80A69B-C1B8-8E88-BD09-701DB4A2D9BF}"/>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8C733148-E7D6-643F-4CFA-EF20DBE1E933}"/>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20899D43-F44E-28A1-A4BA-8C2C07891E2B}"/>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E8249D63-2900-E339-7249-C10FB336314D}"/>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70C379C4-7A31-F221-9799-DA972F4997AC}"/>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16" name="Text Placeholder 15">
            <a:extLst>
              <a:ext uri="{FF2B5EF4-FFF2-40B4-BE49-F238E27FC236}">
                <a16:creationId xmlns:a16="http://schemas.microsoft.com/office/drawing/2014/main" id="{96A9132A-013A-C3B7-DA4F-0E9F80C6FC5B}"/>
              </a:ext>
            </a:extLst>
          </p:cNvPr>
          <p:cNvSpPr>
            <a:spLocks noGrp="1"/>
          </p:cNvSpPr>
          <p:nvPr>
            <p:ph type="body" sz="quarter" idx="14"/>
            <p:custDataLst>
              <p:tags r:id="rId3"/>
            </p:custDataLst>
          </p:nvPr>
        </p:nvSpPr>
        <p:spPr>
          <a:xfrm>
            <a:off x="457200" y="1196975"/>
            <a:ext cx="5638800" cy="5111749"/>
          </a:xfrm>
        </p:spPr>
        <p:txBody>
          <a:bodyPr lIns="0" rIns="180000"/>
          <a:lstStyle/>
          <a:p>
            <a:pPr lvl="0"/>
            <a:r>
              <a:rPr lang="en-US" altLang="ja-JP" dirty="0"/>
              <a:t>Click to edit Master text styles</a:t>
            </a:r>
          </a:p>
        </p:txBody>
      </p:sp>
      <p:sp>
        <p:nvSpPr>
          <p:cNvPr id="17" name="Text Placeholder 15">
            <a:extLst>
              <a:ext uri="{FF2B5EF4-FFF2-40B4-BE49-F238E27FC236}">
                <a16:creationId xmlns:a16="http://schemas.microsoft.com/office/drawing/2014/main" id="{625627FB-D8E8-24EE-F80B-4F403CAF06EA}"/>
              </a:ext>
            </a:extLst>
          </p:cNvPr>
          <p:cNvSpPr>
            <a:spLocks noGrp="1"/>
          </p:cNvSpPr>
          <p:nvPr>
            <p:ph type="body" sz="quarter" idx="15"/>
            <p:custDataLst>
              <p:tags r:id="rId4"/>
            </p:custDataLst>
          </p:nvPr>
        </p:nvSpPr>
        <p:spPr>
          <a:xfrm>
            <a:off x="6096000" y="1196975"/>
            <a:ext cx="5637000" cy="5111749"/>
          </a:xfrm>
        </p:spPr>
        <p:txBody>
          <a:bodyPr lIns="0" rIns="180000"/>
          <a:lstStyle/>
          <a:p>
            <a:pPr lvl="0"/>
            <a:r>
              <a:rPr lang="en-US" altLang="ja-JP"/>
              <a:t>Click to edit Master text styles</a:t>
            </a:r>
          </a:p>
        </p:txBody>
      </p:sp>
      <p:sp>
        <p:nvSpPr>
          <p:cNvPr id="18" name="Date Placeholder 17">
            <a:extLst>
              <a:ext uri="{FF2B5EF4-FFF2-40B4-BE49-F238E27FC236}">
                <a16:creationId xmlns:a16="http://schemas.microsoft.com/office/drawing/2014/main" id="{1137F590-139B-06EB-DBE6-B2907FAEA6AE}"/>
              </a:ext>
            </a:extLst>
          </p:cNvPr>
          <p:cNvSpPr>
            <a:spLocks noGrp="1"/>
          </p:cNvSpPr>
          <p:nvPr>
            <p:ph type="dt" sz="half" idx="16"/>
            <p:custDataLst>
              <p:tags r:id="rId5"/>
            </p:custDataLst>
          </p:nvPr>
        </p:nvSpPr>
        <p:spPr/>
        <p:txBody>
          <a:bodyPr/>
          <a:lstStyle/>
          <a:p>
            <a:fld id="{679ECDF6-AF70-4C10-A71E-6603B60CD587}" type="datetime1">
              <a:rPr lang="en-US" smtClean="0"/>
              <a:t>5/28/2026</a:t>
            </a:fld>
            <a:endParaRPr lang="en-US" dirty="0"/>
          </a:p>
        </p:txBody>
      </p:sp>
      <p:sp>
        <p:nvSpPr>
          <p:cNvPr id="19" name="Footer Placeholder 18">
            <a:extLst>
              <a:ext uri="{FF2B5EF4-FFF2-40B4-BE49-F238E27FC236}">
                <a16:creationId xmlns:a16="http://schemas.microsoft.com/office/drawing/2014/main" id="{A7470856-2031-914C-9985-94BCC4900F37}"/>
              </a:ext>
            </a:extLst>
          </p:cNvPr>
          <p:cNvSpPr>
            <a:spLocks noGrp="1"/>
          </p:cNvSpPr>
          <p:nvPr>
            <p:ph type="ftr" sz="quarter" idx="17"/>
            <p:custDataLst>
              <p:tags r:id="rId6"/>
            </p:custDataLst>
          </p:nvPr>
        </p:nvSpPr>
        <p:spPr/>
        <p:txBody>
          <a:bodyPr/>
          <a:lstStyle>
            <a:lvl1pPr>
              <a:defRPr lang="en-US" dirty="0"/>
            </a:lvl1pPr>
          </a:lstStyle>
          <a:p>
            <a:endParaRPr lang="en-US" dirty="0"/>
          </a:p>
        </p:txBody>
      </p:sp>
      <p:sp>
        <p:nvSpPr>
          <p:cNvPr id="20" name="Slide Number Placeholder 19">
            <a:extLst>
              <a:ext uri="{FF2B5EF4-FFF2-40B4-BE49-F238E27FC236}">
                <a16:creationId xmlns:a16="http://schemas.microsoft.com/office/drawing/2014/main" id="{6F35972A-9141-A920-8954-A6931C499B22}"/>
              </a:ext>
            </a:extLst>
          </p:cNvPr>
          <p:cNvSpPr>
            <a:spLocks noGrp="1"/>
          </p:cNvSpPr>
          <p:nvPr>
            <p:ph type="sldNum" sz="quarter" idx="18"/>
            <p:custDataLst>
              <p:tags r:id="rId7"/>
            </p:custDataLst>
          </p:nvPr>
        </p:nvSpPr>
        <p:spPr/>
        <p:txBody>
          <a:bodyPr/>
          <a:lstStyle/>
          <a:p>
            <a:fld id="{35EA36FB-EA35-45B6-87A5-93E7705983EC}" type="slidenum">
              <a:rPr lang="en-US" smtClean="0"/>
              <a:pPr/>
              <a:t>‹#›</a:t>
            </a:fld>
            <a:endParaRPr lang="en-US" dirty="0"/>
          </a:p>
        </p:txBody>
      </p:sp>
    </p:spTree>
    <p:extLst>
      <p:ext uri="{BB962C8B-B14F-4D97-AF65-F5344CB8AC3E}">
        <p14:creationId xmlns:p14="http://schemas.microsoft.com/office/powerpoint/2010/main" val="10803609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4 Content - Title, Text, img.">
    <p:spTree>
      <p:nvGrpSpPr>
        <p:cNvPr id="1" name=""/>
        <p:cNvGrpSpPr/>
        <p:nvPr/>
      </p:nvGrpSpPr>
      <p:grpSpPr>
        <a:xfrm>
          <a:off x="0" y="0"/>
          <a:ext cx="0" cy="0"/>
          <a:chOff x="0" y="0"/>
          <a:chExt cx="0" cy="0"/>
        </a:xfrm>
      </p:grpSpPr>
      <p:sp>
        <p:nvSpPr>
          <p:cNvPr id="3" name="Picture Placeholder 7">
            <a:extLst>
              <a:ext uri="{FF2B5EF4-FFF2-40B4-BE49-F238E27FC236}">
                <a16:creationId xmlns:a16="http://schemas.microsoft.com/office/drawing/2014/main" id="{3CB0EB2F-3B3A-EB1E-E5AB-3BF78F9BF661}"/>
              </a:ext>
            </a:extLst>
          </p:cNvPr>
          <p:cNvSpPr>
            <a:spLocks noGrp="1"/>
          </p:cNvSpPr>
          <p:nvPr>
            <p:ph type="pic" sz="quarter" idx="16" hasCustomPrompt="1"/>
            <p:custDataLst>
              <p:tags r:id="rId1"/>
            </p:custDataLst>
          </p:nvPr>
        </p:nvSpPr>
        <p:spPr>
          <a:xfrm>
            <a:off x="6096000" y="0"/>
            <a:ext cx="6096000" cy="6858000"/>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en-US" dirty="0"/>
              <a:t> </a:t>
            </a:r>
          </a:p>
        </p:txBody>
      </p:sp>
      <p:sp>
        <p:nvSpPr>
          <p:cNvPr id="4" name="Date Placeholder 3">
            <a:extLst>
              <a:ext uri="{FF2B5EF4-FFF2-40B4-BE49-F238E27FC236}">
                <a16:creationId xmlns:a16="http://schemas.microsoft.com/office/drawing/2014/main" id="{BCACDAF7-0CFF-63E6-C5B6-39AC172CF70C}"/>
              </a:ext>
            </a:extLst>
          </p:cNvPr>
          <p:cNvSpPr>
            <a:spLocks noGrp="1"/>
          </p:cNvSpPr>
          <p:nvPr>
            <p:ph type="dt" sz="half" idx="10"/>
            <p:custDataLst>
              <p:tags r:id="rId2"/>
            </p:custDataLst>
          </p:nvPr>
        </p:nvSpPr>
        <p:spPr/>
        <p:txBody>
          <a:bodyPr/>
          <a:lstStyle>
            <a:lvl1pPr>
              <a:defRPr>
                <a:solidFill>
                  <a:schemeClr val="tx1">
                    <a:tint val="82000"/>
                    <a:alpha val="0"/>
                  </a:schemeClr>
                </a:solidFill>
              </a:defRPr>
            </a:lvl1pPr>
          </a:lstStyle>
          <a:p>
            <a:fld id="{04747E34-2D54-4CE2-8C26-93A77BDC010A}" type="datetime1">
              <a:rPr lang="en-US" smtClean="0"/>
              <a:t>5/28/2026</a:t>
            </a:fld>
            <a:endParaRPr lang="en-US" dirty="0"/>
          </a:p>
        </p:txBody>
      </p:sp>
      <p:sp>
        <p:nvSpPr>
          <p:cNvPr id="5" name="Footer Placeholder 4">
            <a:extLst>
              <a:ext uri="{FF2B5EF4-FFF2-40B4-BE49-F238E27FC236}">
                <a16:creationId xmlns:a16="http://schemas.microsoft.com/office/drawing/2014/main" id="{12BF6C78-CB1A-9841-2E87-D5E93664BC14}"/>
              </a:ext>
            </a:extLst>
          </p:cNvPr>
          <p:cNvSpPr>
            <a:spLocks noGrp="1"/>
          </p:cNvSpPr>
          <p:nvPr>
            <p:ph type="ftr" sz="quarter" idx="11"/>
            <p:custDataLst>
              <p:tags r:id="rId3"/>
            </p:custDataLst>
          </p:nvPr>
        </p:nvSpPr>
        <p:spPr>
          <a:xfrm>
            <a:off x="4038600" y="6356350"/>
            <a:ext cx="2057400" cy="365125"/>
          </a:xfrm>
        </p:spPr>
        <p:txBody>
          <a:bodyPr/>
          <a:lstStyle>
            <a:lvl1pPr>
              <a:defRPr lang="en-US" dirty="0"/>
            </a:lvl1pPr>
          </a:lstStyle>
          <a:p>
            <a:endParaRPr lang="en-US" dirty="0"/>
          </a:p>
        </p:txBody>
      </p:sp>
      <p:sp>
        <p:nvSpPr>
          <p:cNvPr id="6" name="Slide Number Placeholder 5">
            <a:extLst>
              <a:ext uri="{FF2B5EF4-FFF2-40B4-BE49-F238E27FC236}">
                <a16:creationId xmlns:a16="http://schemas.microsoft.com/office/drawing/2014/main" id="{88798A95-7A82-11FF-EEE1-A9BAA23FD511}"/>
              </a:ext>
            </a:extLst>
          </p:cNvPr>
          <p:cNvSpPr>
            <a:spLocks noGrp="1"/>
          </p:cNvSpPr>
          <p:nvPr>
            <p:ph type="sldNum" sz="quarter" idx="12"/>
            <p:custDataLst>
              <p:tags r:id="rId4"/>
            </p:custDataLst>
          </p:nvPr>
        </p:nvSpPr>
        <p:spPr/>
        <p:txBody>
          <a:bodyPr/>
          <a:lstStyle/>
          <a:p>
            <a:fld id="{35EA36FB-EA35-45B6-87A5-93E7705983EC}" type="slidenum">
              <a:rPr lang="en-US" smtClean="0"/>
              <a:t>‹#›</a:t>
            </a:fld>
            <a:endParaRPr lang="en-US" dirty="0"/>
          </a:p>
        </p:txBody>
      </p:sp>
      <p:sp>
        <p:nvSpPr>
          <p:cNvPr id="7" name="Title 6">
            <a:extLst>
              <a:ext uri="{FF2B5EF4-FFF2-40B4-BE49-F238E27FC236}">
                <a16:creationId xmlns:a16="http://schemas.microsoft.com/office/drawing/2014/main" id="{5A6A5F45-9EF8-D384-7F08-1E7DBE6C0B50}"/>
              </a:ext>
            </a:extLst>
          </p:cNvPr>
          <p:cNvSpPr>
            <a:spLocks noGrp="1"/>
          </p:cNvSpPr>
          <p:nvPr>
            <p:ph type="title" hasCustomPrompt="1"/>
            <p:custDataLst>
              <p:tags r:id="rId5"/>
            </p:custDataLst>
          </p:nvPr>
        </p:nvSpPr>
        <p:spPr>
          <a:xfrm>
            <a:off x="454798" y="419954"/>
            <a:ext cx="5186404" cy="518746"/>
          </a:xfrm>
        </p:spPr>
        <p:txBody>
          <a:bodyPr tIns="93600" anchor="t" anchorCtr="0"/>
          <a:lstStyle/>
          <a:p>
            <a:r>
              <a:rPr lang="en-US" dirty="0"/>
              <a:t>Click to edit title</a:t>
            </a:r>
          </a:p>
        </p:txBody>
      </p:sp>
      <p:grpSp>
        <p:nvGrpSpPr>
          <p:cNvPr id="2" name="LOGO RED">
            <a:extLst>
              <a:ext uri="{FF2B5EF4-FFF2-40B4-BE49-F238E27FC236}">
                <a16:creationId xmlns:a16="http://schemas.microsoft.com/office/drawing/2014/main" id="{E04ED55D-B396-5B32-FAA8-AD808F1C563B}"/>
              </a:ext>
            </a:extLst>
          </p:cNvPr>
          <p:cNvGrpSpPr/>
          <p:nvPr userDrawn="1">
            <p:custDataLst>
              <p:tags r:id="rId6"/>
            </p:custDataLst>
          </p:nvPr>
        </p:nvGrpSpPr>
        <p:grpSpPr>
          <a:xfrm>
            <a:off x="454798" y="6444000"/>
            <a:ext cx="1407869" cy="245006"/>
            <a:chOff x="3245241" y="3110528"/>
            <a:chExt cx="5696307" cy="991307"/>
          </a:xfrm>
          <a:solidFill>
            <a:srgbClr val="ED1C24"/>
          </a:solidFill>
        </p:grpSpPr>
        <p:sp>
          <p:nvSpPr>
            <p:cNvPr id="10" name="Freeform: Shape 9">
              <a:extLst>
                <a:ext uri="{FF2B5EF4-FFF2-40B4-BE49-F238E27FC236}">
                  <a16:creationId xmlns:a16="http://schemas.microsoft.com/office/drawing/2014/main" id="{4ADAC91F-78C7-1477-CE80-7844AAF8F0F0}"/>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38C1F9F4-6388-4CB6-B844-2B56256337E0}"/>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63D347F8-D3A7-A1B5-7628-14311B031EA7}"/>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D30E321B-484C-2CC0-8149-CAB030EE3FBF}"/>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E745C25D-996A-01A9-D7BD-C2141F4274DC}"/>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15" name="Text Placeholder 15">
            <a:extLst>
              <a:ext uri="{FF2B5EF4-FFF2-40B4-BE49-F238E27FC236}">
                <a16:creationId xmlns:a16="http://schemas.microsoft.com/office/drawing/2014/main" id="{D64DE6E9-C19A-5CD0-7B53-44781CC0A9B6}"/>
              </a:ext>
            </a:extLst>
          </p:cNvPr>
          <p:cNvSpPr>
            <a:spLocks noGrp="1"/>
          </p:cNvSpPr>
          <p:nvPr>
            <p:ph type="body" sz="quarter" idx="14"/>
            <p:custDataLst>
              <p:tags r:id="rId7"/>
            </p:custDataLst>
          </p:nvPr>
        </p:nvSpPr>
        <p:spPr>
          <a:xfrm>
            <a:off x="457200" y="1196975"/>
            <a:ext cx="5184002" cy="5111749"/>
          </a:xfrm>
        </p:spPr>
        <p:txBody>
          <a:bodyPr lIns="0"/>
          <a:lstStyle/>
          <a:p>
            <a:pPr lvl="0"/>
            <a:r>
              <a:rPr lang="en-US" altLang="ja-JP" dirty="0"/>
              <a:t>Click to edit Master text styles</a:t>
            </a:r>
          </a:p>
        </p:txBody>
      </p:sp>
    </p:spTree>
    <p:extLst>
      <p:ext uri="{BB962C8B-B14F-4D97-AF65-F5344CB8AC3E}">
        <p14:creationId xmlns:p14="http://schemas.microsoft.com/office/powerpoint/2010/main" val="21727195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5 Content - Titl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CACDAF7-0CFF-63E6-C5B6-39AC172CF70C}"/>
              </a:ext>
            </a:extLst>
          </p:cNvPr>
          <p:cNvSpPr>
            <a:spLocks noGrp="1"/>
          </p:cNvSpPr>
          <p:nvPr>
            <p:ph type="dt" sz="half" idx="10"/>
            <p:custDataLst>
              <p:tags r:id="rId1"/>
            </p:custDataLst>
          </p:nvPr>
        </p:nvSpPr>
        <p:spPr/>
        <p:txBody>
          <a:bodyPr/>
          <a:lstStyle/>
          <a:p>
            <a:fld id="{8C8F2ABD-FCA0-47C5-A88C-489A5B534B77}" type="datetime1">
              <a:rPr lang="en-US" smtClean="0"/>
              <a:t>5/28/2026</a:t>
            </a:fld>
            <a:endParaRPr lang="en-US" dirty="0"/>
          </a:p>
        </p:txBody>
      </p:sp>
      <p:sp>
        <p:nvSpPr>
          <p:cNvPr id="5" name="Footer Placeholder 4">
            <a:extLst>
              <a:ext uri="{FF2B5EF4-FFF2-40B4-BE49-F238E27FC236}">
                <a16:creationId xmlns:a16="http://schemas.microsoft.com/office/drawing/2014/main" id="{12BF6C78-CB1A-9841-2E87-D5E93664BC14}"/>
              </a:ext>
            </a:extLst>
          </p:cNvPr>
          <p:cNvSpPr>
            <a:spLocks noGrp="1"/>
          </p:cNvSpPr>
          <p:nvPr>
            <p:ph type="ftr" sz="quarter" idx="11"/>
            <p:custDataLst>
              <p:tags r:id="rId2"/>
            </p:custDataLst>
          </p:nvPr>
        </p:nvSpPr>
        <p:spPr/>
        <p:txBody>
          <a:bodyPr/>
          <a:lstStyle>
            <a:lvl1pPr>
              <a:defRPr lang="en-US" dirty="0"/>
            </a:lvl1pPr>
          </a:lstStyle>
          <a:p>
            <a:endParaRPr lang="en-US" dirty="0"/>
          </a:p>
        </p:txBody>
      </p:sp>
      <p:sp>
        <p:nvSpPr>
          <p:cNvPr id="6" name="Slide Number Placeholder 5">
            <a:extLst>
              <a:ext uri="{FF2B5EF4-FFF2-40B4-BE49-F238E27FC236}">
                <a16:creationId xmlns:a16="http://schemas.microsoft.com/office/drawing/2014/main" id="{88798A95-7A82-11FF-EEE1-A9BAA23FD511}"/>
              </a:ext>
            </a:extLst>
          </p:cNvPr>
          <p:cNvSpPr>
            <a:spLocks noGrp="1"/>
          </p:cNvSpPr>
          <p:nvPr>
            <p:ph type="sldNum" sz="quarter" idx="12"/>
            <p:custDataLst>
              <p:tags r:id="rId3"/>
            </p:custDataLst>
          </p:nvPr>
        </p:nvSpPr>
        <p:spPr/>
        <p:txBody>
          <a:bodyPr/>
          <a:lstStyle/>
          <a:p>
            <a:fld id="{35EA36FB-EA35-45B6-87A5-93E7705983EC}" type="slidenum">
              <a:rPr lang="en-US" smtClean="0"/>
              <a:t>‹#›</a:t>
            </a:fld>
            <a:endParaRPr lang="en-US" dirty="0"/>
          </a:p>
        </p:txBody>
      </p:sp>
      <p:grpSp>
        <p:nvGrpSpPr>
          <p:cNvPr id="3" name="LOGO RED">
            <a:extLst>
              <a:ext uri="{FF2B5EF4-FFF2-40B4-BE49-F238E27FC236}">
                <a16:creationId xmlns:a16="http://schemas.microsoft.com/office/drawing/2014/main" id="{3EA28A97-A9E6-859F-1F2B-40F71D1B9850}"/>
              </a:ext>
            </a:extLst>
          </p:cNvPr>
          <p:cNvGrpSpPr/>
          <p:nvPr userDrawn="1">
            <p:custDataLst>
              <p:tags r:id="rId4"/>
            </p:custDataLst>
          </p:nvPr>
        </p:nvGrpSpPr>
        <p:grpSpPr>
          <a:xfrm>
            <a:off x="454798" y="6444000"/>
            <a:ext cx="1407869" cy="245006"/>
            <a:chOff x="3245241" y="3110528"/>
            <a:chExt cx="5696307" cy="991307"/>
          </a:xfrm>
          <a:solidFill>
            <a:srgbClr val="ED1C24"/>
          </a:solidFill>
        </p:grpSpPr>
        <p:sp>
          <p:nvSpPr>
            <p:cNvPr id="7" name="Freeform: Shape 6">
              <a:extLst>
                <a:ext uri="{FF2B5EF4-FFF2-40B4-BE49-F238E27FC236}">
                  <a16:creationId xmlns:a16="http://schemas.microsoft.com/office/drawing/2014/main" id="{8007054D-31F2-6F88-AFFA-72F2D41CE643}"/>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B5B8D029-7DC5-1699-E194-98233BCF1718}"/>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BD1A3AE6-382E-E3D4-5F1F-12CD86FEFC54}"/>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0447885E-7AF4-AC15-CBF7-6F21B55FF56C}"/>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0F61B1C3-2DFB-B4C8-BD77-A89E23E0653F}"/>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13" name="Title 12">
            <a:extLst>
              <a:ext uri="{FF2B5EF4-FFF2-40B4-BE49-F238E27FC236}">
                <a16:creationId xmlns:a16="http://schemas.microsoft.com/office/drawing/2014/main" id="{09C64CAA-675B-E675-DFD9-34C8DE3AFCC1}"/>
              </a:ext>
            </a:extLst>
          </p:cNvPr>
          <p:cNvSpPr>
            <a:spLocks noGrp="1"/>
          </p:cNvSpPr>
          <p:nvPr>
            <p:ph type="title" hasCustomPrompt="1"/>
            <p:custDataLst>
              <p:tags r:id="rId5"/>
            </p:custDataLst>
          </p:nvPr>
        </p:nvSpPr>
        <p:spPr/>
        <p:txBody>
          <a:bodyPr tIns="93600" anchor="t" anchorCtr="0"/>
          <a:lstStyle/>
          <a:p>
            <a:r>
              <a:rPr lang="en-US" dirty="0"/>
              <a:t>Click to edit title</a:t>
            </a:r>
          </a:p>
        </p:txBody>
      </p:sp>
    </p:spTree>
    <p:extLst>
      <p:ext uri="{BB962C8B-B14F-4D97-AF65-F5344CB8AC3E}">
        <p14:creationId xmlns:p14="http://schemas.microsoft.com/office/powerpoint/2010/main" val="4398253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6 Content - Empty">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CACDAF7-0CFF-63E6-C5B6-39AC172CF70C}"/>
              </a:ext>
            </a:extLst>
          </p:cNvPr>
          <p:cNvSpPr>
            <a:spLocks noGrp="1"/>
          </p:cNvSpPr>
          <p:nvPr>
            <p:ph type="dt" sz="half" idx="10"/>
            <p:custDataLst>
              <p:tags r:id="rId1"/>
            </p:custDataLst>
          </p:nvPr>
        </p:nvSpPr>
        <p:spPr/>
        <p:txBody>
          <a:bodyPr/>
          <a:lstStyle/>
          <a:p>
            <a:fld id="{DB693180-36EA-4E3E-8C09-663A38156591}" type="datetime1">
              <a:rPr lang="en-US" smtClean="0"/>
              <a:t>5/28/2026</a:t>
            </a:fld>
            <a:endParaRPr lang="en-US" dirty="0"/>
          </a:p>
        </p:txBody>
      </p:sp>
      <p:sp>
        <p:nvSpPr>
          <p:cNvPr id="5" name="Footer Placeholder 4">
            <a:extLst>
              <a:ext uri="{FF2B5EF4-FFF2-40B4-BE49-F238E27FC236}">
                <a16:creationId xmlns:a16="http://schemas.microsoft.com/office/drawing/2014/main" id="{12BF6C78-CB1A-9841-2E87-D5E93664BC14}"/>
              </a:ext>
            </a:extLst>
          </p:cNvPr>
          <p:cNvSpPr>
            <a:spLocks noGrp="1"/>
          </p:cNvSpPr>
          <p:nvPr>
            <p:ph type="ftr" sz="quarter" idx="11"/>
            <p:custDataLst>
              <p:tags r:id="rId2"/>
            </p:custDataLst>
          </p:nvPr>
        </p:nvSpPr>
        <p:spPr/>
        <p:txBody>
          <a:bodyPr/>
          <a:lstStyle>
            <a:lvl1pPr>
              <a:defRPr lang="en-US" dirty="0"/>
            </a:lvl1pPr>
          </a:lstStyle>
          <a:p>
            <a:endParaRPr lang="en-US" dirty="0"/>
          </a:p>
        </p:txBody>
      </p:sp>
      <p:sp>
        <p:nvSpPr>
          <p:cNvPr id="6" name="Slide Number Placeholder 5">
            <a:extLst>
              <a:ext uri="{FF2B5EF4-FFF2-40B4-BE49-F238E27FC236}">
                <a16:creationId xmlns:a16="http://schemas.microsoft.com/office/drawing/2014/main" id="{88798A95-7A82-11FF-EEE1-A9BAA23FD511}"/>
              </a:ext>
            </a:extLst>
          </p:cNvPr>
          <p:cNvSpPr>
            <a:spLocks noGrp="1"/>
          </p:cNvSpPr>
          <p:nvPr>
            <p:ph type="sldNum" sz="quarter" idx="12"/>
            <p:custDataLst>
              <p:tags r:id="rId3"/>
            </p:custDataLst>
          </p:nvPr>
        </p:nvSpPr>
        <p:spPr/>
        <p:txBody>
          <a:bodyPr/>
          <a:lstStyle/>
          <a:p>
            <a:fld id="{35EA36FB-EA35-45B6-87A5-93E7705983EC}" type="slidenum">
              <a:rPr lang="en-US" smtClean="0"/>
              <a:t>‹#›</a:t>
            </a:fld>
            <a:endParaRPr lang="en-US" dirty="0"/>
          </a:p>
        </p:txBody>
      </p:sp>
      <p:grpSp>
        <p:nvGrpSpPr>
          <p:cNvPr id="2" name="LOGO RED">
            <a:extLst>
              <a:ext uri="{FF2B5EF4-FFF2-40B4-BE49-F238E27FC236}">
                <a16:creationId xmlns:a16="http://schemas.microsoft.com/office/drawing/2014/main" id="{D0ADB471-B0E3-D808-816F-41AD02568A0D}"/>
              </a:ext>
            </a:extLst>
          </p:cNvPr>
          <p:cNvGrpSpPr/>
          <p:nvPr userDrawn="1">
            <p:custDataLst>
              <p:tags r:id="rId4"/>
            </p:custDataLst>
          </p:nvPr>
        </p:nvGrpSpPr>
        <p:grpSpPr>
          <a:xfrm>
            <a:off x="454798" y="6444000"/>
            <a:ext cx="1407869" cy="245006"/>
            <a:chOff x="3245241" y="3110528"/>
            <a:chExt cx="5696307" cy="991307"/>
          </a:xfrm>
          <a:solidFill>
            <a:srgbClr val="ED1C24"/>
          </a:solidFill>
        </p:grpSpPr>
        <p:sp>
          <p:nvSpPr>
            <p:cNvPr id="3" name="Freeform: Shape 2">
              <a:extLst>
                <a:ext uri="{FF2B5EF4-FFF2-40B4-BE49-F238E27FC236}">
                  <a16:creationId xmlns:a16="http://schemas.microsoft.com/office/drawing/2014/main" id="{6CC1C374-2D7E-E32D-43CB-3F61E0866D42}"/>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7" name="Freeform: Shape 6">
              <a:extLst>
                <a:ext uri="{FF2B5EF4-FFF2-40B4-BE49-F238E27FC236}">
                  <a16:creationId xmlns:a16="http://schemas.microsoft.com/office/drawing/2014/main" id="{33443D4A-34D3-6925-7247-D564121496E5}"/>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93CAF743-C908-C0F6-9913-DA1678C31159}"/>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DB9A4230-DAF1-2E99-FDAB-93607D5EC3F4}"/>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52D62864-F6C8-83FE-5D28-5C41880031C0}"/>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103350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7 Content - Red, Title, Text">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F58E8B1-6F87-BE0F-25E1-87D213DCAC22}"/>
              </a:ext>
            </a:extLst>
          </p:cNvPr>
          <p:cNvSpPr/>
          <p:nvPr userDrawn="1">
            <p:custDataLst>
              <p:tags r:id="rId1"/>
            </p:custDataLst>
          </p:nvPr>
        </p:nvSpPr>
        <p:spPr>
          <a:xfrm rot="16200000" flipH="1">
            <a:off x="8516631" y="3182631"/>
            <a:ext cx="6857866" cy="492871"/>
          </a:xfrm>
          <a:custGeom>
            <a:avLst/>
            <a:gdLst>
              <a:gd name="connsiteX0" fmla="*/ 0 w 4859940"/>
              <a:gd name="connsiteY0" fmla="*/ 0 h 349281"/>
              <a:gd name="connsiteX1" fmla="*/ 4859941 w 4859940"/>
              <a:gd name="connsiteY1" fmla="*/ 0 h 349281"/>
              <a:gd name="connsiteX2" fmla="*/ 4859941 w 4859940"/>
              <a:gd name="connsiteY2" fmla="*/ 349282 h 349281"/>
              <a:gd name="connsiteX3" fmla="*/ 0 w 4859940"/>
              <a:gd name="connsiteY3" fmla="*/ 349282 h 349281"/>
            </a:gdLst>
            <a:ahLst/>
            <a:cxnLst>
              <a:cxn ang="0">
                <a:pos x="connsiteX0" y="connsiteY0"/>
              </a:cxn>
              <a:cxn ang="0">
                <a:pos x="connsiteX1" y="connsiteY1"/>
              </a:cxn>
              <a:cxn ang="0">
                <a:pos x="connsiteX2" y="connsiteY2"/>
              </a:cxn>
              <a:cxn ang="0">
                <a:pos x="connsiteX3" y="connsiteY3"/>
              </a:cxn>
            </a:cxnLst>
            <a:rect l="l" t="t" r="r" b="b"/>
            <a:pathLst>
              <a:path w="4859940" h="349281">
                <a:moveTo>
                  <a:pt x="0" y="0"/>
                </a:moveTo>
                <a:lnTo>
                  <a:pt x="4859941" y="0"/>
                </a:lnTo>
                <a:lnTo>
                  <a:pt x="4859941" y="349282"/>
                </a:lnTo>
                <a:lnTo>
                  <a:pt x="0" y="349282"/>
                </a:lnTo>
                <a:close/>
              </a:path>
            </a:pathLst>
          </a:custGeom>
          <a:solidFill>
            <a:srgbClr val="D4404D"/>
          </a:solidFill>
          <a:ln w="0"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DFF7D1DF-B50A-7C03-DCAF-CA21C5F44255}"/>
              </a:ext>
            </a:extLst>
          </p:cNvPr>
          <p:cNvSpPr/>
          <p:nvPr userDrawn="1">
            <p:custDataLst>
              <p:tags r:id="rId2"/>
            </p:custDataLst>
          </p:nvPr>
        </p:nvSpPr>
        <p:spPr>
          <a:xfrm flipH="1">
            <a:off x="11699129" y="0"/>
            <a:ext cx="428625" cy="2283580"/>
          </a:xfrm>
          <a:custGeom>
            <a:avLst/>
            <a:gdLst>
              <a:gd name="connsiteX0" fmla="*/ 303752 w 303752"/>
              <a:gd name="connsiteY0" fmla="*/ 1618298 h 1618297"/>
              <a:gd name="connsiteX1" fmla="*/ 0 w 303752"/>
              <a:gd name="connsiteY1" fmla="*/ 0 h 1618297"/>
              <a:gd name="connsiteX2" fmla="*/ 303752 w 303752"/>
              <a:gd name="connsiteY2" fmla="*/ 0 h 1618297"/>
              <a:gd name="connsiteX3" fmla="*/ 303752 w 303752"/>
              <a:gd name="connsiteY3" fmla="*/ 1618298 h 1618297"/>
            </a:gdLst>
            <a:ahLst/>
            <a:cxnLst>
              <a:cxn ang="0">
                <a:pos x="connsiteX0" y="connsiteY0"/>
              </a:cxn>
              <a:cxn ang="0">
                <a:pos x="connsiteX1" y="connsiteY1"/>
              </a:cxn>
              <a:cxn ang="0">
                <a:pos x="connsiteX2" y="connsiteY2"/>
              </a:cxn>
              <a:cxn ang="0">
                <a:pos x="connsiteX3" y="connsiteY3"/>
              </a:cxn>
            </a:cxnLst>
            <a:rect l="l" t="t" r="r" b="b"/>
            <a:pathLst>
              <a:path w="303752" h="1618297">
                <a:moveTo>
                  <a:pt x="303752" y="1618298"/>
                </a:moveTo>
                <a:cubicBezTo>
                  <a:pt x="129445" y="1104233"/>
                  <a:pt x="20955" y="543687"/>
                  <a:pt x="0" y="0"/>
                </a:cubicBezTo>
                <a:lnTo>
                  <a:pt x="303752" y="0"/>
                </a:lnTo>
                <a:lnTo>
                  <a:pt x="303752" y="1618298"/>
                </a:lnTo>
                <a:close/>
              </a:path>
            </a:pathLst>
          </a:custGeom>
          <a:solidFill>
            <a:srgbClr val="B5091F"/>
          </a:solidFill>
          <a:ln w="0"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9D15E320-D423-CF1E-C25B-1AEE2544D770}"/>
              </a:ext>
            </a:extLst>
          </p:cNvPr>
          <p:cNvSpPr/>
          <p:nvPr userDrawn="1">
            <p:custDataLst>
              <p:tags r:id="rId3"/>
            </p:custDataLst>
          </p:nvPr>
        </p:nvSpPr>
        <p:spPr>
          <a:xfrm flipH="1">
            <a:off x="10413255" y="2283580"/>
            <a:ext cx="1285874" cy="4574420"/>
          </a:xfrm>
          <a:custGeom>
            <a:avLst/>
            <a:gdLst>
              <a:gd name="connsiteX0" fmla="*/ 0 w 911256"/>
              <a:gd name="connsiteY0" fmla="*/ 754190 h 3241738"/>
              <a:gd name="connsiteX1" fmla="*/ 0 w 911256"/>
              <a:gd name="connsiteY1" fmla="*/ 3241739 h 3241738"/>
              <a:gd name="connsiteX2" fmla="*/ 911257 w 911256"/>
              <a:gd name="connsiteY2" fmla="*/ 3241739 h 3241738"/>
              <a:gd name="connsiteX3" fmla="*/ 607505 w 911256"/>
              <a:gd name="connsiteY3" fmla="*/ 1622965 h 3241738"/>
              <a:gd name="connsiteX4" fmla="*/ 0 w 911256"/>
              <a:gd name="connsiteY4" fmla="*/ 0 h 3241738"/>
              <a:gd name="connsiteX5" fmla="*/ 0 w 911256"/>
              <a:gd name="connsiteY5" fmla="*/ 754190 h 324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1256" h="3241738">
                <a:moveTo>
                  <a:pt x="0" y="754190"/>
                </a:moveTo>
                <a:lnTo>
                  <a:pt x="0" y="3241739"/>
                </a:lnTo>
                <a:cubicBezTo>
                  <a:pt x="0" y="3241739"/>
                  <a:pt x="911257" y="3241739"/>
                  <a:pt x="911257" y="3241739"/>
                </a:cubicBezTo>
                <a:cubicBezTo>
                  <a:pt x="882301" y="2665476"/>
                  <a:pt x="756761" y="2123313"/>
                  <a:pt x="607505" y="1622965"/>
                </a:cubicBezTo>
                <a:cubicBezTo>
                  <a:pt x="446151" y="1082135"/>
                  <a:pt x="104299" y="307562"/>
                  <a:pt x="0" y="0"/>
                </a:cubicBezTo>
                <a:lnTo>
                  <a:pt x="0" y="754190"/>
                </a:lnTo>
                <a:close/>
              </a:path>
            </a:pathLst>
          </a:custGeom>
          <a:solidFill>
            <a:srgbClr val="DD6670"/>
          </a:solidFill>
          <a:ln w="0" cap="flat">
            <a:noFill/>
            <a:prstDash val="solid"/>
            <a:miter/>
          </a:ln>
        </p:spPr>
        <p:txBody>
          <a:bodyPr rtlCol="0" anchor="ctr"/>
          <a:lstStyle/>
          <a:p>
            <a:endParaRPr lang="en-US" dirty="0"/>
          </a:p>
        </p:txBody>
      </p:sp>
      <p:sp>
        <p:nvSpPr>
          <p:cNvPr id="4" name="Date Placeholder 3">
            <a:extLst>
              <a:ext uri="{FF2B5EF4-FFF2-40B4-BE49-F238E27FC236}">
                <a16:creationId xmlns:a16="http://schemas.microsoft.com/office/drawing/2014/main" id="{BCACDAF7-0CFF-63E6-C5B6-39AC172CF70C}"/>
              </a:ext>
            </a:extLst>
          </p:cNvPr>
          <p:cNvSpPr>
            <a:spLocks noGrp="1"/>
          </p:cNvSpPr>
          <p:nvPr userDrawn="1">
            <p:ph type="dt" sz="half" idx="10"/>
            <p:custDataLst>
              <p:tags r:id="rId4"/>
            </p:custDataLst>
          </p:nvPr>
        </p:nvSpPr>
        <p:spPr/>
        <p:txBody>
          <a:bodyPr/>
          <a:lstStyle/>
          <a:p>
            <a:fld id="{F7CF13A1-D77E-421D-9B09-DB94CC4A7A25}" type="datetime1">
              <a:rPr lang="en-US" smtClean="0"/>
              <a:t>5/28/2026</a:t>
            </a:fld>
            <a:endParaRPr lang="en-US" dirty="0"/>
          </a:p>
        </p:txBody>
      </p:sp>
      <p:sp>
        <p:nvSpPr>
          <p:cNvPr id="5" name="Footer Placeholder 4">
            <a:extLst>
              <a:ext uri="{FF2B5EF4-FFF2-40B4-BE49-F238E27FC236}">
                <a16:creationId xmlns:a16="http://schemas.microsoft.com/office/drawing/2014/main" id="{12BF6C78-CB1A-9841-2E87-D5E93664BC14}"/>
              </a:ext>
            </a:extLst>
          </p:cNvPr>
          <p:cNvSpPr>
            <a:spLocks noGrp="1"/>
          </p:cNvSpPr>
          <p:nvPr userDrawn="1">
            <p:ph type="ftr" sz="quarter" idx="11"/>
            <p:custDataLst>
              <p:tags r:id="rId5"/>
            </p:custDataLst>
          </p:nvPr>
        </p:nvSpPr>
        <p:spPr/>
        <p:txBody>
          <a:bodyPr/>
          <a:lstStyle>
            <a:lvl1pPr>
              <a:defRPr lang="en-US" dirty="0"/>
            </a:lvl1pPr>
          </a:lstStyle>
          <a:p>
            <a:endParaRPr lang="en-US" dirty="0"/>
          </a:p>
        </p:txBody>
      </p:sp>
      <p:sp>
        <p:nvSpPr>
          <p:cNvPr id="7" name="Title 6">
            <a:extLst>
              <a:ext uri="{FF2B5EF4-FFF2-40B4-BE49-F238E27FC236}">
                <a16:creationId xmlns:a16="http://schemas.microsoft.com/office/drawing/2014/main" id="{5A6A5F45-9EF8-D384-7F08-1E7DBE6C0B50}"/>
              </a:ext>
            </a:extLst>
          </p:cNvPr>
          <p:cNvSpPr>
            <a:spLocks noGrp="1"/>
          </p:cNvSpPr>
          <p:nvPr>
            <p:ph type="title" hasCustomPrompt="1"/>
            <p:custDataLst>
              <p:tags r:id="rId6"/>
            </p:custDataLst>
          </p:nvPr>
        </p:nvSpPr>
        <p:spPr>
          <a:xfrm>
            <a:off x="457200" y="419954"/>
            <a:ext cx="9579756" cy="518746"/>
          </a:xfrm>
        </p:spPr>
        <p:txBody>
          <a:bodyPr tIns="93600" anchor="t" anchorCtr="0"/>
          <a:lstStyle/>
          <a:p>
            <a:r>
              <a:rPr lang="en-US" dirty="0"/>
              <a:t>Click to edit title</a:t>
            </a:r>
          </a:p>
        </p:txBody>
      </p:sp>
      <p:grpSp>
        <p:nvGrpSpPr>
          <p:cNvPr id="11" name="LOGO RED">
            <a:extLst>
              <a:ext uri="{FF2B5EF4-FFF2-40B4-BE49-F238E27FC236}">
                <a16:creationId xmlns:a16="http://schemas.microsoft.com/office/drawing/2014/main" id="{03910075-D321-9510-97C2-00714E52F49C}"/>
              </a:ext>
            </a:extLst>
          </p:cNvPr>
          <p:cNvGrpSpPr/>
          <p:nvPr userDrawn="1">
            <p:custDataLst>
              <p:tags r:id="rId7"/>
            </p:custDataLst>
          </p:nvPr>
        </p:nvGrpSpPr>
        <p:grpSpPr>
          <a:xfrm>
            <a:off x="454798" y="6444000"/>
            <a:ext cx="1407869" cy="245006"/>
            <a:chOff x="3245241" y="3110528"/>
            <a:chExt cx="5696307" cy="991307"/>
          </a:xfrm>
          <a:solidFill>
            <a:srgbClr val="ED1C24"/>
          </a:solidFill>
        </p:grpSpPr>
        <p:sp>
          <p:nvSpPr>
            <p:cNvPr id="12" name="Freeform: Shape 11">
              <a:extLst>
                <a:ext uri="{FF2B5EF4-FFF2-40B4-BE49-F238E27FC236}">
                  <a16:creationId xmlns:a16="http://schemas.microsoft.com/office/drawing/2014/main" id="{D63AD604-1EC6-C34D-D23C-FF83255CA525}"/>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682B7A83-D95E-BDE3-6C1C-4B1B9FF6C16B}"/>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22132A65-8485-C222-9C0A-C6DB9D94271C}"/>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583B5803-28E3-4B58-387B-244014349A58}"/>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AE5B87C9-7572-2ABB-7A82-0C84BC2C891D}"/>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17" name="Text Placeholder 15">
            <a:extLst>
              <a:ext uri="{FF2B5EF4-FFF2-40B4-BE49-F238E27FC236}">
                <a16:creationId xmlns:a16="http://schemas.microsoft.com/office/drawing/2014/main" id="{FFAF8473-F632-064B-1391-9756F8C17E57}"/>
              </a:ext>
            </a:extLst>
          </p:cNvPr>
          <p:cNvSpPr>
            <a:spLocks noGrp="1"/>
          </p:cNvSpPr>
          <p:nvPr userDrawn="1">
            <p:ph type="body" sz="quarter" idx="17"/>
            <p:custDataLst>
              <p:tags r:id="rId8"/>
            </p:custDataLst>
          </p:nvPr>
        </p:nvSpPr>
        <p:spPr>
          <a:xfrm>
            <a:off x="457200" y="1196975"/>
            <a:ext cx="9579754" cy="5111749"/>
          </a:xfrm>
        </p:spPr>
        <p:txBody>
          <a:bodyPr lIns="0"/>
          <a:lstStyle/>
          <a:p>
            <a:pPr lvl="0"/>
            <a:r>
              <a:rPr lang="en-US" altLang="ja-JP" dirty="0"/>
              <a:t>Click to edit Master text styles</a:t>
            </a:r>
          </a:p>
        </p:txBody>
      </p:sp>
      <p:sp>
        <p:nvSpPr>
          <p:cNvPr id="6" name="Slide Number Placeholder 5">
            <a:extLst>
              <a:ext uri="{FF2B5EF4-FFF2-40B4-BE49-F238E27FC236}">
                <a16:creationId xmlns:a16="http://schemas.microsoft.com/office/drawing/2014/main" id="{88798A95-7A82-11FF-EEE1-A9BAA23FD511}"/>
              </a:ext>
            </a:extLst>
          </p:cNvPr>
          <p:cNvSpPr>
            <a:spLocks noGrp="1"/>
          </p:cNvSpPr>
          <p:nvPr userDrawn="1">
            <p:ph type="sldNum" sz="quarter" idx="12"/>
            <p:custDataLst>
              <p:tags r:id="rId9"/>
            </p:custDataLst>
          </p:nvPr>
        </p:nvSpPr>
        <p:spPr/>
        <p:txBody>
          <a:bodyPr/>
          <a:lstStyle>
            <a:lvl1pPr>
              <a:defRPr>
                <a:solidFill>
                  <a:schemeClr val="bg1"/>
                </a:solidFill>
              </a:defRPr>
            </a:lvl1pPr>
          </a:lstStyle>
          <a:p>
            <a:fld id="{35EA36FB-EA35-45B6-87A5-93E7705983EC}" type="slidenum">
              <a:rPr lang="en-US" smtClean="0"/>
              <a:pPr/>
              <a:t>‹#›</a:t>
            </a:fld>
            <a:endParaRPr lang="en-US" dirty="0"/>
          </a:p>
        </p:txBody>
      </p:sp>
    </p:spTree>
    <p:extLst>
      <p:ext uri="{BB962C8B-B14F-4D97-AF65-F5344CB8AC3E}">
        <p14:creationId xmlns:p14="http://schemas.microsoft.com/office/powerpoint/2010/main" val="38152828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8 Content - Blue, Title, Text">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2BB7371-78C1-EF07-55E1-330BF28386D8}"/>
              </a:ext>
            </a:extLst>
          </p:cNvPr>
          <p:cNvGrpSpPr/>
          <p:nvPr userDrawn="1">
            <p:custDataLst>
              <p:tags r:id="rId1"/>
            </p:custDataLst>
          </p:nvPr>
        </p:nvGrpSpPr>
        <p:grpSpPr>
          <a:xfrm flipH="1">
            <a:off x="10413255" y="0"/>
            <a:ext cx="1778745" cy="6858000"/>
            <a:chOff x="0" y="0"/>
            <a:chExt cx="1778745" cy="6858000"/>
          </a:xfrm>
        </p:grpSpPr>
        <p:sp>
          <p:nvSpPr>
            <p:cNvPr id="18" name="Freeform: Shape 17">
              <a:extLst>
                <a:ext uri="{FF2B5EF4-FFF2-40B4-BE49-F238E27FC236}">
                  <a16:creationId xmlns:a16="http://schemas.microsoft.com/office/drawing/2014/main" id="{3D4058E5-6F3E-DD00-74B8-F6EEC31B949F}"/>
                </a:ext>
              </a:extLst>
            </p:cNvPr>
            <p:cNvSpPr/>
            <p:nvPr userDrawn="1"/>
          </p:nvSpPr>
          <p:spPr>
            <a:xfrm rot="5400000">
              <a:off x="-3182497" y="3182497"/>
              <a:ext cx="6857866" cy="492871"/>
            </a:xfrm>
            <a:custGeom>
              <a:avLst/>
              <a:gdLst>
                <a:gd name="connsiteX0" fmla="*/ 0 w 4859940"/>
                <a:gd name="connsiteY0" fmla="*/ 0 h 349281"/>
                <a:gd name="connsiteX1" fmla="*/ 4859941 w 4859940"/>
                <a:gd name="connsiteY1" fmla="*/ 0 h 349281"/>
                <a:gd name="connsiteX2" fmla="*/ 4859941 w 4859940"/>
                <a:gd name="connsiteY2" fmla="*/ 349282 h 349281"/>
                <a:gd name="connsiteX3" fmla="*/ 0 w 4859940"/>
                <a:gd name="connsiteY3" fmla="*/ 349282 h 349281"/>
              </a:gdLst>
              <a:ahLst/>
              <a:cxnLst>
                <a:cxn ang="0">
                  <a:pos x="connsiteX0" y="connsiteY0"/>
                </a:cxn>
                <a:cxn ang="0">
                  <a:pos x="connsiteX1" y="connsiteY1"/>
                </a:cxn>
                <a:cxn ang="0">
                  <a:pos x="connsiteX2" y="connsiteY2"/>
                </a:cxn>
                <a:cxn ang="0">
                  <a:pos x="connsiteX3" y="connsiteY3"/>
                </a:cxn>
              </a:cxnLst>
              <a:rect l="l" t="t" r="r" b="b"/>
              <a:pathLst>
                <a:path w="4859940" h="349281">
                  <a:moveTo>
                    <a:pt x="0" y="0"/>
                  </a:moveTo>
                  <a:lnTo>
                    <a:pt x="4859941" y="0"/>
                  </a:lnTo>
                  <a:lnTo>
                    <a:pt x="4859941" y="349282"/>
                  </a:lnTo>
                  <a:lnTo>
                    <a:pt x="0" y="349282"/>
                  </a:lnTo>
                  <a:close/>
                </a:path>
              </a:pathLst>
            </a:custGeom>
            <a:solidFill>
              <a:srgbClr val="335286"/>
            </a:solidFill>
            <a:ln w="0"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A78277E1-F4CC-16B2-E269-C4FCB58AFA31}"/>
                </a:ext>
              </a:extLst>
            </p:cNvPr>
            <p:cNvSpPr/>
            <p:nvPr userDrawn="1"/>
          </p:nvSpPr>
          <p:spPr>
            <a:xfrm>
              <a:off x="64246" y="0"/>
              <a:ext cx="428625" cy="2283580"/>
            </a:xfrm>
            <a:custGeom>
              <a:avLst/>
              <a:gdLst>
                <a:gd name="connsiteX0" fmla="*/ 303752 w 303752"/>
                <a:gd name="connsiteY0" fmla="*/ 1618298 h 1618297"/>
                <a:gd name="connsiteX1" fmla="*/ 0 w 303752"/>
                <a:gd name="connsiteY1" fmla="*/ 0 h 1618297"/>
                <a:gd name="connsiteX2" fmla="*/ 303752 w 303752"/>
                <a:gd name="connsiteY2" fmla="*/ 0 h 1618297"/>
                <a:gd name="connsiteX3" fmla="*/ 303752 w 303752"/>
                <a:gd name="connsiteY3" fmla="*/ 1618298 h 1618297"/>
              </a:gdLst>
              <a:ahLst/>
              <a:cxnLst>
                <a:cxn ang="0">
                  <a:pos x="connsiteX0" y="connsiteY0"/>
                </a:cxn>
                <a:cxn ang="0">
                  <a:pos x="connsiteX1" y="connsiteY1"/>
                </a:cxn>
                <a:cxn ang="0">
                  <a:pos x="connsiteX2" y="connsiteY2"/>
                </a:cxn>
                <a:cxn ang="0">
                  <a:pos x="connsiteX3" y="connsiteY3"/>
                </a:cxn>
              </a:cxnLst>
              <a:rect l="l" t="t" r="r" b="b"/>
              <a:pathLst>
                <a:path w="303752" h="1618297">
                  <a:moveTo>
                    <a:pt x="303752" y="1618298"/>
                  </a:moveTo>
                  <a:cubicBezTo>
                    <a:pt x="129445" y="1104233"/>
                    <a:pt x="20955" y="543687"/>
                    <a:pt x="0" y="0"/>
                  </a:cubicBezTo>
                  <a:lnTo>
                    <a:pt x="303752" y="0"/>
                  </a:lnTo>
                  <a:lnTo>
                    <a:pt x="303752" y="1618298"/>
                  </a:lnTo>
                  <a:close/>
                </a:path>
              </a:pathLst>
            </a:custGeom>
            <a:solidFill>
              <a:srgbClr val="002768"/>
            </a:solidFill>
            <a:ln w="0"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51A309AA-4CF3-1763-95FA-F5D27B6E72C2}"/>
                </a:ext>
              </a:extLst>
            </p:cNvPr>
            <p:cNvSpPr/>
            <p:nvPr userDrawn="1"/>
          </p:nvSpPr>
          <p:spPr>
            <a:xfrm>
              <a:off x="492871" y="2283580"/>
              <a:ext cx="1285874" cy="4574420"/>
            </a:xfrm>
            <a:custGeom>
              <a:avLst/>
              <a:gdLst>
                <a:gd name="connsiteX0" fmla="*/ 0 w 911256"/>
                <a:gd name="connsiteY0" fmla="*/ 754190 h 3241738"/>
                <a:gd name="connsiteX1" fmla="*/ 0 w 911256"/>
                <a:gd name="connsiteY1" fmla="*/ 3241739 h 3241738"/>
                <a:gd name="connsiteX2" fmla="*/ 911257 w 911256"/>
                <a:gd name="connsiteY2" fmla="*/ 3241739 h 3241738"/>
                <a:gd name="connsiteX3" fmla="*/ 607505 w 911256"/>
                <a:gd name="connsiteY3" fmla="*/ 1622965 h 3241738"/>
                <a:gd name="connsiteX4" fmla="*/ 0 w 911256"/>
                <a:gd name="connsiteY4" fmla="*/ 0 h 3241738"/>
                <a:gd name="connsiteX5" fmla="*/ 0 w 911256"/>
                <a:gd name="connsiteY5" fmla="*/ 754190 h 324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1256" h="3241738">
                  <a:moveTo>
                    <a:pt x="0" y="754190"/>
                  </a:moveTo>
                  <a:lnTo>
                    <a:pt x="0" y="3241739"/>
                  </a:lnTo>
                  <a:cubicBezTo>
                    <a:pt x="0" y="3241739"/>
                    <a:pt x="911257" y="3241739"/>
                    <a:pt x="911257" y="3241739"/>
                  </a:cubicBezTo>
                  <a:cubicBezTo>
                    <a:pt x="882301" y="2665476"/>
                    <a:pt x="756761" y="2123313"/>
                    <a:pt x="607505" y="1622965"/>
                  </a:cubicBezTo>
                  <a:cubicBezTo>
                    <a:pt x="446151" y="1082135"/>
                    <a:pt x="104299" y="307562"/>
                    <a:pt x="0" y="0"/>
                  </a:cubicBezTo>
                  <a:lnTo>
                    <a:pt x="0" y="754190"/>
                  </a:lnTo>
                  <a:close/>
                </a:path>
              </a:pathLst>
            </a:custGeom>
            <a:solidFill>
              <a:srgbClr val="667DA4"/>
            </a:solidFill>
            <a:ln w="0" cap="flat">
              <a:noFill/>
              <a:prstDash val="solid"/>
              <a:miter/>
            </a:ln>
          </p:spPr>
          <p:txBody>
            <a:bodyPr rtlCol="0" anchor="ctr"/>
            <a:lstStyle/>
            <a:p>
              <a:endParaRPr lang="en-US" dirty="0"/>
            </a:p>
          </p:txBody>
        </p:sp>
      </p:grpSp>
      <p:sp>
        <p:nvSpPr>
          <p:cNvPr id="4" name="Date Placeholder 3">
            <a:extLst>
              <a:ext uri="{FF2B5EF4-FFF2-40B4-BE49-F238E27FC236}">
                <a16:creationId xmlns:a16="http://schemas.microsoft.com/office/drawing/2014/main" id="{BCACDAF7-0CFF-63E6-C5B6-39AC172CF70C}"/>
              </a:ext>
            </a:extLst>
          </p:cNvPr>
          <p:cNvSpPr>
            <a:spLocks noGrp="1"/>
          </p:cNvSpPr>
          <p:nvPr>
            <p:ph type="dt" sz="half" idx="10"/>
            <p:custDataLst>
              <p:tags r:id="rId2"/>
            </p:custDataLst>
          </p:nvPr>
        </p:nvSpPr>
        <p:spPr/>
        <p:txBody>
          <a:bodyPr/>
          <a:lstStyle/>
          <a:p>
            <a:fld id="{462A81C2-74CF-415A-9F6E-219CCA64E27E}" type="datetime1">
              <a:rPr lang="en-US" smtClean="0"/>
              <a:t>5/28/2026</a:t>
            </a:fld>
            <a:endParaRPr lang="en-US" dirty="0"/>
          </a:p>
        </p:txBody>
      </p:sp>
      <p:sp>
        <p:nvSpPr>
          <p:cNvPr id="5" name="Footer Placeholder 4">
            <a:extLst>
              <a:ext uri="{FF2B5EF4-FFF2-40B4-BE49-F238E27FC236}">
                <a16:creationId xmlns:a16="http://schemas.microsoft.com/office/drawing/2014/main" id="{12BF6C78-CB1A-9841-2E87-D5E93664BC14}"/>
              </a:ext>
            </a:extLst>
          </p:cNvPr>
          <p:cNvSpPr>
            <a:spLocks noGrp="1"/>
          </p:cNvSpPr>
          <p:nvPr>
            <p:ph type="ftr" sz="quarter" idx="11"/>
            <p:custDataLst>
              <p:tags r:id="rId3"/>
            </p:custDataLst>
          </p:nvPr>
        </p:nvSpPr>
        <p:spPr/>
        <p:txBody>
          <a:bodyPr/>
          <a:lstStyle>
            <a:lvl1pPr>
              <a:defRPr lang="en-US" dirty="0"/>
            </a:lvl1pPr>
          </a:lstStyle>
          <a:p>
            <a:endParaRPr lang="en-US" dirty="0"/>
          </a:p>
        </p:txBody>
      </p:sp>
      <p:sp>
        <p:nvSpPr>
          <p:cNvPr id="7" name="Title 6">
            <a:extLst>
              <a:ext uri="{FF2B5EF4-FFF2-40B4-BE49-F238E27FC236}">
                <a16:creationId xmlns:a16="http://schemas.microsoft.com/office/drawing/2014/main" id="{5A6A5F45-9EF8-D384-7F08-1E7DBE6C0B50}"/>
              </a:ext>
            </a:extLst>
          </p:cNvPr>
          <p:cNvSpPr>
            <a:spLocks noGrp="1"/>
          </p:cNvSpPr>
          <p:nvPr>
            <p:ph type="title" hasCustomPrompt="1"/>
            <p:custDataLst>
              <p:tags r:id="rId4"/>
            </p:custDataLst>
          </p:nvPr>
        </p:nvSpPr>
        <p:spPr>
          <a:xfrm>
            <a:off x="457200" y="419954"/>
            <a:ext cx="9579756" cy="518746"/>
          </a:xfrm>
        </p:spPr>
        <p:txBody>
          <a:bodyPr tIns="93600" anchor="t" anchorCtr="0"/>
          <a:lstStyle/>
          <a:p>
            <a:r>
              <a:rPr lang="en-US" dirty="0"/>
              <a:t>Click to edit title</a:t>
            </a:r>
          </a:p>
        </p:txBody>
      </p:sp>
      <p:grpSp>
        <p:nvGrpSpPr>
          <p:cNvPr id="11" name="LOGO RED">
            <a:extLst>
              <a:ext uri="{FF2B5EF4-FFF2-40B4-BE49-F238E27FC236}">
                <a16:creationId xmlns:a16="http://schemas.microsoft.com/office/drawing/2014/main" id="{EAE1C401-F7B7-D689-7DD3-15871E58270B}"/>
              </a:ext>
            </a:extLst>
          </p:cNvPr>
          <p:cNvGrpSpPr/>
          <p:nvPr userDrawn="1">
            <p:custDataLst>
              <p:tags r:id="rId5"/>
            </p:custDataLst>
          </p:nvPr>
        </p:nvGrpSpPr>
        <p:grpSpPr>
          <a:xfrm>
            <a:off x="454798" y="6444000"/>
            <a:ext cx="1407869" cy="245006"/>
            <a:chOff x="3245241" y="3110528"/>
            <a:chExt cx="5696307" cy="991307"/>
          </a:xfrm>
          <a:solidFill>
            <a:srgbClr val="ED1C24"/>
          </a:solidFill>
        </p:grpSpPr>
        <p:sp>
          <p:nvSpPr>
            <p:cNvPr id="12" name="Freeform: Shape 11">
              <a:extLst>
                <a:ext uri="{FF2B5EF4-FFF2-40B4-BE49-F238E27FC236}">
                  <a16:creationId xmlns:a16="http://schemas.microsoft.com/office/drawing/2014/main" id="{2D9C28DF-5636-AD4D-2872-BB34FA36D33F}"/>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86FF4991-DE5F-98E9-6FB7-294EF3F9AF1F}"/>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312056CE-AA44-6E33-74C2-A446B29B41D7}"/>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079709DD-373A-6E95-8EC7-799739F929A7}"/>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4D3BD861-5B46-6721-B5DF-D64615767332}"/>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17" name="Text Placeholder 15">
            <a:extLst>
              <a:ext uri="{FF2B5EF4-FFF2-40B4-BE49-F238E27FC236}">
                <a16:creationId xmlns:a16="http://schemas.microsoft.com/office/drawing/2014/main" id="{CD35F684-703E-7927-63E7-C0E2BAC05BE6}"/>
              </a:ext>
            </a:extLst>
          </p:cNvPr>
          <p:cNvSpPr>
            <a:spLocks noGrp="1"/>
          </p:cNvSpPr>
          <p:nvPr>
            <p:ph type="body" sz="quarter" idx="17"/>
            <p:custDataLst>
              <p:tags r:id="rId6"/>
            </p:custDataLst>
          </p:nvPr>
        </p:nvSpPr>
        <p:spPr>
          <a:xfrm>
            <a:off x="457200" y="1196975"/>
            <a:ext cx="9579754" cy="5111749"/>
          </a:xfrm>
        </p:spPr>
        <p:txBody>
          <a:bodyPr lIns="0"/>
          <a:lstStyle/>
          <a:p>
            <a:pPr lvl="0"/>
            <a:r>
              <a:rPr lang="en-US" altLang="ja-JP" dirty="0"/>
              <a:t>Click to edit Master text styles</a:t>
            </a:r>
          </a:p>
        </p:txBody>
      </p:sp>
      <p:sp>
        <p:nvSpPr>
          <p:cNvPr id="6" name="Slide Number Placeholder 5">
            <a:extLst>
              <a:ext uri="{FF2B5EF4-FFF2-40B4-BE49-F238E27FC236}">
                <a16:creationId xmlns:a16="http://schemas.microsoft.com/office/drawing/2014/main" id="{88798A95-7A82-11FF-EEE1-A9BAA23FD511}"/>
              </a:ext>
            </a:extLst>
          </p:cNvPr>
          <p:cNvSpPr>
            <a:spLocks noGrp="1"/>
          </p:cNvSpPr>
          <p:nvPr>
            <p:ph type="sldNum" sz="quarter" idx="12"/>
            <p:custDataLst>
              <p:tags r:id="rId7"/>
            </p:custDataLst>
          </p:nvPr>
        </p:nvSpPr>
        <p:spPr/>
        <p:txBody>
          <a:bodyPr/>
          <a:lstStyle>
            <a:lvl1pPr>
              <a:defRPr>
                <a:solidFill>
                  <a:schemeClr val="bg1"/>
                </a:solidFill>
              </a:defRPr>
            </a:lvl1pPr>
          </a:lstStyle>
          <a:p>
            <a:fld id="{35EA36FB-EA35-45B6-87A5-93E7705983EC}" type="slidenum">
              <a:rPr lang="en-US" smtClean="0"/>
              <a:pPr/>
              <a:t>‹#›</a:t>
            </a:fld>
            <a:endParaRPr lang="en-US" dirty="0"/>
          </a:p>
        </p:txBody>
      </p:sp>
    </p:spTree>
    <p:extLst>
      <p:ext uri="{BB962C8B-B14F-4D97-AF65-F5344CB8AC3E}">
        <p14:creationId xmlns:p14="http://schemas.microsoft.com/office/powerpoint/2010/main" val="17279011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9 Content - Red, Title, Text, im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CACDAF7-0CFF-63E6-C5B6-39AC172CF70C}"/>
              </a:ext>
            </a:extLst>
          </p:cNvPr>
          <p:cNvSpPr>
            <a:spLocks noGrp="1"/>
          </p:cNvSpPr>
          <p:nvPr>
            <p:ph type="dt" sz="half" idx="10"/>
            <p:custDataLst>
              <p:tags r:id="rId1"/>
            </p:custDataLst>
          </p:nvPr>
        </p:nvSpPr>
        <p:spPr/>
        <p:txBody>
          <a:bodyPr/>
          <a:lstStyle>
            <a:lvl1pPr>
              <a:defRPr>
                <a:solidFill>
                  <a:schemeClr val="tx1">
                    <a:lumMod val="50000"/>
                    <a:lumOff val="50000"/>
                  </a:schemeClr>
                </a:solidFill>
              </a:defRPr>
            </a:lvl1pPr>
          </a:lstStyle>
          <a:p>
            <a:fld id="{DACD458E-6DF0-47C5-B367-BFE8153D2A09}" type="datetime1">
              <a:rPr lang="en-US" smtClean="0"/>
              <a:t>5/28/2026</a:t>
            </a:fld>
            <a:endParaRPr lang="en-US" dirty="0"/>
          </a:p>
        </p:txBody>
      </p:sp>
      <p:sp>
        <p:nvSpPr>
          <p:cNvPr id="5" name="Footer Placeholder 4">
            <a:extLst>
              <a:ext uri="{FF2B5EF4-FFF2-40B4-BE49-F238E27FC236}">
                <a16:creationId xmlns:a16="http://schemas.microsoft.com/office/drawing/2014/main" id="{12BF6C78-CB1A-9841-2E87-D5E93664BC14}"/>
              </a:ext>
            </a:extLst>
          </p:cNvPr>
          <p:cNvSpPr>
            <a:spLocks noGrp="1"/>
          </p:cNvSpPr>
          <p:nvPr>
            <p:ph type="ftr" sz="quarter" idx="11"/>
            <p:custDataLst>
              <p:tags r:id="rId2"/>
            </p:custDataLst>
          </p:nvPr>
        </p:nvSpPr>
        <p:spPr/>
        <p:txBody>
          <a:bodyPr/>
          <a:lstStyle>
            <a:lvl1pPr>
              <a:defRPr lang="en-US" dirty="0">
                <a:solidFill>
                  <a:schemeClr val="tx1">
                    <a:lumMod val="50000"/>
                    <a:lumOff val="50000"/>
                  </a:schemeClr>
                </a:solidFill>
              </a:defRPr>
            </a:lvl1pPr>
          </a:lstStyle>
          <a:p>
            <a:endParaRPr lang="en-SE"/>
          </a:p>
        </p:txBody>
      </p:sp>
      <p:sp>
        <p:nvSpPr>
          <p:cNvPr id="11" name="Picture Placeholder 7">
            <a:extLst>
              <a:ext uri="{FF2B5EF4-FFF2-40B4-BE49-F238E27FC236}">
                <a16:creationId xmlns:a16="http://schemas.microsoft.com/office/drawing/2014/main" id="{F5FC8D54-C7E8-ADDC-49C0-EA212AF060F0}"/>
              </a:ext>
            </a:extLst>
          </p:cNvPr>
          <p:cNvSpPr>
            <a:spLocks noGrp="1"/>
          </p:cNvSpPr>
          <p:nvPr>
            <p:ph type="pic" sz="quarter" idx="17" hasCustomPrompt="1"/>
            <p:custDataLst>
              <p:tags r:id="rId3"/>
            </p:custDataLst>
          </p:nvPr>
        </p:nvSpPr>
        <p:spPr>
          <a:xfrm>
            <a:off x="8016000" y="0"/>
            <a:ext cx="4176000" cy="6858000"/>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en-US" dirty="0"/>
              <a:t> </a:t>
            </a:r>
          </a:p>
        </p:txBody>
      </p:sp>
      <p:sp>
        <p:nvSpPr>
          <p:cNvPr id="6" name="Slide Number Placeholder 5">
            <a:extLst>
              <a:ext uri="{FF2B5EF4-FFF2-40B4-BE49-F238E27FC236}">
                <a16:creationId xmlns:a16="http://schemas.microsoft.com/office/drawing/2014/main" id="{88798A95-7A82-11FF-EEE1-A9BAA23FD511}"/>
              </a:ext>
            </a:extLst>
          </p:cNvPr>
          <p:cNvSpPr>
            <a:spLocks noGrp="1"/>
          </p:cNvSpPr>
          <p:nvPr>
            <p:ph type="sldNum" sz="quarter" idx="12"/>
            <p:custDataLst>
              <p:tags r:id="rId4"/>
            </p:custDataLst>
          </p:nvPr>
        </p:nvSpPr>
        <p:spPr/>
        <p:txBody>
          <a:bodyPr/>
          <a:lstStyle/>
          <a:p>
            <a:fld id="{35EA36FB-EA35-45B6-87A5-93E7705983EC}" type="slidenum">
              <a:rPr lang="en-US" smtClean="0"/>
              <a:t>‹#›</a:t>
            </a:fld>
            <a:endParaRPr lang="en-US" dirty="0"/>
          </a:p>
        </p:txBody>
      </p:sp>
      <p:grpSp>
        <p:nvGrpSpPr>
          <p:cNvPr id="2" name="LOGO RED">
            <a:extLst>
              <a:ext uri="{FF2B5EF4-FFF2-40B4-BE49-F238E27FC236}">
                <a16:creationId xmlns:a16="http://schemas.microsoft.com/office/drawing/2014/main" id="{03A8A8B6-DDB7-8BF4-9EE0-BE3C51713173}"/>
              </a:ext>
            </a:extLst>
          </p:cNvPr>
          <p:cNvGrpSpPr/>
          <p:nvPr userDrawn="1">
            <p:custDataLst>
              <p:tags r:id="rId5"/>
            </p:custDataLst>
          </p:nvPr>
        </p:nvGrpSpPr>
        <p:grpSpPr>
          <a:xfrm>
            <a:off x="454798" y="6444000"/>
            <a:ext cx="1407869" cy="245006"/>
            <a:chOff x="3245241" y="3110528"/>
            <a:chExt cx="5696307" cy="991307"/>
          </a:xfrm>
          <a:solidFill>
            <a:srgbClr val="ED1C24"/>
          </a:solidFill>
        </p:grpSpPr>
        <p:sp>
          <p:nvSpPr>
            <p:cNvPr id="12" name="Freeform: Shape 11">
              <a:extLst>
                <a:ext uri="{FF2B5EF4-FFF2-40B4-BE49-F238E27FC236}">
                  <a16:creationId xmlns:a16="http://schemas.microsoft.com/office/drawing/2014/main" id="{B683CB0A-C4DA-13D2-CDBB-FB40A62D7C3F}"/>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88198D47-9CD4-0141-0572-412B7C7E3025}"/>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01FFC8C-4752-C65D-C8C0-FEEE8E1A484C}"/>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F1DD9917-D946-A2F1-AD1C-721079DBF454}"/>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EBD519E9-8AC8-4423-CD78-966EC81D918A}"/>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8" name="Swirl">
            <a:extLst>
              <a:ext uri="{FF2B5EF4-FFF2-40B4-BE49-F238E27FC236}">
                <a16:creationId xmlns:a16="http://schemas.microsoft.com/office/drawing/2014/main" id="{7D2CF1AA-308B-80F9-002D-8E15F606E86B}"/>
              </a:ext>
            </a:extLst>
          </p:cNvPr>
          <p:cNvSpPr>
            <a:spLocks noGrp="1"/>
          </p:cNvSpPr>
          <p:nvPr>
            <p:ph type="body" sz="quarter" idx="24" hasCustomPrompt="1"/>
            <p:custDataLst>
              <p:tags r:id="rId6"/>
            </p:custDataLst>
          </p:nvPr>
        </p:nvSpPr>
        <p:spPr>
          <a:xfrm>
            <a:off x="6739173" y="0"/>
            <a:ext cx="1699200" cy="6858000"/>
          </a:xfrm>
          <a:blipFill>
            <a:blip>
              <a:extLst>
                <a:ext uri="{96DAC541-7B7A-43D3-8B79-37D633B846F1}">
                  <asvg:svgBlip xmlns:asvg="http://schemas.microsoft.com/office/drawing/2016/SVG/main" r:embed="rId10"/>
                </a:ext>
              </a:extLst>
            </a:blip>
            <a:stretch>
              <a:fillRect/>
            </a:stretch>
          </a:blipFill>
        </p:spPr>
        <p:txBody>
          <a:bodyPr/>
          <a:lstStyle>
            <a:lvl1pPr marL="0" indent="0">
              <a:buFontTx/>
              <a:buNone/>
              <a:defRPr sz="100">
                <a:solidFill>
                  <a:schemeClr val="tx1">
                    <a:alpha val="0"/>
                  </a:schemeClr>
                </a:solidFill>
              </a:defRPr>
            </a:lvl1pPr>
            <a:lvl2pPr marL="226800" indent="0">
              <a:buFontTx/>
              <a:buNone/>
              <a:defRPr sz="100">
                <a:solidFill>
                  <a:schemeClr val="tx1">
                    <a:alpha val="0"/>
                  </a:schemeClr>
                </a:solidFill>
              </a:defRPr>
            </a:lvl2pPr>
            <a:lvl3pPr marL="460800" indent="0">
              <a:buFontTx/>
              <a:buNone/>
              <a:defRPr sz="100">
                <a:solidFill>
                  <a:schemeClr val="tx1">
                    <a:alpha val="0"/>
                  </a:schemeClr>
                </a:solidFill>
              </a:defRPr>
            </a:lvl3pPr>
            <a:lvl4pPr marL="687600" indent="0">
              <a:buFontTx/>
              <a:buNone/>
              <a:defRPr sz="100">
                <a:solidFill>
                  <a:schemeClr val="tx1">
                    <a:alpha val="0"/>
                  </a:schemeClr>
                </a:solidFill>
              </a:defRPr>
            </a:lvl4pPr>
            <a:lvl5pPr marL="914400" indent="0">
              <a:buFontTx/>
              <a:buNone/>
              <a:defRPr sz="100">
                <a:solidFill>
                  <a:schemeClr val="tx1">
                    <a:alpha val="0"/>
                  </a:schemeClr>
                </a:solidFill>
              </a:defRPr>
            </a:lvl5pPr>
          </a:lstStyle>
          <a:p>
            <a:pPr lvl="0"/>
            <a:r>
              <a:rPr lang="en-US" dirty="0"/>
              <a:t> </a:t>
            </a:r>
          </a:p>
        </p:txBody>
      </p:sp>
      <p:sp>
        <p:nvSpPr>
          <p:cNvPr id="17" name="Text Placeholder 15">
            <a:extLst>
              <a:ext uri="{FF2B5EF4-FFF2-40B4-BE49-F238E27FC236}">
                <a16:creationId xmlns:a16="http://schemas.microsoft.com/office/drawing/2014/main" id="{2E9EC317-F009-80DC-4997-E14711B85C1B}"/>
              </a:ext>
            </a:extLst>
          </p:cNvPr>
          <p:cNvSpPr>
            <a:spLocks noGrp="1"/>
          </p:cNvSpPr>
          <p:nvPr>
            <p:ph type="body" sz="quarter" idx="18"/>
            <p:custDataLst>
              <p:tags r:id="rId7"/>
            </p:custDataLst>
          </p:nvPr>
        </p:nvSpPr>
        <p:spPr>
          <a:xfrm>
            <a:off x="457200" y="1196975"/>
            <a:ext cx="6046208" cy="5111749"/>
          </a:xfrm>
        </p:spPr>
        <p:txBody>
          <a:bodyPr lIns="0"/>
          <a:lstStyle/>
          <a:p>
            <a:pPr lvl="0"/>
            <a:r>
              <a:rPr lang="en-US" altLang="ja-JP" dirty="0"/>
              <a:t>Click to edit Master text styles</a:t>
            </a:r>
          </a:p>
        </p:txBody>
      </p:sp>
      <p:sp>
        <p:nvSpPr>
          <p:cNvPr id="7" name="Title 6">
            <a:extLst>
              <a:ext uri="{FF2B5EF4-FFF2-40B4-BE49-F238E27FC236}">
                <a16:creationId xmlns:a16="http://schemas.microsoft.com/office/drawing/2014/main" id="{5A6A5F45-9EF8-D384-7F08-1E7DBE6C0B50}"/>
              </a:ext>
            </a:extLst>
          </p:cNvPr>
          <p:cNvSpPr>
            <a:spLocks noGrp="1"/>
          </p:cNvSpPr>
          <p:nvPr>
            <p:ph type="title" hasCustomPrompt="1"/>
            <p:custDataLst>
              <p:tags r:id="rId8"/>
            </p:custDataLst>
          </p:nvPr>
        </p:nvSpPr>
        <p:spPr>
          <a:xfrm>
            <a:off x="457200" y="419954"/>
            <a:ext cx="6046210" cy="518746"/>
          </a:xfrm>
        </p:spPr>
        <p:txBody>
          <a:bodyPr tIns="93600" anchor="t" anchorCtr="0"/>
          <a:lstStyle/>
          <a:p>
            <a:r>
              <a:rPr lang="en-US" dirty="0"/>
              <a:t>Click to edit title</a:t>
            </a:r>
          </a:p>
        </p:txBody>
      </p:sp>
    </p:spTree>
    <p:extLst>
      <p:ext uri="{BB962C8B-B14F-4D97-AF65-F5344CB8AC3E}">
        <p14:creationId xmlns:p14="http://schemas.microsoft.com/office/powerpoint/2010/main" val="4044313733"/>
      </p:ext>
    </p:extLst>
  </p:cSld>
  <p:clrMapOvr>
    <a:masterClrMapping/>
  </p:clrMapOvr>
  <p:extLst>
    <p:ext uri="{DCECCB84-F9BA-43D5-87BE-67443E8EF086}">
      <p15:sldGuideLst xmlns:p15="http://schemas.microsoft.com/office/powerpoint/2012/main">
        <p15:guide id="1" orient="horz" pos="397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10 Content - Blue, Title, Text, im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CACDAF7-0CFF-63E6-C5B6-39AC172CF70C}"/>
              </a:ext>
            </a:extLst>
          </p:cNvPr>
          <p:cNvSpPr>
            <a:spLocks noGrp="1"/>
          </p:cNvSpPr>
          <p:nvPr>
            <p:ph type="dt" sz="half" idx="10"/>
            <p:custDataLst>
              <p:tags r:id="rId1"/>
            </p:custDataLst>
          </p:nvPr>
        </p:nvSpPr>
        <p:spPr/>
        <p:txBody>
          <a:bodyPr/>
          <a:lstStyle>
            <a:lvl1pPr>
              <a:defRPr>
                <a:solidFill>
                  <a:schemeClr val="tx1">
                    <a:lumMod val="50000"/>
                    <a:lumOff val="50000"/>
                  </a:schemeClr>
                </a:solidFill>
              </a:defRPr>
            </a:lvl1pPr>
          </a:lstStyle>
          <a:p>
            <a:fld id="{072D1982-2F4C-4004-92FD-B3F1630F4F41}" type="datetime1">
              <a:rPr lang="en-US" smtClean="0"/>
              <a:t>5/28/2026</a:t>
            </a:fld>
            <a:endParaRPr lang="en-US" dirty="0"/>
          </a:p>
        </p:txBody>
      </p:sp>
      <p:sp>
        <p:nvSpPr>
          <p:cNvPr id="5" name="Footer Placeholder 4">
            <a:extLst>
              <a:ext uri="{FF2B5EF4-FFF2-40B4-BE49-F238E27FC236}">
                <a16:creationId xmlns:a16="http://schemas.microsoft.com/office/drawing/2014/main" id="{12BF6C78-CB1A-9841-2E87-D5E93664BC14}"/>
              </a:ext>
            </a:extLst>
          </p:cNvPr>
          <p:cNvSpPr>
            <a:spLocks noGrp="1"/>
          </p:cNvSpPr>
          <p:nvPr>
            <p:ph type="ftr" sz="quarter" idx="11"/>
            <p:custDataLst>
              <p:tags r:id="rId2"/>
            </p:custDataLst>
          </p:nvPr>
        </p:nvSpPr>
        <p:spPr/>
        <p:txBody>
          <a:bodyPr/>
          <a:lstStyle>
            <a:lvl1pPr>
              <a:defRPr lang="en-US" dirty="0">
                <a:solidFill>
                  <a:schemeClr val="tx1">
                    <a:lumMod val="50000"/>
                    <a:lumOff val="50000"/>
                  </a:schemeClr>
                </a:solidFill>
              </a:defRPr>
            </a:lvl1pPr>
          </a:lstStyle>
          <a:p>
            <a:endParaRPr lang="en-US" dirty="0"/>
          </a:p>
        </p:txBody>
      </p:sp>
      <p:sp>
        <p:nvSpPr>
          <p:cNvPr id="11" name="Picture Placeholder 7">
            <a:extLst>
              <a:ext uri="{FF2B5EF4-FFF2-40B4-BE49-F238E27FC236}">
                <a16:creationId xmlns:a16="http://schemas.microsoft.com/office/drawing/2014/main" id="{F5FC8D54-C7E8-ADDC-49C0-EA212AF060F0}"/>
              </a:ext>
            </a:extLst>
          </p:cNvPr>
          <p:cNvSpPr>
            <a:spLocks noGrp="1"/>
          </p:cNvSpPr>
          <p:nvPr>
            <p:ph type="pic" sz="quarter" idx="17" hasCustomPrompt="1"/>
            <p:custDataLst>
              <p:tags r:id="rId3"/>
            </p:custDataLst>
          </p:nvPr>
        </p:nvSpPr>
        <p:spPr>
          <a:xfrm>
            <a:off x="8016000" y="0"/>
            <a:ext cx="4176000" cy="6858000"/>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en-US" dirty="0"/>
              <a:t> </a:t>
            </a:r>
          </a:p>
        </p:txBody>
      </p:sp>
      <p:sp>
        <p:nvSpPr>
          <p:cNvPr id="6" name="Slide Number Placeholder 5">
            <a:extLst>
              <a:ext uri="{FF2B5EF4-FFF2-40B4-BE49-F238E27FC236}">
                <a16:creationId xmlns:a16="http://schemas.microsoft.com/office/drawing/2014/main" id="{88798A95-7A82-11FF-EEE1-A9BAA23FD511}"/>
              </a:ext>
            </a:extLst>
          </p:cNvPr>
          <p:cNvSpPr>
            <a:spLocks noGrp="1"/>
          </p:cNvSpPr>
          <p:nvPr>
            <p:ph type="sldNum" sz="quarter" idx="12"/>
            <p:custDataLst>
              <p:tags r:id="rId4"/>
            </p:custDataLst>
          </p:nvPr>
        </p:nvSpPr>
        <p:spPr/>
        <p:txBody>
          <a:bodyPr/>
          <a:lstStyle/>
          <a:p>
            <a:fld id="{35EA36FB-EA35-45B6-87A5-93E7705983EC}" type="slidenum">
              <a:rPr lang="en-US" smtClean="0"/>
              <a:t>‹#›</a:t>
            </a:fld>
            <a:endParaRPr lang="en-US" dirty="0"/>
          </a:p>
        </p:txBody>
      </p:sp>
      <p:grpSp>
        <p:nvGrpSpPr>
          <p:cNvPr id="2" name="LOGO RED">
            <a:extLst>
              <a:ext uri="{FF2B5EF4-FFF2-40B4-BE49-F238E27FC236}">
                <a16:creationId xmlns:a16="http://schemas.microsoft.com/office/drawing/2014/main" id="{BBCE87A3-EC89-FF5C-1F46-E392741AB50E}"/>
              </a:ext>
            </a:extLst>
          </p:cNvPr>
          <p:cNvGrpSpPr/>
          <p:nvPr userDrawn="1">
            <p:custDataLst>
              <p:tags r:id="rId5"/>
            </p:custDataLst>
          </p:nvPr>
        </p:nvGrpSpPr>
        <p:grpSpPr>
          <a:xfrm>
            <a:off x="454798" y="6444000"/>
            <a:ext cx="1407869" cy="245006"/>
            <a:chOff x="3245241" y="3110528"/>
            <a:chExt cx="5696307" cy="991307"/>
          </a:xfrm>
          <a:solidFill>
            <a:srgbClr val="ED1C24"/>
          </a:solidFill>
        </p:grpSpPr>
        <p:sp>
          <p:nvSpPr>
            <p:cNvPr id="12" name="Freeform: Shape 11">
              <a:extLst>
                <a:ext uri="{FF2B5EF4-FFF2-40B4-BE49-F238E27FC236}">
                  <a16:creationId xmlns:a16="http://schemas.microsoft.com/office/drawing/2014/main" id="{27923F61-C5F5-FDEB-BEFB-0C4D8ADDF2DC}"/>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5E794808-2004-6E8F-B169-E7213C3932F3}"/>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5322C95B-58AD-BEFD-DD25-CD813C29AF46}"/>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E1529A-E5A0-69E3-AF33-AB61375BB748}"/>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8AE875DA-42E3-DF41-8DD5-FBE5051BA748}"/>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18" name="Swirl">
            <a:extLst>
              <a:ext uri="{FF2B5EF4-FFF2-40B4-BE49-F238E27FC236}">
                <a16:creationId xmlns:a16="http://schemas.microsoft.com/office/drawing/2014/main" id="{195C708F-ECF6-1507-1CEB-D2C753CAAE42}"/>
              </a:ext>
            </a:extLst>
          </p:cNvPr>
          <p:cNvSpPr>
            <a:spLocks noGrp="1"/>
          </p:cNvSpPr>
          <p:nvPr>
            <p:ph type="body" sz="quarter" idx="24" hasCustomPrompt="1"/>
            <p:custDataLst>
              <p:tags r:id="rId6"/>
            </p:custDataLst>
          </p:nvPr>
        </p:nvSpPr>
        <p:spPr>
          <a:xfrm>
            <a:off x="6739173" y="0"/>
            <a:ext cx="1699200" cy="6858000"/>
          </a:xfrm>
          <a:blipFill>
            <a:blip>
              <a:extLst>
                <a:ext uri="{96DAC541-7B7A-43D3-8B79-37D633B846F1}">
                  <asvg:svgBlip xmlns:asvg="http://schemas.microsoft.com/office/drawing/2016/SVG/main" r:embed="rId10"/>
                </a:ext>
              </a:extLst>
            </a:blip>
            <a:stretch>
              <a:fillRect/>
            </a:stretch>
          </a:blipFill>
        </p:spPr>
        <p:txBody>
          <a:bodyPr/>
          <a:lstStyle>
            <a:lvl1pPr marL="0" indent="0">
              <a:buFontTx/>
              <a:buNone/>
              <a:defRPr sz="100">
                <a:solidFill>
                  <a:schemeClr val="tx1">
                    <a:alpha val="0"/>
                  </a:schemeClr>
                </a:solidFill>
              </a:defRPr>
            </a:lvl1pPr>
            <a:lvl2pPr marL="226800" indent="0">
              <a:buFontTx/>
              <a:buNone/>
              <a:defRPr sz="100">
                <a:solidFill>
                  <a:schemeClr val="tx1">
                    <a:alpha val="0"/>
                  </a:schemeClr>
                </a:solidFill>
              </a:defRPr>
            </a:lvl2pPr>
            <a:lvl3pPr marL="460800" indent="0">
              <a:buFontTx/>
              <a:buNone/>
              <a:defRPr sz="100">
                <a:solidFill>
                  <a:schemeClr val="tx1">
                    <a:alpha val="0"/>
                  </a:schemeClr>
                </a:solidFill>
              </a:defRPr>
            </a:lvl3pPr>
            <a:lvl4pPr marL="687600" indent="0">
              <a:buFontTx/>
              <a:buNone/>
              <a:defRPr sz="100">
                <a:solidFill>
                  <a:schemeClr val="tx1">
                    <a:alpha val="0"/>
                  </a:schemeClr>
                </a:solidFill>
              </a:defRPr>
            </a:lvl4pPr>
            <a:lvl5pPr marL="914400" indent="0">
              <a:buFontTx/>
              <a:buNone/>
              <a:defRPr sz="100">
                <a:solidFill>
                  <a:schemeClr val="tx1">
                    <a:alpha val="0"/>
                  </a:schemeClr>
                </a:solidFill>
              </a:defRPr>
            </a:lvl5pPr>
          </a:lstStyle>
          <a:p>
            <a:pPr lvl="0"/>
            <a:r>
              <a:rPr lang="en-US" dirty="0"/>
              <a:t> </a:t>
            </a:r>
          </a:p>
        </p:txBody>
      </p:sp>
      <p:sp>
        <p:nvSpPr>
          <p:cNvPr id="17" name="Text Placeholder 15">
            <a:extLst>
              <a:ext uri="{FF2B5EF4-FFF2-40B4-BE49-F238E27FC236}">
                <a16:creationId xmlns:a16="http://schemas.microsoft.com/office/drawing/2014/main" id="{AC40920D-F45B-C027-50E3-41A5027E24C2}"/>
              </a:ext>
            </a:extLst>
          </p:cNvPr>
          <p:cNvSpPr>
            <a:spLocks noGrp="1"/>
          </p:cNvSpPr>
          <p:nvPr>
            <p:ph type="body" sz="quarter" idx="18"/>
            <p:custDataLst>
              <p:tags r:id="rId7"/>
            </p:custDataLst>
          </p:nvPr>
        </p:nvSpPr>
        <p:spPr>
          <a:xfrm>
            <a:off x="457200" y="1196975"/>
            <a:ext cx="6046208" cy="5111749"/>
          </a:xfrm>
        </p:spPr>
        <p:txBody>
          <a:bodyPr lIns="0"/>
          <a:lstStyle/>
          <a:p>
            <a:pPr lvl="0"/>
            <a:r>
              <a:rPr lang="en-US" altLang="ja-JP" dirty="0"/>
              <a:t>Click to edit Master text styles</a:t>
            </a:r>
          </a:p>
        </p:txBody>
      </p:sp>
      <p:sp>
        <p:nvSpPr>
          <p:cNvPr id="7" name="Title 6">
            <a:extLst>
              <a:ext uri="{FF2B5EF4-FFF2-40B4-BE49-F238E27FC236}">
                <a16:creationId xmlns:a16="http://schemas.microsoft.com/office/drawing/2014/main" id="{5A6A5F45-9EF8-D384-7F08-1E7DBE6C0B50}"/>
              </a:ext>
            </a:extLst>
          </p:cNvPr>
          <p:cNvSpPr>
            <a:spLocks noGrp="1"/>
          </p:cNvSpPr>
          <p:nvPr>
            <p:ph type="title" hasCustomPrompt="1"/>
            <p:custDataLst>
              <p:tags r:id="rId8"/>
            </p:custDataLst>
          </p:nvPr>
        </p:nvSpPr>
        <p:spPr>
          <a:xfrm>
            <a:off x="457200" y="419954"/>
            <a:ext cx="6046210" cy="518746"/>
          </a:xfrm>
        </p:spPr>
        <p:txBody>
          <a:bodyPr tIns="93600" anchor="t" anchorCtr="0"/>
          <a:lstStyle/>
          <a:p>
            <a:r>
              <a:rPr lang="en-US" dirty="0"/>
              <a:t>Click to edit title</a:t>
            </a:r>
          </a:p>
        </p:txBody>
      </p:sp>
    </p:spTree>
    <p:extLst>
      <p:ext uri="{BB962C8B-B14F-4D97-AF65-F5344CB8AC3E}">
        <p14:creationId xmlns:p14="http://schemas.microsoft.com/office/powerpoint/2010/main" val="2912589864"/>
      </p:ext>
    </p:extLst>
  </p:cSld>
  <p:clrMapOvr>
    <a:masterClrMapping/>
  </p:clrMapOvr>
  <p:extLst>
    <p:ext uri="{DCECCB84-F9BA-43D5-87BE-67443E8EF086}">
      <p15:sldGuideLst xmlns:p15="http://schemas.microsoft.com/office/powerpoint/2012/main">
        <p15:guide id="1" orient="horz" pos="3974"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11 Content - Title, Text, Red line">
    <p:spTree>
      <p:nvGrpSpPr>
        <p:cNvPr id="1" name=""/>
        <p:cNvGrpSpPr/>
        <p:nvPr/>
      </p:nvGrpSpPr>
      <p:grpSpPr>
        <a:xfrm>
          <a:off x="0" y="0"/>
          <a:ext cx="0" cy="0"/>
          <a:chOff x="0" y="0"/>
          <a:chExt cx="0" cy="0"/>
        </a:xfrm>
      </p:grpSpPr>
      <p:grpSp>
        <p:nvGrpSpPr>
          <p:cNvPr id="3" name="Swirl Locled">
            <a:extLst>
              <a:ext uri="{FF2B5EF4-FFF2-40B4-BE49-F238E27FC236}">
                <a16:creationId xmlns:a16="http://schemas.microsoft.com/office/drawing/2014/main" id="{A2ABD8DE-C5A8-BD31-814A-019472765441}"/>
              </a:ext>
            </a:extLst>
          </p:cNvPr>
          <p:cNvGrpSpPr>
            <a:grpSpLocks noGrp="1" noUngrp="1" noRot="1" noMove="1" noResize="1"/>
          </p:cNvGrpSpPr>
          <p:nvPr userDrawn="1">
            <p:custDataLst>
              <p:tags r:id="rId1"/>
            </p:custDataLst>
          </p:nvPr>
        </p:nvGrpSpPr>
        <p:grpSpPr>
          <a:xfrm>
            <a:off x="0" y="6308684"/>
            <a:ext cx="12192605" cy="549316"/>
            <a:chOff x="0" y="6308684"/>
            <a:chExt cx="12192605" cy="549316"/>
          </a:xfrm>
        </p:grpSpPr>
        <p:sp>
          <p:nvSpPr>
            <p:cNvPr id="6" name="Freeform: Shape 5">
              <a:extLst>
                <a:ext uri="{FF2B5EF4-FFF2-40B4-BE49-F238E27FC236}">
                  <a16:creationId xmlns:a16="http://schemas.microsoft.com/office/drawing/2014/main" id="{C532F2FF-B4D4-60B5-5EB3-C5FF924C3437}"/>
                </a:ext>
              </a:extLst>
            </p:cNvPr>
            <p:cNvSpPr>
              <a:spLocks noGrp="1" noRot="1" noMove="1" noResize="1" noEditPoints="1" noAdjustHandles="1" noChangeArrowheads="1" noChangeShapeType="1"/>
            </p:cNvSpPr>
            <p:nvPr userDrawn="1">
              <p:custDataLst>
                <p:tags r:id="rId9"/>
              </p:custDataLst>
            </p:nvPr>
          </p:nvSpPr>
          <p:spPr>
            <a:xfrm>
              <a:off x="605" y="6308684"/>
              <a:ext cx="12192000" cy="549316"/>
            </a:xfrm>
            <a:custGeom>
              <a:avLst/>
              <a:gdLst>
                <a:gd name="connsiteX0" fmla="*/ 0 w 12193209"/>
                <a:gd name="connsiteY0" fmla="*/ 0 h 876425"/>
                <a:gd name="connsiteX1" fmla="*/ 12193210 w 12193209"/>
                <a:gd name="connsiteY1" fmla="*/ 0 h 876425"/>
                <a:gd name="connsiteX2" fmla="*/ 12193210 w 12193209"/>
                <a:gd name="connsiteY2" fmla="*/ 876426 h 876425"/>
                <a:gd name="connsiteX3" fmla="*/ 0 w 12193209"/>
                <a:gd name="connsiteY3" fmla="*/ 876426 h 876425"/>
              </a:gdLst>
              <a:ahLst/>
              <a:cxnLst>
                <a:cxn ang="0">
                  <a:pos x="connsiteX0" y="connsiteY0"/>
                </a:cxn>
                <a:cxn ang="0">
                  <a:pos x="connsiteX1" y="connsiteY1"/>
                </a:cxn>
                <a:cxn ang="0">
                  <a:pos x="connsiteX2" y="connsiteY2"/>
                </a:cxn>
                <a:cxn ang="0">
                  <a:pos x="connsiteX3" y="connsiteY3"/>
                </a:cxn>
              </a:cxnLst>
              <a:rect l="l" t="t" r="r" b="b"/>
              <a:pathLst>
                <a:path w="12193209" h="876425">
                  <a:moveTo>
                    <a:pt x="0" y="0"/>
                  </a:moveTo>
                  <a:lnTo>
                    <a:pt x="12193210" y="0"/>
                  </a:lnTo>
                  <a:lnTo>
                    <a:pt x="12193210" y="876426"/>
                  </a:lnTo>
                  <a:lnTo>
                    <a:pt x="0" y="876426"/>
                  </a:lnTo>
                  <a:close/>
                </a:path>
              </a:pathLst>
            </a:custGeom>
            <a:solidFill>
              <a:srgbClr val="D4404D"/>
            </a:solidFill>
            <a:ln w="0"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29ACE5F5-2EDF-419B-CE97-F666B564A10A}"/>
                </a:ext>
              </a:extLst>
            </p:cNvPr>
            <p:cNvSpPr>
              <a:spLocks noGrp="1" noRot="1" noMove="1" noResize="1" noEditPoints="1" noAdjustHandles="1" noChangeArrowheads="1" noChangeShapeType="1"/>
            </p:cNvSpPr>
            <p:nvPr userDrawn="1">
              <p:custDataLst>
                <p:tags r:id="rId10"/>
              </p:custDataLst>
            </p:nvPr>
          </p:nvSpPr>
          <p:spPr>
            <a:xfrm>
              <a:off x="0" y="6308684"/>
              <a:ext cx="2317315" cy="434924"/>
            </a:xfrm>
            <a:custGeom>
              <a:avLst/>
              <a:gdLst>
                <a:gd name="connsiteX0" fmla="*/ 4060191 w 4060191"/>
                <a:gd name="connsiteY0" fmla="*/ 0 h 762033"/>
                <a:gd name="connsiteX1" fmla="*/ 0 w 4060191"/>
                <a:gd name="connsiteY1" fmla="*/ 762034 h 762033"/>
                <a:gd name="connsiteX2" fmla="*/ 0 w 4060191"/>
                <a:gd name="connsiteY2" fmla="*/ 0 h 762033"/>
                <a:gd name="connsiteX3" fmla="*/ 4060191 w 4060191"/>
                <a:gd name="connsiteY3" fmla="*/ 0 h 762033"/>
              </a:gdLst>
              <a:ahLst/>
              <a:cxnLst>
                <a:cxn ang="0">
                  <a:pos x="connsiteX0" y="connsiteY0"/>
                </a:cxn>
                <a:cxn ang="0">
                  <a:pos x="connsiteX1" y="connsiteY1"/>
                </a:cxn>
                <a:cxn ang="0">
                  <a:pos x="connsiteX2" y="connsiteY2"/>
                </a:cxn>
                <a:cxn ang="0">
                  <a:pos x="connsiteX3" y="connsiteY3"/>
                </a:cxn>
              </a:cxnLst>
              <a:rect l="l" t="t" r="r" b="b"/>
              <a:pathLst>
                <a:path w="4060191" h="762033">
                  <a:moveTo>
                    <a:pt x="4060191" y="0"/>
                  </a:moveTo>
                  <a:cubicBezTo>
                    <a:pt x="2770286" y="437272"/>
                    <a:pt x="1364106" y="709475"/>
                    <a:pt x="0" y="762034"/>
                  </a:cubicBezTo>
                  <a:lnTo>
                    <a:pt x="0" y="0"/>
                  </a:lnTo>
                  <a:lnTo>
                    <a:pt x="4060191" y="0"/>
                  </a:lnTo>
                  <a:close/>
                </a:path>
              </a:pathLst>
            </a:custGeom>
            <a:solidFill>
              <a:srgbClr val="B5091F"/>
            </a:solidFill>
            <a:ln w="0" cap="flat">
              <a:noFill/>
              <a:prstDash val="solid"/>
              <a:miter/>
            </a:ln>
          </p:spPr>
          <p:txBody>
            <a:bodyPr rtlCol="0" anchor="ctr"/>
            <a:lstStyle/>
            <a:p>
              <a:endParaRPr lang="en-US" dirty="0"/>
            </a:p>
          </p:txBody>
        </p:sp>
      </p:grpSp>
      <p:sp>
        <p:nvSpPr>
          <p:cNvPr id="7" name="Title 6">
            <a:extLst>
              <a:ext uri="{FF2B5EF4-FFF2-40B4-BE49-F238E27FC236}">
                <a16:creationId xmlns:a16="http://schemas.microsoft.com/office/drawing/2014/main" id="{5A6A5F45-9EF8-D384-7F08-1E7DBE6C0B50}"/>
              </a:ext>
            </a:extLst>
          </p:cNvPr>
          <p:cNvSpPr>
            <a:spLocks noGrp="1"/>
          </p:cNvSpPr>
          <p:nvPr>
            <p:ph type="title" hasCustomPrompt="1"/>
            <p:custDataLst>
              <p:tags r:id="rId2"/>
            </p:custDataLst>
          </p:nvPr>
        </p:nvSpPr>
        <p:spPr>
          <a:xfrm>
            <a:off x="457200" y="419954"/>
            <a:ext cx="11280002" cy="518746"/>
          </a:xfrm>
        </p:spPr>
        <p:txBody>
          <a:bodyPr tIns="93600" anchor="t" anchorCtr="0"/>
          <a:lstStyle/>
          <a:p>
            <a:r>
              <a:rPr lang="en-US" dirty="0"/>
              <a:t>Click to edit title</a:t>
            </a:r>
          </a:p>
        </p:txBody>
      </p:sp>
      <p:grpSp>
        <p:nvGrpSpPr>
          <p:cNvPr id="10" name="LOGO RED">
            <a:extLst>
              <a:ext uri="{FF2B5EF4-FFF2-40B4-BE49-F238E27FC236}">
                <a16:creationId xmlns:a16="http://schemas.microsoft.com/office/drawing/2014/main" id="{76BB226A-D2AE-E932-4465-15686F2CC835}"/>
              </a:ext>
            </a:extLst>
          </p:cNvPr>
          <p:cNvGrpSpPr/>
          <p:nvPr userDrawn="1">
            <p:custDataLst>
              <p:tags r:id="rId3"/>
            </p:custDataLst>
          </p:nvPr>
        </p:nvGrpSpPr>
        <p:grpSpPr>
          <a:xfrm>
            <a:off x="10344711" y="4267371"/>
            <a:ext cx="1407869" cy="245006"/>
            <a:chOff x="3245241" y="3110528"/>
            <a:chExt cx="5696307" cy="991307"/>
          </a:xfrm>
          <a:solidFill>
            <a:srgbClr val="FFFFFF"/>
          </a:solidFill>
        </p:grpSpPr>
        <p:sp>
          <p:nvSpPr>
            <p:cNvPr id="11" name="Freeform: Shape 10">
              <a:extLst>
                <a:ext uri="{FF2B5EF4-FFF2-40B4-BE49-F238E27FC236}">
                  <a16:creationId xmlns:a16="http://schemas.microsoft.com/office/drawing/2014/main" id="{161581E0-3847-6AA2-8063-5B1F6C436F85}"/>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8E435CB-D370-0252-EC4E-869D6BB1C545}"/>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38E8DCB-9A41-5FCA-3711-219FE9087C8B}"/>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0EF9975-4214-7147-C85A-5211DA737B71}"/>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2B3D5FC-D9DE-5449-BCCC-A528D4355D5B}"/>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a:p>
          </p:txBody>
        </p:sp>
      </p:grpSp>
      <p:sp>
        <p:nvSpPr>
          <p:cNvPr id="18" name="Text Placeholder 15">
            <a:extLst>
              <a:ext uri="{FF2B5EF4-FFF2-40B4-BE49-F238E27FC236}">
                <a16:creationId xmlns:a16="http://schemas.microsoft.com/office/drawing/2014/main" id="{87DB0653-6205-7658-15FE-8991791F0B89}"/>
              </a:ext>
            </a:extLst>
          </p:cNvPr>
          <p:cNvSpPr>
            <a:spLocks noGrp="1"/>
          </p:cNvSpPr>
          <p:nvPr>
            <p:ph type="body" sz="quarter" idx="18"/>
            <p:custDataLst>
              <p:tags r:id="rId4"/>
            </p:custDataLst>
          </p:nvPr>
        </p:nvSpPr>
        <p:spPr>
          <a:xfrm>
            <a:off x="457200" y="1196976"/>
            <a:ext cx="11280002" cy="4940890"/>
          </a:xfrm>
        </p:spPr>
        <p:txBody>
          <a:bodyPr lIns="0"/>
          <a:lstStyle/>
          <a:p>
            <a:pPr lvl="0"/>
            <a:r>
              <a:rPr lang="en-US" altLang="ja-JP"/>
              <a:t>Click to edit Master text styles</a:t>
            </a:r>
          </a:p>
        </p:txBody>
      </p:sp>
      <p:sp>
        <p:nvSpPr>
          <p:cNvPr id="19" name="Date Placeholder 18">
            <a:extLst>
              <a:ext uri="{FF2B5EF4-FFF2-40B4-BE49-F238E27FC236}">
                <a16:creationId xmlns:a16="http://schemas.microsoft.com/office/drawing/2014/main" id="{16E2A5EE-D2EA-40FB-A5D9-F1076135E4EF}"/>
              </a:ext>
            </a:extLst>
          </p:cNvPr>
          <p:cNvSpPr>
            <a:spLocks noGrp="1"/>
          </p:cNvSpPr>
          <p:nvPr>
            <p:ph type="dt" sz="half" idx="19"/>
            <p:custDataLst>
              <p:tags r:id="rId5"/>
            </p:custDataLst>
          </p:nvPr>
        </p:nvSpPr>
        <p:spPr/>
        <p:txBody>
          <a:bodyPr/>
          <a:lstStyle>
            <a:lvl1pPr>
              <a:defRPr>
                <a:solidFill>
                  <a:schemeClr val="bg1"/>
                </a:solidFill>
              </a:defRPr>
            </a:lvl1pPr>
          </a:lstStyle>
          <a:p>
            <a:fld id="{1652E4EF-7BD7-4832-BABE-45BE5DBE1F38}" type="datetime1">
              <a:rPr lang="en-US" smtClean="0"/>
              <a:t>5/28/2026</a:t>
            </a:fld>
            <a:endParaRPr lang="en-US" dirty="0"/>
          </a:p>
        </p:txBody>
      </p:sp>
      <p:sp>
        <p:nvSpPr>
          <p:cNvPr id="20" name="Footer Placeholder 19">
            <a:extLst>
              <a:ext uri="{FF2B5EF4-FFF2-40B4-BE49-F238E27FC236}">
                <a16:creationId xmlns:a16="http://schemas.microsoft.com/office/drawing/2014/main" id="{9642BDF0-3A71-40BD-31C4-3EE1BB8EA02D}"/>
              </a:ext>
            </a:extLst>
          </p:cNvPr>
          <p:cNvSpPr>
            <a:spLocks noGrp="1"/>
          </p:cNvSpPr>
          <p:nvPr>
            <p:ph type="ftr" sz="quarter" idx="20"/>
            <p:custDataLst>
              <p:tags r:id="rId6"/>
            </p:custDataLst>
          </p:nvPr>
        </p:nvSpPr>
        <p:spPr/>
        <p:txBody>
          <a:bodyPr/>
          <a:lstStyle>
            <a:lvl1pPr>
              <a:defRPr lang="en-US" dirty="0">
                <a:solidFill>
                  <a:schemeClr val="bg1"/>
                </a:solidFill>
              </a:defRPr>
            </a:lvl1pPr>
          </a:lstStyle>
          <a:p>
            <a:endParaRPr lang="en-SE"/>
          </a:p>
        </p:txBody>
      </p:sp>
      <p:sp>
        <p:nvSpPr>
          <p:cNvPr id="21" name="Slide Number Placeholder 20">
            <a:extLst>
              <a:ext uri="{FF2B5EF4-FFF2-40B4-BE49-F238E27FC236}">
                <a16:creationId xmlns:a16="http://schemas.microsoft.com/office/drawing/2014/main" id="{59C6B342-09AD-4A86-5F2B-9EEA42905176}"/>
              </a:ext>
            </a:extLst>
          </p:cNvPr>
          <p:cNvSpPr>
            <a:spLocks noGrp="1"/>
          </p:cNvSpPr>
          <p:nvPr>
            <p:ph type="sldNum" sz="quarter" idx="21"/>
            <p:custDataLst>
              <p:tags r:id="rId7"/>
            </p:custDataLst>
          </p:nvPr>
        </p:nvSpPr>
        <p:spPr>
          <a:xfrm>
            <a:off x="8610600" y="6356350"/>
            <a:ext cx="1407869" cy="365125"/>
          </a:xfrm>
        </p:spPr>
        <p:txBody>
          <a:bodyPr/>
          <a:lstStyle>
            <a:lvl1pPr>
              <a:defRPr>
                <a:solidFill>
                  <a:schemeClr val="bg1"/>
                </a:solidFill>
              </a:defRPr>
            </a:lvl1pPr>
          </a:lstStyle>
          <a:p>
            <a:fld id="{35EA36FB-EA35-45B6-87A5-93E7705983EC}" type="slidenum">
              <a:rPr lang="en-US" smtClean="0"/>
              <a:pPr/>
              <a:t>‹#›</a:t>
            </a:fld>
            <a:endParaRPr lang="en-US" dirty="0"/>
          </a:p>
        </p:txBody>
      </p:sp>
      <p:grpSp>
        <p:nvGrpSpPr>
          <p:cNvPr id="27" name="LOGO RED">
            <a:extLst>
              <a:ext uri="{FF2B5EF4-FFF2-40B4-BE49-F238E27FC236}">
                <a16:creationId xmlns:a16="http://schemas.microsoft.com/office/drawing/2014/main" id="{2075164D-EB65-C476-9038-130EC72E2502}"/>
              </a:ext>
            </a:extLst>
          </p:cNvPr>
          <p:cNvGrpSpPr/>
          <p:nvPr userDrawn="1">
            <p:custDataLst>
              <p:tags r:id="rId8"/>
            </p:custDataLst>
          </p:nvPr>
        </p:nvGrpSpPr>
        <p:grpSpPr>
          <a:xfrm>
            <a:off x="10326930" y="6444000"/>
            <a:ext cx="1407869" cy="245006"/>
            <a:chOff x="3245241" y="3110528"/>
            <a:chExt cx="5696307" cy="991307"/>
          </a:xfrm>
          <a:solidFill>
            <a:schemeClr val="bg1"/>
          </a:solidFill>
        </p:grpSpPr>
        <p:sp>
          <p:nvSpPr>
            <p:cNvPr id="28" name="Freeform: Shape 27">
              <a:extLst>
                <a:ext uri="{FF2B5EF4-FFF2-40B4-BE49-F238E27FC236}">
                  <a16:creationId xmlns:a16="http://schemas.microsoft.com/office/drawing/2014/main" id="{7ACC53DB-1B7B-CABE-B3F8-77D278A7278D}"/>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442A58B-6F08-3D25-8204-22197AE2E6E2}"/>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64A60A9-0C9D-FFC4-EC2A-4C15BC230208}"/>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FD4C7945-65DE-4B8F-A1DE-2AE55F7CB476}"/>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A9F9C0DB-8AC1-A25B-A6F4-A3887C002E58}"/>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a:p>
          </p:txBody>
        </p:sp>
      </p:grpSp>
    </p:spTree>
    <p:extLst>
      <p:ext uri="{BB962C8B-B14F-4D97-AF65-F5344CB8AC3E}">
        <p14:creationId xmlns:p14="http://schemas.microsoft.com/office/powerpoint/2010/main" val="2122897566"/>
      </p:ext>
    </p:extLst>
  </p:cSld>
  <p:clrMapOvr>
    <a:masterClrMapping/>
  </p:clrMapOvr>
  <p:extLst>
    <p:ext uri="{DCECCB84-F9BA-43D5-87BE-67443E8EF086}">
      <p15:sldGuideLst xmlns:p15="http://schemas.microsoft.com/office/powerpoint/2012/main">
        <p15:guide id="1" orient="horz" pos="3974"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12 Content - Title, Text, Blue line">
    <p:spTree>
      <p:nvGrpSpPr>
        <p:cNvPr id="1" name=""/>
        <p:cNvGrpSpPr/>
        <p:nvPr/>
      </p:nvGrpSpPr>
      <p:grpSpPr>
        <a:xfrm>
          <a:off x="0" y="0"/>
          <a:ext cx="0" cy="0"/>
          <a:chOff x="0" y="0"/>
          <a:chExt cx="0" cy="0"/>
        </a:xfrm>
      </p:grpSpPr>
      <p:grpSp>
        <p:nvGrpSpPr>
          <p:cNvPr id="2" name="Swirl Locked">
            <a:extLst>
              <a:ext uri="{FF2B5EF4-FFF2-40B4-BE49-F238E27FC236}">
                <a16:creationId xmlns:a16="http://schemas.microsoft.com/office/drawing/2014/main" id="{56F3ECFB-8DBA-800B-D8B2-40341843583E}"/>
              </a:ext>
            </a:extLst>
          </p:cNvPr>
          <p:cNvGrpSpPr>
            <a:grpSpLocks noGrp="1" noUngrp="1" noRot="1" noMove="1" noResize="1"/>
          </p:cNvGrpSpPr>
          <p:nvPr userDrawn="1"/>
        </p:nvGrpSpPr>
        <p:grpSpPr>
          <a:xfrm>
            <a:off x="0" y="6308684"/>
            <a:ext cx="12192605" cy="549316"/>
            <a:chOff x="0" y="6308684"/>
            <a:chExt cx="12192605" cy="549316"/>
          </a:xfrm>
        </p:grpSpPr>
        <p:sp>
          <p:nvSpPr>
            <p:cNvPr id="11" name="Freeform: Shape 10">
              <a:extLst>
                <a:ext uri="{FF2B5EF4-FFF2-40B4-BE49-F238E27FC236}">
                  <a16:creationId xmlns:a16="http://schemas.microsoft.com/office/drawing/2014/main" id="{CA50386A-FDE6-505A-47CF-AD210E01710B}"/>
                </a:ext>
              </a:extLst>
            </p:cNvPr>
            <p:cNvSpPr>
              <a:spLocks noGrp="1" noRot="1" noMove="1" noResize="1" noEditPoints="1" noAdjustHandles="1" noChangeArrowheads="1" noChangeShapeType="1"/>
            </p:cNvSpPr>
            <p:nvPr userDrawn="1">
              <p:custDataLst>
                <p:tags r:id="rId7"/>
              </p:custDataLst>
            </p:nvPr>
          </p:nvSpPr>
          <p:spPr>
            <a:xfrm>
              <a:off x="605" y="6308684"/>
              <a:ext cx="12192000" cy="549316"/>
            </a:xfrm>
            <a:custGeom>
              <a:avLst/>
              <a:gdLst>
                <a:gd name="connsiteX0" fmla="*/ 0 w 12193209"/>
                <a:gd name="connsiteY0" fmla="*/ 0 h 876425"/>
                <a:gd name="connsiteX1" fmla="*/ 12193210 w 12193209"/>
                <a:gd name="connsiteY1" fmla="*/ 0 h 876425"/>
                <a:gd name="connsiteX2" fmla="*/ 12193210 w 12193209"/>
                <a:gd name="connsiteY2" fmla="*/ 876426 h 876425"/>
                <a:gd name="connsiteX3" fmla="*/ 0 w 12193209"/>
                <a:gd name="connsiteY3" fmla="*/ 876426 h 876425"/>
              </a:gdLst>
              <a:ahLst/>
              <a:cxnLst>
                <a:cxn ang="0">
                  <a:pos x="connsiteX0" y="connsiteY0"/>
                </a:cxn>
                <a:cxn ang="0">
                  <a:pos x="connsiteX1" y="connsiteY1"/>
                </a:cxn>
                <a:cxn ang="0">
                  <a:pos x="connsiteX2" y="connsiteY2"/>
                </a:cxn>
                <a:cxn ang="0">
                  <a:pos x="connsiteX3" y="connsiteY3"/>
                </a:cxn>
              </a:cxnLst>
              <a:rect l="l" t="t" r="r" b="b"/>
              <a:pathLst>
                <a:path w="12193209" h="876425">
                  <a:moveTo>
                    <a:pt x="0" y="0"/>
                  </a:moveTo>
                  <a:lnTo>
                    <a:pt x="12193210" y="0"/>
                  </a:lnTo>
                  <a:lnTo>
                    <a:pt x="12193210" y="876426"/>
                  </a:lnTo>
                  <a:lnTo>
                    <a:pt x="0" y="876426"/>
                  </a:lnTo>
                  <a:close/>
                </a:path>
              </a:pathLst>
            </a:custGeom>
            <a:solidFill>
              <a:srgbClr val="335286"/>
            </a:solidFill>
            <a:ln w="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B6E1B70A-C677-011B-C274-E9C52CF69F78}"/>
                </a:ext>
              </a:extLst>
            </p:cNvPr>
            <p:cNvSpPr>
              <a:spLocks noGrp="1" noRot="1" noMove="1" noResize="1" noEditPoints="1" noAdjustHandles="1" noChangeArrowheads="1" noChangeShapeType="1"/>
            </p:cNvSpPr>
            <p:nvPr userDrawn="1">
              <p:custDataLst>
                <p:tags r:id="rId8"/>
              </p:custDataLst>
            </p:nvPr>
          </p:nvSpPr>
          <p:spPr>
            <a:xfrm>
              <a:off x="0" y="6308684"/>
              <a:ext cx="2317315" cy="434924"/>
            </a:xfrm>
            <a:custGeom>
              <a:avLst/>
              <a:gdLst>
                <a:gd name="connsiteX0" fmla="*/ 4060191 w 4060191"/>
                <a:gd name="connsiteY0" fmla="*/ 0 h 762033"/>
                <a:gd name="connsiteX1" fmla="*/ 0 w 4060191"/>
                <a:gd name="connsiteY1" fmla="*/ 762034 h 762033"/>
                <a:gd name="connsiteX2" fmla="*/ 0 w 4060191"/>
                <a:gd name="connsiteY2" fmla="*/ 0 h 762033"/>
                <a:gd name="connsiteX3" fmla="*/ 4060191 w 4060191"/>
                <a:gd name="connsiteY3" fmla="*/ 0 h 762033"/>
              </a:gdLst>
              <a:ahLst/>
              <a:cxnLst>
                <a:cxn ang="0">
                  <a:pos x="connsiteX0" y="connsiteY0"/>
                </a:cxn>
                <a:cxn ang="0">
                  <a:pos x="connsiteX1" y="connsiteY1"/>
                </a:cxn>
                <a:cxn ang="0">
                  <a:pos x="connsiteX2" y="connsiteY2"/>
                </a:cxn>
                <a:cxn ang="0">
                  <a:pos x="connsiteX3" y="connsiteY3"/>
                </a:cxn>
              </a:cxnLst>
              <a:rect l="l" t="t" r="r" b="b"/>
              <a:pathLst>
                <a:path w="4060191" h="762033">
                  <a:moveTo>
                    <a:pt x="4060191" y="0"/>
                  </a:moveTo>
                  <a:cubicBezTo>
                    <a:pt x="2770286" y="437272"/>
                    <a:pt x="1364106" y="709475"/>
                    <a:pt x="0" y="762034"/>
                  </a:cubicBezTo>
                  <a:lnTo>
                    <a:pt x="0" y="0"/>
                  </a:lnTo>
                  <a:lnTo>
                    <a:pt x="4060191" y="0"/>
                  </a:lnTo>
                  <a:close/>
                </a:path>
              </a:pathLst>
            </a:custGeom>
            <a:solidFill>
              <a:srgbClr val="002768"/>
            </a:solidFill>
            <a:ln w="0" cap="flat">
              <a:noFill/>
              <a:prstDash val="solid"/>
              <a:miter/>
            </a:ln>
          </p:spPr>
          <p:txBody>
            <a:bodyPr rtlCol="0" anchor="ctr"/>
            <a:lstStyle/>
            <a:p>
              <a:endParaRPr lang="en-US" dirty="0"/>
            </a:p>
          </p:txBody>
        </p:sp>
      </p:grpSp>
      <p:sp>
        <p:nvSpPr>
          <p:cNvPr id="4" name="Date Placeholder 3">
            <a:extLst>
              <a:ext uri="{FF2B5EF4-FFF2-40B4-BE49-F238E27FC236}">
                <a16:creationId xmlns:a16="http://schemas.microsoft.com/office/drawing/2014/main" id="{BCACDAF7-0CFF-63E6-C5B6-39AC172CF70C}"/>
              </a:ext>
            </a:extLst>
          </p:cNvPr>
          <p:cNvSpPr>
            <a:spLocks noGrp="1"/>
          </p:cNvSpPr>
          <p:nvPr>
            <p:ph type="dt" sz="half" idx="10"/>
            <p:custDataLst>
              <p:tags r:id="rId1"/>
            </p:custDataLst>
          </p:nvPr>
        </p:nvSpPr>
        <p:spPr/>
        <p:txBody>
          <a:bodyPr/>
          <a:lstStyle>
            <a:lvl1pPr>
              <a:defRPr>
                <a:solidFill>
                  <a:schemeClr val="bg1"/>
                </a:solidFill>
              </a:defRPr>
            </a:lvl1pPr>
          </a:lstStyle>
          <a:p>
            <a:fld id="{F61641B8-4360-4D29-8DB2-5252F044C7F5}" type="datetime1">
              <a:rPr lang="en-US" smtClean="0"/>
              <a:t>5/28/2026</a:t>
            </a:fld>
            <a:endParaRPr lang="en-US" dirty="0"/>
          </a:p>
        </p:txBody>
      </p:sp>
      <p:sp>
        <p:nvSpPr>
          <p:cNvPr id="5" name="Footer Placeholder 4">
            <a:extLst>
              <a:ext uri="{FF2B5EF4-FFF2-40B4-BE49-F238E27FC236}">
                <a16:creationId xmlns:a16="http://schemas.microsoft.com/office/drawing/2014/main" id="{12BF6C78-CB1A-9841-2E87-D5E93664BC14}"/>
              </a:ext>
            </a:extLst>
          </p:cNvPr>
          <p:cNvSpPr>
            <a:spLocks noGrp="1"/>
          </p:cNvSpPr>
          <p:nvPr>
            <p:ph type="ftr" sz="quarter" idx="11"/>
            <p:custDataLst>
              <p:tags r:id="rId2"/>
            </p:custDataLst>
          </p:nvPr>
        </p:nvSpPr>
        <p:spPr/>
        <p:txBody>
          <a:bodyPr/>
          <a:lstStyle>
            <a:lvl1pPr>
              <a:defRPr lang="en-US" dirty="0">
                <a:solidFill>
                  <a:schemeClr val="bg1"/>
                </a:solidFill>
              </a:defRPr>
            </a:lvl1pPr>
          </a:lstStyle>
          <a:p>
            <a:endParaRPr lang="en-SE"/>
          </a:p>
        </p:txBody>
      </p:sp>
      <p:sp>
        <p:nvSpPr>
          <p:cNvPr id="7" name="Title 6">
            <a:extLst>
              <a:ext uri="{FF2B5EF4-FFF2-40B4-BE49-F238E27FC236}">
                <a16:creationId xmlns:a16="http://schemas.microsoft.com/office/drawing/2014/main" id="{5A6A5F45-9EF8-D384-7F08-1E7DBE6C0B50}"/>
              </a:ext>
            </a:extLst>
          </p:cNvPr>
          <p:cNvSpPr>
            <a:spLocks noGrp="1"/>
          </p:cNvSpPr>
          <p:nvPr>
            <p:ph type="title" hasCustomPrompt="1"/>
            <p:custDataLst>
              <p:tags r:id="rId3"/>
            </p:custDataLst>
          </p:nvPr>
        </p:nvSpPr>
        <p:spPr>
          <a:xfrm>
            <a:off x="457200" y="419954"/>
            <a:ext cx="11280001" cy="518746"/>
          </a:xfrm>
        </p:spPr>
        <p:txBody>
          <a:bodyPr tIns="93600" anchor="t" anchorCtr="0"/>
          <a:lstStyle/>
          <a:p>
            <a:r>
              <a:rPr lang="en-US" dirty="0"/>
              <a:t>Click to edit title</a:t>
            </a:r>
          </a:p>
        </p:txBody>
      </p:sp>
      <p:sp>
        <p:nvSpPr>
          <p:cNvPr id="17" name="Text Placeholder 15">
            <a:extLst>
              <a:ext uri="{FF2B5EF4-FFF2-40B4-BE49-F238E27FC236}">
                <a16:creationId xmlns:a16="http://schemas.microsoft.com/office/drawing/2014/main" id="{3CA8A26A-5DD9-7709-9D8F-379C305C8825}"/>
              </a:ext>
            </a:extLst>
          </p:cNvPr>
          <p:cNvSpPr>
            <a:spLocks noGrp="1"/>
          </p:cNvSpPr>
          <p:nvPr>
            <p:ph type="body" sz="quarter" idx="18"/>
            <p:custDataLst>
              <p:tags r:id="rId4"/>
            </p:custDataLst>
          </p:nvPr>
        </p:nvSpPr>
        <p:spPr>
          <a:xfrm>
            <a:off x="457200" y="1196975"/>
            <a:ext cx="11280001" cy="4940891"/>
          </a:xfrm>
        </p:spPr>
        <p:txBody>
          <a:bodyPr lIns="0"/>
          <a:lstStyle/>
          <a:p>
            <a:pPr lvl="0"/>
            <a:r>
              <a:rPr lang="en-US" altLang="ja-JP"/>
              <a:t>Click to edit Master text styles</a:t>
            </a:r>
          </a:p>
        </p:txBody>
      </p:sp>
      <p:sp>
        <p:nvSpPr>
          <p:cNvPr id="18" name="Slide Number Placeholder 20">
            <a:extLst>
              <a:ext uri="{FF2B5EF4-FFF2-40B4-BE49-F238E27FC236}">
                <a16:creationId xmlns:a16="http://schemas.microsoft.com/office/drawing/2014/main" id="{9B56B76E-337C-4B07-73A3-DAC36900909C}"/>
              </a:ext>
            </a:extLst>
          </p:cNvPr>
          <p:cNvSpPr>
            <a:spLocks noGrp="1"/>
          </p:cNvSpPr>
          <p:nvPr>
            <p:ph type="sldNum" sz="quarter" idx="21"/>
            <p:custDataLst>
              <p:tags r:id="rId5"/>
            </p:custDataLst>
          </p:nvPr>
        </p:nvSpPr>
        <p:spPr>
          <a:xfrm>
            <a:off x="8610600" y="6356350"/>
            <a:ext cx="1407869" cy="365125"/>
          </a:xfrm>
        </p:spPr>
        <p:txBody>
          <a:bodyPr/>
          <a:lstStyle>
            <a:lvl1pPr>
              <a:defRPr>
                <a:solidFill>
                  <a:schemeClr val="bg1"/>
                </a:solidFill>
              </a:defRPr>
            </a:lvl1pPr>
          </a:lstStyle>
          <a:p>
            <a:fld id="{35EA36FB-EA35-45B6-87A5-93E7705983EC}" type="slidenum">
              <a:rPr lang="en-US" smtClean="0"/>
              <a:pPr/>
              <a:t>‹#›</a:t>
            </a:fld>
            <a:endParaRPr lang="en-US" dirty="0"/>
          </a:p>
        </p:txBody>
      </p:sp>
      <p:grpSp>
        <p:nvGrpSpPr>
          <p:cNvPr id="13" name="LOGO RED">
            <a:extLst>
              <a:ext uri="{FF2B5EF4-FFF2-40B4-BE49-F238E27FC236}">
                <a16:creationId xmlns:a16="http://schemas.microsoft.com/office/drawing/2014/main" id="{8349FB9B-2FDA-47E6-10B7-DE6B89BC546B}"/>
              </a:ext>
            </a:extLst>
          </p:cNvPr>
          <p:cNvGrpSpPr/>
          <p:nvPr userDrawn="1">
            <p:custDataLst>
              <p:tags r:id="rId6"/>
            </p:custDataLst>
          </p:nvPr>
        </p:nvGrpSpPr>
        <p:grpSpPr>
          <a:xfrm>
            <a:off x="10326930" y="6444000"/>
            <a:ext cx="1407869" cy="245006"/>
            <a:chOff x="3245241" y="3110528"/>
            <a:chExt cx="5696307" cy="991307"/>
          </a:xfrm>
          <a:solidFill>
            <a:schemeClr val="bg1"/>
          </a:solidFill>
        </p:grpSpPr>
        <p:sp>
          <p:nvSpPr>
            <p:cNvPr id="14" name="Freeform: Shape 13">
              <a:extLst>
                <a:ext uri="{FF2B5EF4-FFF2-40B4-BE49-F238E27FC236}">
                  <a16:creationId xmlns:a16="http://schemas.microsoft.com/office/drawing/2014/main" id="{CEB27D30-042A-71BE-F2F3-5AB37C9AD7E5}"/>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E602D66-3D94-6C8A-D336-E4DD97AD6B17}"/>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87413D1D-2680-B427-3B78-3D0261514566}"/>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4F92BD3-9012-C952-0CE4-09C635002163}"/>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08A622CE-4FAA-D176-752B-FC25D80BABCA}"/>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a:p>
          </p:txBody>
        </p:sp>
      </p:grpSp>
    </p:spTree>
    <p:extLst>
      <p:ext uri="{BB962C8B-B14F-4D97-AF65-F5344CB8AC3E}">
        <p14:creationId xmlns:p14="http://schemas.microsoft.com/office/powerpoint/2010/main" val="2095888452"/>
      </p:ext>
    </p:extLst>
  </p:cSld>
  <p:clrMapOvr>
    <a:masterClrMapping/>
  </p:clrMapOvr>
  <p:extLst>
    <p:ext uri="{DCECCB84-F9BA-43D5-87BE-67443E8EF086}">
      <p15:sldGuideLst xmlns:p15="http://schemas.microsoft.com/office/powerpoint/2012/main">
        <p15:guide id="1" orient="horz" pos="3974"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13 Content - Title, text, Red line, img.">
    <p:spTree>
      <p:nvGrpSpPr>
        <p:cNvPr id="1" name=""/>
        <p:cNvGrpSpPr/>
        <p:nvPr/>
      </p:nvGrpSpPr>
      <p:grpSpPr>
        <a:xfrm>
          <a:off x="0" y="0"/>
          <a:ext cx="0" cy="0"/>
          <a:chOff x="0" y="0"/>
          <a:chExt cx="0" cy="0"/>
        </a:xfrm>
      </p:grpSpPr>
      <p:sp>
        <p:nvSpPr>
          <p:cNvPr id="2" name="Picture Placeholder 7">
            <a:extLst>
              <a:ext uri="{FF2B5EF4-FFF2-40B4-BE49-F238E27FC236}">
                <a16:creationId xmlns:a16="http://schemas.microsoft.com/office/drawing/2014/main" id="{EDDDF1AF-220D-007B-7E1E-7789887B47A6}"/>
              </a:ext>
            </a:extLst>
          </p:cNvPr>
          <p:cNvSpPr>
            <a:spLocks noGrp="1"/>
          </p:cNvSpPr>
          <p:nvPr>
            <p:ph type="pic" sz="quarter" idx="16" hasCustomPrompt="1"/>
            <p:custDataLst>
              <p:tags r:id="rId1"/>
            </p:custDataLst>
          </p:nvPr>
        </p:nvSpPr>
        <p:spPr>
          <a:xfrm>
            <a:off x="0" y="-1"/>
            <a:ext cx="12192000" cy="6865523"/>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en-US" dirty="0"/>
              <a:t> </a:t>
            </a:r>
          </a:p>
        </p:txBody>
      </p:sp>
      <p:sp>
        <p:nvSpPr>
          <p:cNvPr id="8" name="Swirl Locked">
            <a:extLst>
              <a:ext uri="{FF2B5EF4-FFF2-40B4-BE49-F238E27FC236}">
                <a16:creationId xmlns:a16="http://schemas.microsoft.com/office/drawing/2014/main" id="{0F53627F-03DA-D096-EC2B-055192B89DDE}"/>
              </a:ext>
            </a:extLst>
          </p:cNvPr>
          <p:cNvSpPr>
            <a:spLocks noGrp="1" noRot="1" noMove="1" noResize="1" noEditPoints="1" noAdjustHandles="1" noChangeArrowheads="1" noChangeShapeType="1"/>
          </p:cNvSpPr>
          <p:nvPr>
            <p:ph type="body" sz="quarter" idx="21" hasCustomPrompt="1"/>
            <p:custDataLst>
              <p:tags r:id="rId2"/>
            </p:custDataLst>
          </p:nvPr>
        </p:nvSpPr>
        <p:spPr>
          <a:xfrm>
            <a:off x="0" y="3695340"/>
            <a:ext cx="12193211" cy="3170181"/>
          </a:xfrm>
          <a:prstGeom prst="rect">
            <a:avLst/>
          </a:prstGeom>
          <a:blipFill>
            <a:blip>
              <a:extLst>
                <a:ext uri="{96DAC541-7B7A-43D3-8B79-37D633B846F1}">
                  <asvg:svgBlip xmlns:asvg="http://schemas.microsoft.com/office/drawing/2016/SVG/main" r:embed="rId9"/>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10" name="Date Placeholder 9">
            <a:extLst>
              <a:ext uri="{FF2B5EF4-FFF2-40B4-BE49-F238E27FC236}">
                <a16:creationId xmlns:a16="http://schemas.microsoft.com/office/drawing/2014/main" id="{AA18ADF8-2973-C072-7B07-170268715177}"/>
              </a:ext>
            </a:extLst>
          </p:cNvPr>
          <p:cNvSpPr>
            <a:spLocks noGrp="1"/>
          </p:cNvSpPr>
          <p:nvPr>
            <p:ph type="dt" sz="half" idx="17"/>
            <p:custDataLst>
              <p:tags r:id="rId3"/>
            </p:custDataLst>
          </p:nvPr>
        </p:nvSpPr>
        <p:spPr/>
        <p:txBody>
          <a:bodyPr/>
          <a:lstStyle>
            <a:lvl1pPr>
              <a:defRPr>
                <a:solidFill>
                  <a:schemeClr val="bg1"/>
                </a:solidFill>
              </a:defRPr>
            </a:lvl1pPr>
          </a:lstStyle>
          <a:p>
            <a:fld id="{A667690E-3540-40F8-AC8B-F5C296AED7B3}" type="datetime1">
              <a:rPr lang="en-US" smtClean="0"/>
              <a:t>5/28/2026</a:t>
            </a:fld>
            <a:endParaRPr lang="en-US" dirty="0"/>
          </a:p>
        </p:txBody>
      </p:sp>
      <p:sp>
        <p:nvSpPr>
          <p:cNvPr id="11" name="Footer Placeholder 10">
            <a:extLst>
              <a:ext uri="{FF2B5EF4-FFF2-40B4-BE49-F238E27FC236}">
                <a16:creationId xmlns:a16="http://schemas.microsoft.com/office/drawing/2014/main" id="{BFAC35A3-8691-421D-517B-15D90A9AF762}"/>
              </a:ext>
            </a:extLst>
          </p:cNvPr>
          <p:cNvSpPr>
            <a:spLocks noGrp="1"/>
          </p:cNvSpPr>
          <p:nvPr>
            <p:ph type="ftr" sz="quarter" idx="18"/>
            <p:custDataLst>
              <p:tags r:id="rId4"/>
            </p:custDataLst>
          </p:nvPr>
        </p:nvSpPr>
        <p:spPr/>
        <p:txBody>
          <a:bodyPr/>
          <a:lstStyle>
            <a:lvl1pPr>
              <a:defRPr lang="en-US" dirty="0">
                <a:solidFill>
                  <a:schemeClr val="bg1"/>
                </a:solidFill>
              </a:defRPr>
            </a:lvl1pPr>
          </a:lstStyle>
          <a:p>
            <a:endParaRPr lang="en-SE"/>
          </a:p>
        </p:txBody>
      </p:sp>
      <p:sp>
        <p:nvSpPr>
          <p:cNvPr id="12" name="Slide Number Placeholder 11">
            <a:extLst>
              <a:ext uri="{FF2B5EF4-FFF2-40B4-BE49-F238E27FC236}">
                <a16:creationId xmlns:a16="http://schemas.microsoft.com/office/drawing/2014/main" id="{212CECEF-00B3-2C16-1330-D0EC81EF61D6}"/>
              </a:ext>
            </a:extLst>
          </p:cNvPr>
          <p:cNvSpPr>
            <a:spLocks noGrp="1"/>
          </p:cNvSpPr>
          <p:nvPr>
            <p:ph type="sldNum" sz="quarter" idx="19"/>
            <p:custDataLst>
              <p:tags r:id="rId5"/>
            </p:custDataLst>
          </p:nvPr>
        </p:nvSpPr>
        <p:spPr/>
        <p:txBody>
          <a:bodyPr/>
          <a:lstStyle>
            <a:lvl1pPr>
              <a:defRPr>
                <a:solidFill>
                  <a:schemeClr val="bg1"/>
                </a:solidFill>
              </a:defRPr>
            </a:lvl1pPr>
          </a:lstStyle>
          <a:p>
            <a:fld id="{35EA36FB-EA35-45B6-87A5-93E7705983EC}" type="slidenum">
              <a:rPr lang="en-US" smtClean="0"/>
              <a:pPr/>
              <a:t>‹#›</a:t>
            </a:fld>
            <a:endParaRPr lang="en-US" dirty="0"/>
          </a:p>
        </p:txBody>
      </p:sp>
      <p:sp>
        <p:nvSpPr>
          <p:cNvPr id="4" name="Title 3">
            <a:extLst>
              <a:ext uri="{FF2B5EF4-FFF2-40B4-BE49-F238E27FC236}">
                <a16:creationId xmlns:a16="http://schemas.microsoft.com/office/drawing/2014/main" id="{0917529E-022A-7005-7D39-7B14331A4DCC}"/>
              </a:ext>
            </a:extLst>
          </p:cNvPr>
          <p:cNvSpPr>
            <a:spLocks noGrp="1"/>
          </p:cNvSpPr>
          <p:nvPr>
            <p:ph type="title" hasCustomPrompt="1"/>
            <p:custDataLst>
              <p:tags r:id="rId6"/>
            </p:custDataLst>
          </p:nvPr>
        </p:nvSpPr>
        <p:spPr>
          <a:xfrm>
            <a:off x="457200" y="2124000"/>
            <a:ext cx="11277600" cy="518746"/>
          </a:xfrm>
        </p:spPr>
        <p:txBody>
          <a:bodyPr/>
          <a:lstStyle>
            <a:lvl1pPr>
              <a:defRPr>
                <a:solidFill>
                  <a:schemeClr val="bg1"/>
                </a:solidFill>
              </a:defRPr>
            </a:lvl1pPr>
          </a:lstStyle>
          <a:p>
            <a:r>
              <a:rPr lang="en-US" dirty="0"/>
              <a:t>Click to edit title</a:t>
            </a:r>
          </a:p>
        </p:txBody>
      </p:sp>
      <p:sp>
        <p:nvSpPr>
          <p:cNvPr id="6" name="Logo">
            <a:extLst>
              <a:ext uri="{FF2B5EF4-FFF2-40B4-BE49-F238E27FC236}">
                <a16:creationId xmlns:a16="http://schemas.microsoft.com/office/drawing/2014/main" id="{2D33C9E1-6670-6C7C-513E-C4B75D094FE5}"/>
              </a:ext>
            </a:extLst>
          </p:cNvPr>
          <p:cNvSpPr>
            <a:spLocks noGrp="1"/>
          </p:cNvSpPr>
          <p:nvPr>
            <p:ph type="body" sz="quarter" idx="20" hasCustomPrompt="1"/>
            <p:custDataLst>
              <p:tags r:id="rId7"/>
            </p:custDataLst>
          </p:nvPr>
        </p:nvSpPr>
        <p:spPr>
          <a:xfrm>
            <a:off x="454798" y="419954"/>
            <a:ext cx="1407869" cy="245006"/>
          </a:xfrm>
          <a:prstGeom prst="rect">
            <a:avLst/>
          </a:prstGeom>
          <a:blipFill>
            <a:blip>
              <a:extLst>
                <a:ext uri="{96DAC541-7B7A-43D3-8B79-37D633B846F1}">
                  <asvg:svgBlip xmlns:asvg="http://schemas.microsoft.com/office/drawing/2016/SVG/main" r:embed="rId10"/>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Tree>
    <p:extLst>
      <p:ext uri="{BB962C8B-B14F-4D97-AF65-F5344CB8AC3E}">
        <p14:creationId xmlns:p14="http://schemas.microsoft.com/office/powerpoint/2010/main" val="22579978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14 Content - Title, text, Blue line, img.">
    <p:spTree>
      <p:nvGrpSpPr>
        <p:cNvPr id="1" name=""/>
        <p:cNvGrpSpPr/>
        <p:nvPr/>
      </p:nvGrpSpPr>
      <p:grpSpPr>
        <a:xfrm>
          <a:off x="0" y="0"/>
          <a:ext cx="0" cy="0"/>
          <a:chOff x="0" y="0"/>
          <a:chExt cx="0" cy="0"/>
        </a:xfrm>
      </p:grpSpPr>
      <p:sp>
        <p:nvSpPr>
          <p:cNvPr id="2" name="Picture Placeholder 7">
            <a:extLst>
              <a:ext uri="{FF2B5EF4-FFF2-40B4-BE49-F238E27FC236}">
                <a16:creationId xmlns:a16="http://schemas.microsoft.com/office/drawing/2014/main" id="{EDDDF1AF-220D-007B-7E1E-7789887B47A6}"/>
              </a:ext>
            </a:extLst>
          </p:cNvPr>
          <p:cNvSpPr>
            <a:spLocks noGrp="1"/>
          </p:cNvSpPr>
          <p:nvPr>
            <p:ph type="pic" sz="quarter" idx="16" hasCustomPrompt="1"/>
            <p:custDataLst>
              <p:tags r:id="rId1"/>
            </p:custDataLst>
          </p:nvPr>
        </p:nvSpPr>
        <p:spPr>
          <a:xfrm>
            <a:off x="0" y="-1"/>
            <a:ext cx="12192000" cy="6865523"/>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en-US" dirty="0"/>
              <a:t> </a:t>
            </a:r>
          </a:p>
        </p:txBody>
      </p:sp>
      <p:sp>
        <p:nvSpPr>
          <p:cNvPr id="3" name="Swirl Locked">
            <a:extLst>
              <a:ext uri="{FF2B5EF4-FFF2-40B4-BE49-F238E27FC236}">
                <a16:creationId xmlns:a16="http://schemas.microsoft.com/office/drawing/2014/main" id="{4C4B0225-1600-0C32-13A2-1048F3A57B0D}"/>
              </a:ext>
            </a:extLst>
          </p:cNvPr>
          <p:cNvSpPr>
            <a:spLocks noGrp="1" noRot="1" noMove="1" noResize="1" noEditPoints="1" noAdjustHandles="1" noChangeArrowheads="1" noChangeShapeType="1"/>
          </p:cNvSpPr>
          <p:nvPr>
            <p:ph type="body" sz="quarter" idx="21" hasCustomPrompt="1"/>
            <p:custDataLst>
              <p:tags r:id="rId2"/>
            </p:custDataLst>
          </p:nvPr>
        </p:nvSpPr>
        <p:spPr>
          <a:xfrm>
            <a:off x="0" y="3695340"/>
            <a:ext cx="12193211" cy="3170181"/>
          </a:xfrm>
          <a:prstGeom prst="rect">
            <a:avLst/>
          </a:prstGeom>
          <a:blipFill>
            <a:blip>
              <a:extLst>
                <a:ext uri="{96DAC541-7B7A-43D3-8B79-37D633B846F1}">
                  <asvg:svgBlip xmlns:asvg="http://schemas.microsoft.com/office/drawing/2016/SVG/main" r:embed="rId9"/>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9" name="Date Placeholder 8">
            <a:extLst>
              <a:ext uri="{FF2B5EF4-FFF2-40B4-BE49-F238E27FC236}">
                <a16:creationId xmlns:a16="http://schemas.microsoft.com/office/drawing/2014/main" id="{9C4EE1EA-A7E3-1E0F-E9FE-45598945A87C}"/>
              </a:ext>
            </a:extLst>
          </p:cNvPr>
          <p:cNvSpPr>
            <a:spLocks noGrp="1"/>
          </p:cNvSpPr>
          <p:nvPr>
            <p:ph type="dt" sz="half" idx="17"/>
            <p:custDataLst>
              <p:tags r:id="rId3"/>
            </p:custDataLst>
          </p:nvPr>
        </p:nvSpPr>
        <p:spPr/>
        <p:txBody>
          <a:bodyPr/>
          <a:lstStyle>
            <a:lvl1pPr>
              <a:defRPr>
                <a:solidFill>
                  <a:schemeClr val="bg1"/>
                </a:solidFill>
              </a:defRPr>
            </a:lvl1pPr>
          </a:lstStyle>
          <a:p>
            <a:fld id="{D51D75D7-5A0C-4E85-B7DC-5D46642887F1}" type="datetime1">
              <a:rPr lang="en-US" smtClean="0"/>
              <a:t>5/28/2026</a:t>
            </a:fld>
            <a:endParaRPr lang="en-US" dirty="0"/>
          </a:p>
        </p:txBody>
      </p:sp>
      <p:sp>
        <p:nvSpPr>
          <p:cNvPr id="10" name="Footer Placeholder 9">
            <a:extLst>
              <a:ext uri="{FF2B5EF4-FFF2-40B4-BE49-F238E27FC236}">
                <a16:creationId xmlns:a16="http://schemas.microsoft.com/office/drawing/2014/main" id="{726FADCD-DD0E-3CE7-A4C4-29126890F0DE}"/>
              </a:ext>
            </a:extLst>
          </p:cNvPr>
          <p:cNvSpPr>
            <a:spLocks noGrp="1"/>
          </p:cNvSpPr>
          <p:nvPr>
            <p:ph type="ftr" sz="quarter" idx="18"/>
            <p:custDataLst>
              <p:tags r:id="rId4"/>
            </p:custDataLst>
          </p:nvPr>
        </p:nvSpPr>
        <p:spPr/>
        <p:txBody>
          <a:bodyPr/>
          <a:lstStyle>
            <a:lvl1pPr>
              <a:defRPr lang="en-US" dirty="0">
                <a:solidFill>
                  <a:schemeClr val="bg1"/>
                </a:solidFill>
              </a:defRPr>
            </a:lvl1pPr>
          </a:lstStyle>
          <a:p>
            <a:endParaRPr lang="en-SE"/>
          </a:p>
        </p:txBody>
      </p:sp>
      <p:sp>
        <p:nvSpPr>
          <p:cNvPr id="11" name="Slide Number Placeholder 10">
            <a:extLst>
              <a:ext uri="{FF2B5EF4-FFF2-40B4-BE49-F238E27FC236}">
                <a16:creationId xmlns:a16="http://schemas.microsoft.com/office/drawing/2014/main" id="{7B359BA8-917E-4713-AA9A-96733D0C072C}"/>
              </a:ext>
            </a:extLst>
          </p:cNvPr>
          <p:cNvSpPr>
            <a:spLocks noGrp="1"/>
          </p:cNvSpPr>
          <p:nvPr>
            <p:ph type="sldNum" sz="quarter" idx="19"/>
            <p:custDataLst>
              <p:tags r:id="rId5"/>
            </p:custDataLst>
          </p:nvPr>
        </p:nvSpPr>
        <p:spPr/>
        <p:txBody>
          <a:bodyPr/>
          <a:lstStyle>
            <a:lvl1pPr>
              <a:defRPr>
                <a:solidFill>
                  <a:schemeClr val="bg1"/>
                </a:solidFill>
              </a:defRPr>
            </a:lvl1pPr>
          </a:lstStyle>
          <a:p>
            <a:fld id="{35EA36FB-EA35-45B6-87A5-93E7705983EC}" type="slidenum">
              <a:rPr lang="en-US" smtClean="0"/>
              <a:pPr/>
              <a:t>‹#›</a:t>
            </a:fld>
            <a:endParaRPr lang="en-US" dirty="0"/>
          </a:p>
        </p:txBody>
      </p:sp>
      <p:sp>
        <p:nvSpPr>
          <p:cNvPr id="4" name="Title 3">
            <a:extLst>
              <a:ext uri="{FF2B5EF4-FFF2-40B4-BE49-F238E27FC236}">
                <a16:creationId xmlns:a16="http://schemas.microsoft.com/office/drawing/2014/main" id="{809FAA2C-0EC7-38C6-459B-6F0C54D04B64}"/>
              </a:ext>
            </a:extLst>
          </p:cNvPr>
          <p:cNvSpPr>
            <a:spLocks noGrp="1"/>
          </p:cNvSpPr>
          <p:nvPr>
            <p:ph type="title" hasCustomPrompt="1"/>
            <p:custDataLst>
              <p:tags r:id="rId6"/>
            </p:custDataLst>
          </p:nvPr>
        </p:nvSpPr>
        <p:spPr>
          <a:xfrm>
            <a:off x="457199" y="2124000"/>
            <a:ext cx="11276389" cy="518746"/>
          </a:xfrm>
        </p:spPr>
        <p:txBody>
          <a:bodyPr/>
          <a:lstStyle>
            <a:lvl1pPr>
              <a:defRPr>
                <a:solidFill>
                  <a:schemeClr val="bg1"/>
                </a:solidFill>
              </a:defRPr>
            </a:lvl1pPr>
          </a:lstStyle>
          <a:p>
            <a:r>
              <a:rPr lang="en-US" dirty="0"/>
              <a:t>Click to edit title</a:t>
            </a:r>
          </a:p>
        </p:txBody>
      </p:sp>
      <p:sp>
        <p:nvSpPr>
          <p:cNvPr id="6" name="Logo">
            <a:extLst>
              <a:ext uri="{FF2B5EF4-FFF2-40B4-BE49-F238E27FC236}">
                <a16:creationId xmlns:a16="http://schemas.microsoft.com/office/drawing/2014/main" id="{FE77A2C0-8740-667F-21D5-831FAE0518AD}"/>
              </a:ext>
            </a:extLst>
          </p:cNvPr>
          <p:cNvSpPr>
            <a:spLocks noGrp="1"/>
          </p:cNvSpPr>
          <p:nvPr>
            <p:ph type="body" sz="quarter" idx="20" hasCustomPrompt="1"/>
            <p:custDataLst>
              <p:tags r:id="rId7"/>
            </p:custDataLst>
          </p:nvPr>
        </p:nvSpPr>
        <p:spPr>
          <a:xfrm>
            <a:off x="454798" y="419954"/>
            <a:ext cx="1407869" cy="245006"/>
          </a:xfrm>
          <a:prstGeom prst="rect">
            <a:avLst/>
          </a:prstGeom>
          <a:blipFill>
            <a:blip>
              <a:extLst>
                <a:ext uri="{96DAC541-7B7A-43D3-8B79-37D633B846F1}">
                  <asvg:svgBlip xmlns:asvg="http://schemas.microsoft.com/office/drawing/2016/SVG/main" r:embed="rId10"/>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Tree>
    <p:extLst>
      <p:ext uri="{BB962C8B-B14F-4D97-AF65-F5344CB8AC3E}">
        <p14:creationId xmlns:p14="http://schemas.microsoft.com/office/powerpoint/2010/main" val="20887457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15 Content - Title, im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CACDAF7-0CFF-63E6-C5B6-39AC172CF70C}"/>
              </a:ext>
            </a:extLst>
          </p:cNvPr>
          <p:cNvSpPr>
            <a:spLocks noGrp="1"/>
          </p:cNvSpPr>
          <p:nvPr>
            <p:ph type="dt" sz="half" idx="10"/>
            <p:custDataLst>
              <p:tags r:id="rId1"/>
            </p:custDataLst>
          </p:nvPr>
        </p:nvSpPr>
        <p:spPr/>
        <p:txBody>
          <a:bodyPr/>
          <a:lstStyle/>
          <a:p>
            <a:fld id="{66B0B57A-D896-45C0-B8AE-3A127CD02F0A}" type="datetime1">
              <a:rPr lang="en-US" smtClean="0"/>
              <a:t>5/28/2026</a:t>
            </a:fld>
            <a:endParaRPr lang="en-US" dirty="0"/>
          </a:p>
        </p:txBody>
      </p:sp>
      <p:sp>
        <p:nvSpPr>
          <p:cNvPr id="5" name="Footer Placeholder 4">
            <a:extLst>
              <a:ext uri="{FF2B5EF4-FFF2-40B4-BE49-F238E27FC236}">
                <a16:creationId xmlns:a16="http://schemas.microsoft.com/office/drawing/2014/main" id="{12BF6C78-CB1A-9841-2E87-D5E93664BC14}"/>
              </a:ext>
            </a:extLst>
          </p:cNvPr>
          <p:cNvSpPr>
            <a:spLocks noGrp="1"/>
          </p:cNvSpPr>
          <p:nvPr>
            <p:ph type="ftr" sz="quarter" idx="11"/>
            <p:custDataLst>
              <p:tags r:id="rId2"/>
            </p:custDataLst>
          </p:nvPr>
        </p:nvSpPr>
        <p:spPr/>
        <p:txBody>
          <a:bodyPr/>
          <a:lstStyle>
            <a:lvl1pPr>
              <a:defRPr lang="en-US" dirty="0"/>
            </a:lvl1pPr>
          </a:lstStyle>
          <a:p>
            <a:endParaRPr lang="en-US" dirty="0"/>
          </a:p>
        </p:txBody>
      </p:sp>
      <p:sp>
        <p:nvSpPr>
          <p:cNvPr id="6" name="Slide Number Placeholder 5">
            <a:extLst>
              <a:ext uri="{FF2B5EF4-FFF2-40B4-BE49-F238E27FC236}">
                <a16:creationId xmlns:a16="http://schemas.microsoft.com/office/drawing/2014/main" id="{88798A95-7A82-11FF-EEE1-A9BAA23FD511}"/>
              </a:ext>
            </a:extLst>
          </p:cNvPr>
          <p:cNvSpPr>
            <a:spLocks noGrp="1"/>
          </p:cNvSpPr>
          <p:nvPr>
            <p:ph type="sldNum" sz="quarter" idx="12"/>
            <p:custDataLst>
              <p:tags r:id="rId3"/>
            </p:custDataLst>
          </p:nvPr>
        </p:nvSpPr>
        <p:spPr/>
        <p:txBody>
          <a:bodyPr/>
          <a:lstStyle/>
          <a:p>
            <a:fld id="{35EA36FB-EA35-45B6-87A5-93E7705983EC}" type="slidenum">
              <a:rPr lang="en-US" smtClean="0"/>
              <a:t>‹#›</a:t>
            </a:fld>
            <a:endParaRPr lang="en-US" dirty="0"/>
          </a:p>
        </p:txBody>
      </p:sp>
      <p:sp>
        <p:nvSpPr>
          <p:cNvPr id="2" name="Picture Placeholder 7">
            <a:extLst>
              <a:ext uri="{FF2B5EF4-FFF2-40B4-BE49-F238E27FC236}">
                <a16:creationId xmlns:a16="http://schemas.microsoft.com/office/drawing/2014/main" id="{EDDDF1AF-220D-007B-7E1E-7789887B47A6}"/>
              </a:ext>
            </a:extLst>
          </p:cNvPr>
          <p:cNvSpPr>
            <a:spLocks noGrp="1"/>
          </p:cNvSpPr>
          <p:nvPr>
            <p:ph type="pic" sz="quarter" idx="16" hasCustomPrompt="1"/>
            <p:custDataLst>
              <p:tags r:id="rId4"/>
            </p:custDataLst>
          </p:nvPr>
        </p:nvSpPr>
        <p:spPr>
          <a:xfrm>
            <a:off x="0" y="0"/>
            <a:ext cx="12192000" cy="6858000"/>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en-US" dirty="0"/>
              <a:t> </a:t>
            </a:r>
          </a:p>
        </p:txBody>
      </p:sp>
      <p:sp>
        <p:nvSpPr>
          <p:cNvPr id="3" name="Title 2">
            <a:extLst>
              <a:ext uri="{FF2B5EF4-FFF2-40B4-BE49-F238E27FC236}">
                <a16:creationId xmlns:a16="http://schemas.microsoft.com/office/drawing/2014/main" id="{CE4BF70A-1E62-4502-CA2F-36FF8B598FE2}"/>
              </a:ext>
            </a:extLst>
          </p:cNvPr>
          <p:cNvSpPr>
            <a:spLocks noGrp="1"/>
          </p:cNvSpPr>
          <p:nvPr>
            <p:ph type="title" hasCustomPrompt="1"/>
            <p:custDataLst>
              <p:tags r:id="rId5"/>
            </p:custDataLst>
          </p:nvPr>
        </p:nvSpPr>
        <p:spPr>
          <a:xfrm>
            <a:off x="789940" y="2124000"/>
            <a:ext cx="10612120" cy="518746"/>
          </a:xfrm>
        </p:spPr>
        <p:txBody>
          <a:bodyPr/>
          <a:lstStyle>
            <a:lvl1pPr algn="ctr">
              <a:defRPr>
                <a:solidFill>
                  <a:schemeClr val="bg1"/>
                </a:solidFill>
              </a:defRPr>
            </a:lvl1pPr>
          </a:lstStyle>
          <a:p>
            <a:r>
              <a:rPr lang="en-US" dirty="0"/>
              <a:t>Click to edit title</a:t>
            </a:r>
          </a:p>
        </p:txBody>
      </p:sp>
      <p:sp>
        <p:nvSpPr>
          <p:cNvPr id="7" name="Logo">
            <a:extLst>
              <a:ext uri="{FF2B5EF4-FFF2-40B4-BE49-F238E27FC236}">
                <a16:creationId xmlns:a16="http://schemas.microsoft.com/office/drawing/2014/main" id="{BD2F453D-E77F-56A9-E202-CE8EE39B17C1}"/>
              </a:ext>
            </a:extLst>
          </p:cNvPr>
          <p:cNvSpPr>
            <a:spLocks noGrp="1"/>
          </p:cNvSpPr>
          <p:nvPr>
            <p:ph type="body" sz="quarter" idx="17" hasCustomPrompt="1"/>
            <p:custDataLst>
              <p:tags r:id="rId6"/>
            </p:custDataLst>
          </p:nvPr>
        </p:nvSpPr>
        <p:spPr>
          <a:xfrm>
            <a:off x="454798" y="6444000"/>
            <a:ext cx="1407869" cy="245006"/>
          </a:xfrm>
          <a:prstGeom prst="rect">
            <a:avLst/>
          </a:prstGeom>
          <a:blipFill>
            <a:blip>
              <a:extLst>
                <a:ext uri="{96DAC541-7B7A-43D3-8B79-37D633B846F1}">
                  <asvg:svgBlip xmlns:asvg="http://schemas.microsoft.com/office/drawing/2016/SVG/main" r:embed="rId8"/>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Tree>
    <p:extLst>
      <p:ext uri="{BB962C8B-B14F-4D97-AF65-F5344CB8AC3E}">
        <p14:creationId xmlns:p14="http://schemas.microsoft.com/office/powerpoint/2010/main" val="28714547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16 Content - Title, Wave, im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CACDAF7-0CFF-63E6-C5B6-39AC172CF70C}"/>
              </a:ext>
            </a:extLst>
          </p:cNvPr>
          <p:cNvSpPr>
            <a:spLocks noGrp="1"/>
          </p:cNvSpPr>
          <p:nvPr>
            <p:ph type="dt" sz="half" idx="10"/>
            <p:custDataLst>
              <p:tags r:id="rId1"/>
            </p:custDataLst>
          </p:nvPr>
        </p:nvSpPr>
        <p:spPr/>
        <p:txBody>
          <a:bodyPr/>
          <a:lstStyle/>
          <a:p>
            <a:fld id="{9260A7CF-A23C-41F4-8B29-AF541EA4584E}" type="datetime1">
              <a:rPr lang="en-US" smtClean="0"/>
              <a:t>5/28/2026</a:t>
            </a:fld>
            <a:endParaRPr lang="en-US" dirty="0"/>
          </a:p>
        </p:txBody>
      </p:sp>
      <p:sp>
        <p:nvSpPr>
          <p:cNvPr id="5" name="Footer Placeholder 4">
            <a:extLst>
              <a:ext uri="{FF2B5EF4-FFF2-40B4-BE49-F238E27FC236}">
                <a16:creationId xmlns:a16="http://schemas.microsoft.com/office/drawing/2014/main" id="{12BF6C78-CB1A-9841-2E87-D5E93664BC14}"/>
              </a:ext>
            </a:extLst>
          </p:cNvPr>
          <p:cNvSpPr>
            <a:spLocks noGrp="1"/>
          </p:cNvSpPr>
          <p:nvPr>
            <p:ph type="ftr" sz="quarter" idx="11"/>
            <p:custDataLst>
              <p:tags r:id="rId2"/>
            </p:custDataLst>
          </p:nvPr>
        </p:nvSpPr>
        <p:spPr/>
        <p:txBody>
          <a:bodyPr/>
          <a:lstStyle>
            <a:lvl1pPr>
              <a:defRPr lang="en-US" dirty="0"/>
            </a:lvl1pPr>
          </a:lstStyle>
          <a:p>
            <a:endParaRPr lang="en-US" dirty="0"/>
          </a:p>
        </p:txBody>
      </p:sp>
      <p:sp>
        <p:nvSpPr>
          <p:cNvPr id="6" name="Slide Number Placeholder 5">
            <a:extLst>
              <a:ext uri="{FF2B5EF4-FFF2-40B4-BE49-F238E27FC236}">
                <a16:creationId xmlns:a16="http://schemas.microsoft.com/office/drawing/2014/main" id="{88798A95-7A82-11FF-EEE1-A9BAA23FD511}"/>
              </a:ext>
            </a:extLst>
          </p:cNvPr>
          <p:cNvSpPr>
            <a:spLocks noGrp="1"/>
          </p:cNvSpPr>
          <p:nvPr>
            <p:ph type="sldNum" sz="quarter" idx="12"/>
            <p:custDataLst>
              <p:tags r:id="rId3"/>
            </p:custDataLst>
          </p:nvPr>
        </p:nvSpPr>
        <p:spPr/>
        <p:txBody>
          <a:bodyPr/>
          <a:lstStyle/>
          <a:p>
            <a:fld id="{35EA36FB-EA35-45B6-87A5-93E7705983EC}" type="slidenum">
              <a:rPr lang="en-US" smtClean="0"/>
              <a:t>‹#›</a:t>
            </a:fld>
            <a:endParaRPr lang="en-US" dirty="0"/>
          </a:p>
        </p:txBody>
      </p:sp>
      <p:sp>
        <p:nvSpPr>
          <p:cNvPr id="2" name="Picture Placeholder 7">
            <a:extLst>
              <a:ext uri="{FF2B5EF4-FFF2-40B4-BE49-F238E27FC236}">
                <a16:creationId xmlns:a16="http://schemas.microsoft.com/office/drawing/2014/main" id="{EDDDF1AF-220D-007B-7E1E-7789887B47A6}"/>
              </a:ext>
            </a:extLst>
          </p:cNvPr>
          <p:cNvSpPr>
            <a:spLocks noGrp="1"/>
          </p:cNvSpPr>
          <p:nvPr>
            <p:ph type="pic" sz="quarter" idx="16" hasCustomPrompt="1"/>
            <p:custDataLst>
              <p:tags r:id="rId4"/>
            </p:custDataLst>
          </p:nvPr>
        </p:nvSpPr>
        <p:spPr>
          <a:xfrm>
            <a:off x="0" y="0"/>
            <a:ext cx="12192000" cy="6858000"/>
          </a:xfrm>
          <a:pattFill prst="pct80">
            <a:fgClr>
              <a:srgbClr val="BFBFBF"/>
            </a:fgClr>
            <a:bgClr>
              <a:schemeClr val="bg1"/>
            </a:bgClr>
          </a:pattFill>
        </p:spPr>
        <p:txBody>
          <a:bodyPr tIns="2988000" anchor="t" anchorCtr="0">
            <a:normAutofit/>
          </a:bodyPr>
          <a:lstStyle>
            <a:lvl1pPr marL="0" indent="0" algn="ctr">
              <a:buFontTx/>
              <a:buNone/>
              <a:defRPr sz="1600"/>
            </a:lvl1pPr>
          </a:lstStyle>
          <a:p>
            <a:r>
              <a:rPr lang="en-US" dirty="0"/>
              <a:t> </a:t>
            </a:r>
          </a:p>
        </p:txBody>
      </p:sp>
      <p:sp>
        <p:nvSpPr>
          <p:cNvPr id="3" name="Title 2">
            <a:extLst>
              <a:ext uri="{FF2B5EF4-FFF2-40B4-BE49-F238E27FC236}">
                <a16:creationId xmlns:a16="http://schemas.microsoft.com/office/drawing/2014/main" id="{CE4BF70A-1E62-4502-CA2F-36FF8B598FE2}"/>
              </a:ext>
            </a:extLst>
          </p:cNvPr>
          <p:cNvSpPr>
            <a:spLocks noGrp="1"/>
          </p:cNvSpPr>
          <p:nvPr>
            <p:ph type="title" hasCustomPrompt="1"/>
            <p:custDataLst>
              <p:tags r:id="rId5"/>
            </p:custDataLst>
          </p:nvPr>
        </p:nvSpPr>
        <p:spPr>
          <a:xfrm>
            <a:off x="454798" y="1652852"/>
            <a:ext cx="10612120" cy="518746"/>
          </a:xfrm>
        </p:spPr>
        <p:txBody>
          <a:bodyPr/>
          <a:lstStyle>
            <a:lvl1pPr>
              <a:defRPr>
                <a:solidFill>
                  <a:schemeClr val="bg1"/>
                </a:solidFill>
              </a:defRPr>
            </a:lvl1pPr>
          </a:lstStyle>
          <a:p>
            <a:r>
              <a:rPr lang="en-US" dirty="0"/>
              <a:t>Click to edit title</a:t>
            </a:r>
          </a:p>
        </p:txBody>
      </p:sp>
      <p:sp>
        <p:nvSpPr>
          <p:cNvPr id="7" name="Recolor 3">
            <a:extLst>
              <a:ext uri="{FF2B5EF4-FFF2-40B4-BE49-F238E27FC236}">
                <a16:creationId xmlns:a16="http://schemas.microsoft.com/office/drawing/2014/main" id="{0C1AEF78-36C5-8CC8-34B0-0D5D7DE86DEA}"/>
              </a:ext>
            </a:extLst>
          </p:cNvPr>
          <p:cNvSpPr>
            <a:spLocks noGrp="1"/>
          </p:cNvSpPr>
          <p:nvPr>
            <p:ph type="body" sz="quarter" idx="13" hasCustomPrompt="1"/>
            <p:custDataLst>
              <p:tags r:id="rId6"/>
            </p:custDataLst>
          </p:nvPr>
        </p:nvSpPr>
        <p:spPr>
          <a:xfrm>
            <a:off x="4060192" y="3022384"/>
            <a:ext cx="8133019" cy="2286235"/>
          </a:xfrm>
          <a:custGeom>
            <a:avLst/>
            <a:gdLst>
              <a:gd name="connsiteX0" fmla="*/ 8133019 w 8133019"/>
              <a:gd name="connsiteY0" fmla="*/ 0 h 2286235"/>
              <a:gd name="connsiteX1" fmla="*/ 8133019 w 8133019"/>
              <a:gd name="connsiteY1" fmla="*/ 2286235 h 2286235"/>
              <a:gd name="connsiteX2" fmla="*/ 1892113 w 8133019"/>
              <a:gd name="connsiteY2" fmla="*/ 2286235 h 2286235"/>
              <a:gd name="connsiteX3" fmla="*/ 0 w 8133019"/>
              <a:gd name="connsiteY3" fmla="*/ 2286235 h 2286235"/>
              <a:gd name="connsiteX4" fmla="*/ 4071752 w 8133019"/>
              <a:gd name="connsiteY4" fmla="*/ 762034 h 2286235"/>
              <a:gd name="connsiteX5" fmla="*/ 8133019 w 8133019"/>
              <a:gd name="connsiteY5" fmla="*/ 0 h 2286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3019" h="2286235">
                <a:moveTo>
                  <a:pt x="8133019" y="0"/>
                </a:moveTo>
                <a:cubicBezTo>
                  <a:pt x="8133019" y="0"/>
                  <a:pt x="8133019" y="2286235"/>
                  <a:pt x="8133019" y="2286235"/>
                </a:cubicBezTo>
                <a:lnTo>
                  <a:pt x="1892113" y="2286235"/>
                </a:lnTo>
                <a:lnTo>
                  <a:pt x="0" y="2286235"/>
                </a:lnTo>
                <a:cubicBezTo>
                  <a:pt x="771578" y="2024651"/>
                  <a:pt x="2715039" y="1166910"/>
                  <a:pt x="4071752" y="762034"/>
                </a:cubicBezTo>
                <a:cubicBezTo>
                  <a:pt x="5326977" y="387536"/>
                  <a:pt x="6687319" y="72587"/>
                  <a:pt x="8133019" y="0"/>
                </a:cubicBezTo>
                <a:close/>
              </a:path>
            </a:pathLst>
          </a:custGeom>
          <a:solidFill>
            <a:srgbClr val="63717E">
              <a:alpha val="30000"/>
            </a:srgbClr>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8" name="Recolor 1">
            <a:extLst>
              <a:ext uri="{FF2B5EF4-FFF2-40B4-BE49-F238E27FC236}">
                <a16:creationId xmlns:a16="http://schemas.microsoft.com/office/drawing/2014/main" id="{C848CF85-ADD7-A11F-6D36-1CF6103A611B}"/>
              </a:ext>
            </a:extLst>
          </p:cNvPr>
          <p:cNvSpPr>
            <a:spLocks noGrp="1"/>
          </p:cNvSpPr>
          <p:nvPr>
            <p:ph type="body" sz="quarter" idx="14" hasCustomPrompt="1"/>
            <p:custDataLst>
              <p:tags r:id="rId7"/>
            </p:custDataLst>
          </p:nvPr>
        </p:nvSpPr>
        <p:spPr>
          <a:xfrm>
            <a:off x="0" y="5308618"/>
            <a:ext cx="4060191" cy="762034"/>
          </a:xfrm>
          <a:custGeom>
            <a:avLst/>
            <a:gdLst>
              <a:gd name="connsiteX0" fmla="*/ 0 w 4060191"/>
              <a:gd name="connsiteY0" fmla="*/ 0 h 762034"/>
              <a:gd name="connsiteX1" fmla="*/ 4060191 w 4060191"/>
              <a:gd name="connsiteY1" fmla="*/ 0 h 762034"/>
              <a:gd name="connsiteX2" fmla="*/ 0 w 4060191"/>
              <a:gd name="connsiteY2" fmla="*/ 762034 h 762034"/>
            </a:gdLst>
            <a:ahLst/>
            <a:cxnLst>
              <a:cxn ang="0">
                <a:pos x="connsiteX0" y="connsiteY0"/>
              </a:cxn>
              <a:cxn ang="0">
                <a:pos x="connsiteX1" y="connsiteY1"/>
              </a:cxn>
              <a:cxn ang="0">
                <a:pos x="connsiteX2" y="connsiteY2"/>
              </a:cxn>
            </a:cxnLst>
            <a:rect l="l" t="t" r="r" b="b"/>
            <a:pathLst>
              <a:path w="4060191" h="762034">
                <a:moveTo>
                  <a:pt x="0" y="0"/>
                </a:moveTo>
                <a:lnTo>
                  <a:pt x="4060191" y="0"/>
                </a:lnTo>
                <a:cubicBezTo>
                  <a:pt x="2770286" y="437272"/>
                  <a:pt x="1364106" y="709475"/>
                  <a:pt x="0" y="762034"/>
                </a:cubicBezTo>
                <a:close/>
              </a:path>
            </a:pathLst>
          </a:custGeom>
          <a:solidFill>
            <a:srgbClr val="63717E">
              <a:alpha val="30000"/>
            </a:srgbClr>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9" name="Logo">
            <a:extLst>
              <a:ext uri="{FF2B5EF4-FFF2-40B4-BE49-F238E27FC236}">
                <a16:creationId xmlns:a16="http://schemas.microsoft.com/office/drawing/2014/main" id="{6793B7AA-EF92-0B60-EEB6-D86E56FB48F3}"/>
              </a:ext>
            </a:extLst>
          </p:cNvPr>
          <p:cNvSpPr>
            <a:spLocks noGrp="1"/>
          </p:cNvSpPr>
          <p:nvPr>
            <p:ph type="body" sz="quarter" idx="17" hasCustomPrompt="1"/>
            <p:custDataLst>
              <p:tags r:id="rId8"/>
            </p:custDataLst>
          </p:nvPr>
        </p:nvSpPr>
        <p:spPr>
          <a:xfrm>
            <a:off x="454798" y="6444000"/>
            <a:ext cx="1407869" cy="245006"/>
          </a:xfrm>
          <a:prstGeom prst="rect">
            <a:avLst/>
          </a:prstGeom>
          <a:blipFill>
            <a:blip>
              <a:extLst>
                <a:ext uri="{96DAC541-7B7A-43D3-8B79-37D633B846F1}">
                  <asvg:svgBlip xmlns:asvg="http://schemas.microsoft.com/office/drawing/2016/SVG/main" r:embed="rId10"/>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Tree>
    <p:extLst>
      <p:ext uri="{BB962C8B-B14F-4D97-AF65-F5344CB8AC3E}">
        <p14:creationId xmlns:p14="http://schemas.microsoft.com/office/powerpoint/2010/main" val="30455394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1 END - Red symbol ENG">
    <p:spTree>
      <p:nvGrpSpPr>
        <p:cNvPr id="1" name=""/>
        <p:cNvGrpSpPr/>
        <p:nvPr/>
      </p:nvGrpSpPr>
      <p:grpSpPr>
        <a:xfrm>
          <a:off x="0" y="0"/>
          <a:ext cx="0" cy="0"/>
          <a:chOff x="0" y="0"/>
          <a:chExt cx="0" cy="0"/>
        </a:xfrm>
      </p:grpSpPr>
      <p:sp>
        <p:nvSpPr>
          <p:cNvPr id="15" name="Date Placeholder 1">
            <a:extLst>
              <a:ext uri="{FF2B5EF4-FFF2-40B4-BE49-F238E27FC236}">
                <a16:creationId xmlns:a16="http://schemas.microsoft.com/office/drawing/2014/main" id="{0904C3D3-A99B-556B-9A9A-BF1A6BEE7EED}"/>
              </a:ext>
            </a:extLst>
          </p:cNvPr>
          <p:cNvSpPr>
            <a:spLocks noGrp="1"/>
          </p:cNvSpPr>
          <p:nvPr>
            <p:ph type="dt" sz="half" idx="10"/>
            <p:custDataLst>
              <p:tags r:id="rId1"/>
            </p:custDataLst>
          </p:nvPr>
        </p:nvSpPr>
        <p:spPr>
          <a:xfrm>
            <a:off x="855181" y="6356350"/>
            <a:ext cx="941766" cy="365125"/>
          </a:xfrm>
        </p:spPr>
        <p:txBody>
          <a:bodyPr/>
          <a:lstStyle>
            <a:lvl1pPr algn="l">
              <a:defRPr>
                <a:solidFill>
                  <a:schemeClr val="tx1">
                    <a:tint val="82000"/>
                    <a:alpha val="0"/>
                  </a:schemeClr>
                </a:solidFill>
              </a:defRPr>
            </a:lvl1pPr>
          </a:lstStyle>
          <a:p>
            <a:fld id="{895007FF-1F07-43DE-B0D2-F0062C2ED51C}" type="datetime1">
              <a:rPr lang="en-US" smtClean="0"/>
              <a:t>5/28/2026</a:t>
            </a:fld>
            <a:endParaRPr lang="en-US" dirty="0"/>
          </a:p>
        </p:txBody>
      </p:sp>
      <p:sp>
        <p:nvSpPr>
          <p:cNvPr id="16" name="Footer Placeholder 2">
            <a:extLst>
              <a:ext uri="{FF2B5EF4-FFF2-40B4-BE49-F238E27FC236}">
                <a16:creationId xmlns:a16="http://schemas.microsoft.com/office/drawing/2014/main" id="{20C33B55-E674-E707-8DAE-B563667A0454}"/>
              </a:ext>
            </a:extLst>
          </p:cNvPr>
          <p:cNvSpPr>
            <a:spLocks noGrp="1"/>
          </p:cNvSpPr>
          <p:nvPr>
            <p:ph type="ftr" sz="quarter" idx="11"/>
            <p:custDataLst>
              <p:tags r:id="rId2"/>
            </p:custDataLst>
          </p:nvPr>
        </p:nvSpPr>
        <p:spPr>
          <a:xfrm>
            <a:off x="1796947" y="6356350"/>
            <a:ext cx="4114800" cy="365125"/>
          </a:xfrm>
        </p:spPr>
        <p:txBody>
          <a:bodyPr/>
          <a:lstStyle>
            <a:lvl1pPr>
              <a:defRPr lang="en-US" dirty="0"/>
            </a:lvl1pPr>
          </a:lstStyle>
          <a:p>
            <a:endParaRPr lang="en-US" dirty="0"/>
          </a:p>
        </p:txBody>
      </p:sp>
      <p:sp>
        <p:nvSpPr>
          <p:cNvPr id="18" name="Slide Number Placeholder 3">
            <a:extLst>
              <a:ext uri="{FF2B5EF4-FFF2-40B4-BE49-F238E27FC236}">
                <a16:creationId xmlns:a16="http://schemas.microsoft.com/office/drawing/2014/main" id="{EF4712F3-D9E2-7ABF-7244-A9702EC1D0FE}"/>
              </a:ext>
            </a:extLst>
          </p:cNvPr>
          <p:cNvSpPr>
            <a:spLocks noGrp="1"/>
          </p:cNvSpPr>
          <p:nvPr>
            <p:ph type="sldNum" sz="quarter" idx="12"/>
            <p:custDataLst>
              <p:tags r:id="rId3"/>
            </p:custDataLst>
          </p:nvPr>
        </p:nvSpPr>
        <p:spPr>
          <a:xfrm>
            <a:off x="6368947" y="6356350"/>
            <a:ext cx="2743200" cy="365125"/>
          </a:xfrm>
        </p:spPr>
        <p:txBody>
          <a:bodyPr/>
          <a:lstStyle>
            <a:lvl1pPr>
              <a:defRPr>
                <a:solidFill>
                  <a:schemeClr val="tx1">
                    <a:tint val="82000"/>
                    <a:alpha val="0"/>
                  </a:schemeClr>
                </a:solidFill>
              </a:defRPr>
            </a:lvl1pPr>
          </a:lstStyle>
          <a:p>
            <a:fld id="{35EA36FB-EA35-45B6-87A5-93E7705983EC}" type="slidenum">
              <a:rPr lang="en-US" smtClean="0"/>
              <a:pPr/>
              <a:t>‹#›</a:t>
            </a:fld>
            <a:endParaRPr lang="en-US" dirty="0"/>
          </a:p>
        </p:txBody>
      </p:sp>
      <p:sp>
        <p:nvSpPr>
          <p:cNvPr id="17" name="Rectangle 16">
            <a:extLst>
              <a:ext uri="{FF2B5EF4-FFF2-40B4-BE49-F238E27FC236}">
                <a16:creationId xmlns:a16="http://schemas.microsoft.com/office/drawing/2014/main" id="{4792F34B-203A-58E5-488D-D058B25B1C29}"/>
              </a:ext>
            </a:extLst>
          </p:cNvPr>
          <p:cNvSpPr/>
          <p:nvPr userDrawn="1">
            <p:custDataLst>
              <p:tags r:id="rId4"/>
            </p:custDataLst>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1A6A6105-BEFC-ECCA-FFEE-808D7EFADE4A}"/>
              </a:ext>
            </a:extLst>
          </p:cNvPr>
          <p:cNvGrpSpPr/>
          <p:nvPr userDrawn="1">
            <p:custDataLst>
              <p:tags r:id="rId5"/>
            </p:custDataLst>
          </p:nvPr>
        </p:nvGrpSpPr>
        <p:grpSpPr>
          <a:xfrm>
            <a:off x="3252645" y="3084614"/>
            <a:ext cx="5696307" cy="991307"/>
            <a:chOff x="3245241" y="3110528"/>
            <a:chExt cx="5696307" cy="991307"/>
          </a:xfrm>
          <a:solidFill>
            <a:srgbClr val="ED1C24"/>
          </a:solidFill>
        </p:grpSpPr>
        <p:sp>
          <p:nvSpPr>
            <p:cNvPr id="6" name="Freeform: Shape 5">
              <a:extLst>
                <a:ext uri="{FF2B5EF4-FFF2-40B4-BE49-F238E27FC236}">
                  <a16:creationId xmlns:a16="http://schemas.microsoft.com/office/drawing/2014/main" id="{8683E445-EAA5-D149-E067-7C1220CD448D}"/>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7" name="Freeform: Shape 6">
              <a:extLst>
                <a:ext uri="{FF2B5EF4-FFF2-40B4-BE49-F238E27FC236}">
                  <a16:creationId xmlns:a16="http://schemas.microsoft.com/office/drawing/2014/main" id="{C2850B29-76FA-48E9-48C7-E882ED10829B}"/>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5B7F6D3A-EBD1-F7A1-1A73-8F74860319F6}"/>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4D5943F5-6468-04C1-9877-80C6A953989F}"/>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8C1C8FA8-233D-E91E-6CF0-D686634A135C}"/>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pic>
        <p:nvPicPr>
          <p:cNvPr id="12" name="Picture 11">
            <a:extLst>
              <a:ext uri="{FF2B5EF4-FFF2-40B4-BE49-F238E27FC236}">
                <a16:creationId xmlns:a16="http://schemas.microsoft.com/office/drawing/2014/main" id="{99235936-11BF-55C3-1AF0-117A823D5493}"/>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a:ext>
            </a:extLst>
          </a:blip>
          <a:stretch>
            <a:fillRect/>
          </a:stretch>
        </p:blipFill>
        <p:spPr>
          <a:xfrm>
            <a:off x="3680156" y="2321713"/>
            <a:ext cx="4851243" cy="454805"/>
          </a:xfrm>
          <a:prstGeom prst="rect">
            <a:avLst/>
          </a:prstGeom>
        </p:spPr>
      </p:pic>
    </p:spTree>
    <p:extLst>
      <p:ext uri="{BB962C8B-B14F-4D97-AF65-F5344CB8AC3E}">
        <p14:creationId xmlns:p14="http://schemas.microsoft.com/office/powerpoint/2010/main" val="33020653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2 END - White symbol ENG">
    <p:spTree>
      <p:nvGrpSpPr>
        <p:cNvPr id="1" name=""/>
        <p:cNvGrpSpPr/>
        <p:nvPr/>
      </p:nvGrpSpPr>
      <p:grpSpPr>
        <a:xfrm>
          <a:off x="0" y="0"/>
          <a:ext cx="0" cy="0"/>
          <a:chOff x="0" y="0"/>
          <a:chExt cx="0" cy="0"/>
        </a:xfrm>
      </p:grpSpPr>
      <p:sp>
        <p:nvSpPr>
          <p:cNvPr id="15" name="Date Placeholder 1">
            <a:extLst>
              <a:ext uri="{FF2B5EF4-FFF2-40B4-BE49-F238E27FC236}">
                <a16:creationId xmlns:a16="http://schemas.microsoft.com/office/drawing/2014/main" id="{C9272EEA-C4E5-37C6-CDFA-57D2E95B24E7}"/>
              </a:ext>
            </a:extLst>
          </p:cNvPr>
          <p:cNvSpPr>
            <a:spLocks noGrp="1"/>
          </p:cNvSpPr>
          <p:nvPr>
            <p:ph type="dt" sz="half" idx="10"/>
            <p:custDataLst>
              <p:tags r:id="rId1"/>
            </p:custDataLst>
          </p:nvPr>
        </p:nvSpPr>
        <p:spPr>
          <a:xfrm>
            <a:off x="855181" y="6356350"/>
            <a:ext cx="941766" cy="365125"/>
          </a:xfrm>
        </p:spPr>
        <p:txBody>
          <a:bodyPr/>
          <a:lstStyle>
            <a:lvl1pPr algn="l">
              <a:defRPr>
                <a:solidFill>
                  <a:schemeClr val="tx1">
                    <a:tint val="82000"/>
                    <a:alpha val="0"/>
                  </a:schemeClr>
                </a:solidFill>
              </a:defRPr>
            </a:lvl1pPr>
          </a:lstStyle>
          <a:p>
            <a:fld id="{FC735C70-06EA-4C19-8222-764DA1E65B05}" type="datetime1">
              <a:rPr lang="en-US" smtClean="0"/>
              <a:t>5/28/2026</a:t>
            </a:fld>
            <a:endParaRPr lang="en-US" dirty="0"/>
          </a:p>
        </p:txBody>
      </p:sp>
      <p:sp>
        <p:nvSpPr>
          <p:cNvPr id="16" name="Footer Placeholder 2">
            <a:extLst>
              <a:ext uri="{FF2B5EF4-FFF2-40B4-BE49-F238E27FC236}">
                <a16:creationId xmlns:a16="http://schemas.microsoft.com/office/drawing/2014/main" id="{2DE62A31-A1A6-C2DD-36B4-479FBE2F20BE}"/>
              </a:ext>
            </a:extLst>
          </p:cNvPr>
          <p:cNvSpPr>
            <a:spLocks noGrp="1"/>
          </p:cNvSpPr>
          <p:nvPr>
            <p:ph type="ftr" sz="quarter" idx="11"/>
            <p:custDataLst>
              <p:tags r:id="rId2"/>
            </p:custDataLst>
          </p:nvPr>
        </p:nvSpPr>
        <p:spPr>
          <a:xfrm>
            <a:off x="1796947" y="6356350"/>
            <a:ext cx="4114800" cy="365125"/>
          </a:xfrm>
        </p:spPr>
        <p:txBody>
          <a:bodyPr/>
          <a:lstStyle>
            <a:lvl1pPr>
              <a:defRPr lang="en-US" dirty="0"/>
            </a:lvl1pPr>
          </a:lstStyle>
          <a:p>
            <a:endParaRPr lang="en-US" dirty="0"/>
          </a:p>
        </p:txBody>
      </p:sp>
      <p:sp>
        <p:nvSpPr>
          <p:cNvPr id="18" name="Slide Number Placeholder 3">
            <a:extLst>
              <a:ext uri="{FF2B5EF4-FFF2-40B4-BE49-F238E27FC236}">
                <a16:creationId xmlns:a16="http://schemas.microsoft.com/office/drawing/2014/main" id="{9FE91AFB-7532-1E76-B1B1-2AD311A7FEC1}"/>
              </a:ext>
            </a:extLst>
          </p:cNvPr>
          <p:cNvSpPr>
            <a:spLocks noGrp="1"/>
          </p:cNvSpPr>
          <p:nvPr>
            <p:ph type="sldNum" sz="quarter" idx="12"/>
            <p:custDataLst>
              <p:tags r:id="rId3"/>
            </p:custDataLst>
          </p:nvPr>
        </p:nvSpPr>
        <p:spPr>
          <a:xfrm>
            <a:off x="6368947" y="6356350"/>
            <a:ext cx="2743200" cy="365125"/>
          </a:xfrm>
        </p:spPr>
        <p:txBody>
          <a:bodyPr/>
          <a:lstStyle>
            <a:lvl1pPr>
              <a:defRPr>
                <a:solidFill>
                  <a:schemeClr val="tx1">
                    <a:tint val="82000"/>
                    <a:alpha val="0"/>
                  </a:schemeClr>
                </a:solidFill>
              </a:defRPr>
            </a:lvl1pPr>
          </a:lstStyle>
          <a:p>
            <a:fld id="{35EA36FB-EA35-45B6-87A5-93E7705983EC}" type="slidenum">
              <a:rPr lang="en-US" smtClean="0"/>
              <a:pPr/>
              <a:t>‹#›</a:t>
            </a:fld>
            <a:endParaRPr lang="en-US" dirty="0"/>
          </a:p>
        </p:txBody>
      </p:sp>
      <p:sp>
        <p:nvSpPr>
          <p:cNvPr id="17" name="Rectangle 16">
            <a:extLst>
              <a:ext uri="{FF2B5EF4-FFF2-40B4-BE49-F238E27FC236}">
                <a16:creationId xmlns:a16="http://schemas.microsoft.com/office/drawing/2014/main" id="{4792F34B-203A-58E5-488D-D058B25B1C29}"/>
              </a:ext>
            </a:extLst>
          </p:cNvPr>
          <p:cNvSpPr/>
          <p:nvPr userDrawn="1">
            <p:custDataLst>
              <p:tags r:id="rId4"/>
            </p:custDataLst>
          </p:nvPr>
        </p:nvSpPr>
        <p:spPr>
          <a:xfrm>
            <a:off x="0" y="0"/>
            <a:ext cx="12192000" cy="6858000"/>
          </a:xfrm>
          <a:prstGeom prst="rect">
            <a:avLst/>
          </a:prstGeom>
          <a:solidFill>
            <a:srgbClr val="3043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1A6A6105-BEFC-ECCA-FFEE-808D7EFADE4A}"/>
              </a:ext>
            </a:extLst>
          </p:cNvPr>
          <p:cNvGrpSpPr/>
          <p:nvPr userDrawn="1">
            <p:custDataLst>
              <p:tags r:id="rId5"/>
            </p:custDataLst>
          </p:nvPr>
        </p:nvGrpSpPr>
        <p:grpSpPr>
          <a:xfrm>
            <a:off x="3252645" y="3084614"/>
            <a:ext cx="5696307" cy="991307"/>
            <a:chOff x="3245241" y="3110528"/>
            <a:chExt cx="5696307" cy="991307"/>
          </a:xfrm>
          <a:solidFill>
            <a:srgbClr val="FFFFFF"/>
          </a:solidFill>
        </p:grpSpPr>
        <p:sp>
          <p:nvSpPr>
            <p:cNvPr id="6" name="Freeform: Shape 5">
              <a:extLst>
                <a:ext uri="{FF2B5EF4-FFF2-40B4-BE49-F238E27FC236}">
                  <a16:creationId xmlns:a16="http://schemas.microsoft.com/office/drawing/2014/main" id="{8683E445-EAA5-D149-E067-7C1220CD448D}"/>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2850B29-76FA-48E9-48C7-E882ED10829B}"/>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B7F6D3A-EBD1-F7A1-1A73-8F74860319F6}"/>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4D5943F5-6468-04C1-9877-80C6A953989F}"/>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C1C8FA8-233D-E91E-6CF0-D686634A135C}"/>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a:p>
          </p:txBody>
        </p:sp>
      </p:grpSp>
      <p:pic>
        <p:nvPicPr>
          <p:cNvPr id="12" name="Picture 11">
            <a:extLst>
              <a:ext uri="{FF2B5EF4-FFF2-40B4-BE49-F238E27FC236}">
                <a16:creationId xmlns:a16="http://schemas.microsoft.com/office/drawing/2014/main" id="{F65FA9F3-DB26-3F82-7EE5-E986157D1720}"/>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a:ext>
            </a:extLst>
          </a:blip>
          <a:srcRect l="4" r="4"/>
          <a:stretch/>
        </p:blipFill>
        <p:spPr>
          <a:xfrm>
            <a:off x="3680156" y="2321713"/>
            <a:ext cx="4850907" cy="454805"/>
          </a:xfrm>
          <a:prstGeom prst="rect">
            <a:avLst/>
          </a:prstGeom>
        </p:spPr>
      </p:pic>
    </p:spTree>
    <p:extLst>
      <p:ext uri="{BB962C8B-B14F-4D97-AF65-F5344CB8AC3E}">
        <p14:creationId xmlns:p14="http://schemas.microsoft.com/office/powerpoint/2010/main" val="189065146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3 END - Red symbol JPN">
    <p:spTree>
      <p:nvGrpSpPr>
        <p:cNvPr id="1" name=""/>
        <p:cNvGrpSpPr/>
        <p:nvPr/>
      </p:nvGrpSpPr>
      <p:grpSpPr>
        <a:xfrm>
          <a:off x="0" y="0"/>
          <a:ext cx="0" cy="0"/>
          <a:chOff x="0" y="0"/>
          <a:chExt cx="0" cy="0"/>
        </a:xfrm>
      </p:grpSpPr>
      <p:sp>
        <p:nvSpPr>
          <p:cNvPr id="15" name="Date Placeholder 1">
            <a:extLst>
              <a:ext uri="{FF2B5EF4-FFF2-40B4-BE49-F238E27FC236}">
                <a16:creationId xmlns:a16="http://schemas.microsoft.com/office/drawing/2014/main" id="{A3014F42-1BEF-D1B9-9453-1AC8C2CB5054}"/>
              </a:ext>
            </a:extLst>
          </p:cNvPr>
          <p:cNvSpPr>
            <a:spLocks noGrp="1"/>
          </p:cNvSpPr>
          <p:nvPr>
            <p:ph type="dt" sz="half" idx="10"/>
            <p:custDataLst>
              <p:tags r:id="rId1"/>
            </p:custDataLst>
          </p:nvPr>
        </p:nvSpPr>
        <p:spPr>
          <a:xfrm>
            <a:off x="855181" y="6356350"/>
            <a:ext cx="941766" cy="365125"/>
          </a:xfrm>
        </p:spPr>
        <p:txBody>
          <a:bodyPr/>
          <a:lstStyle>
            <a:lvl1pPr algn="l">
              <a:defRPr>
                <a:solidFill>
                  <a:schemeClr val="tx1">
                    <a:tint val="82000"/>
                    <a:alpha val="0"/>
                  </a:schemeClr>
                </a:solidFill>
              </a:defRPr>
            </a:lvl1pPr>
          </a:lstStyle>
          <a:p>
            <a:fld id="{C7CDBDD8-DC96-48BB-8D0C-C8A190ED4A45}" type="datetime1">
              <a:rPr lang="en-US" smtClean="0"/>
              <a:t>5/28/2026</a:t>
            </a:fld>
            <a:endParaRPr lang="en-US" dirty="0"/>
          </a:p>
        </p:txBody>
      </p:sp>
      <p:sp>
        <p:nvSpPr>
          <p:cNvPr id="16" name="Footer Placeholder 2">
            <a:extLst>
              <a:ext uri="{FF2B5EF4-FFF2-40B4-BE49-F238E27FC236}">
                <a16:creationId xmlns:a16="http://schemas.microsoft.com/office/drawing/2014/main" id="{5CC02184-C5A3-0497-40A3-CC8A4F1EF9FD}"/>
              </a:ext>
            </a:extLst>
          </p:cNvPr>
          <p:cNvSpPr>
            <a:spLocks noGrp="1"/>
          </p:cNvSpPr>
          <p:nvPr>
            <p:ph type="ftr" sz="quarter" idx="11"/>
            <p:custDataLst>
              <p:tags r:id="rId2"/>
            </p:custDataLst>
          </p:nvPr>
        </p:nvSpPr>
        <p:spPr>
          <a:xfrm>
            <a:off x="1796947" y="6356350"/>
            <a:ext cx="4114800" cy="365125"/>
          </a:xfrm>
        </p:spPr>
        <p:txBody>
          <a:bodyPr/>
          <a:lstStyle>
            <a:lvl1pPr>
              <a:defRPr lang="en-US" dirty="0"/>
            </a:lvl1pPr>
          </a:lstStyle>
          <a:p>
            <a:endParaRPr lang="en-US" dirty="0"/>
          </a:p>
        </p:txBody>
      </p:sp>
      <p:sp>
        <p:nvSpPr>
          <p:cNvPr id="17" name="Slide Number Placeholder 3">
            <a:extLst>
              <a:ext uri="{FF2B5EF4-FFF2-40B4-BE49-F238E27FC236}">
                <a16:creationId xmlns:a16="http://schemas.microsoft.com/office/drawing/2014/main" id="{1BD65C83-EC9C-69A3-7A1E-446862AE247D}"/>
              </a:ext>
            </a:extLst>
          </p:cNvPr>
          <p:cNvSpPr>
            <a:spLocks noGrp="1"/>
          </p:cNvSpPr>
          <p:nvPr>
            <p:ph type="sldNum" sz="quarter" idx="12"/>
            <p:custDataLst>
              <p:tags r:id="rId3"/>
            </p:custDataLst>
          </p:nvPr>
        </p:nvSpPr>
        <p:spPr>
          <a:xfrm>
            <a:off x="6368947" y="6356350"/>
            <a:ext cx="2743200" cy="365125"/>
          </a:xfrm>
        </p:spPr>
        <p:txBody>
          <a:bodyPr/>
          <a:lstStyle>
            <a:lvl1pPr>
              <a:defRPr>
                <a:solidFill>
                  <a:schemeClr val="tx1">
                    <a:tint val="82000"/>
                    <a:alpha val="0"/>
                  </a:schemeClr>
                </a:solidFill>
              </a:defRPr>
            </a:lvl1pPr>
          </a:lstStyle>
          <a:p>
            <a:fld id="{35EA36FB-EA35-45B6-87A5-93E7705983EC}" type="slidenum">
              <a:rPr lang="en-US" smtClean="0"/>
              <a:pPr/>
              <a:t>‹#›</a:t>
            </a:fld>
            <a:endParaRPr lang="en-US" dirty="0"/>
          </a:p>
        </p:txBody>
      </p:sp>
      <p:sp>
        <p:nvSpPr>
          <p:cNvPr id="32" name="Rectangle 31">
            <a:extLst>
              <a:ext uri="{FF2B5EF4-FFF2-40B4-BE49-F238E27FC236}">
                <a16:creationId xmlns:a16="http://schemas.microsoft.com/office/drawing/2014/main" id="{EA36410F-2BDE-C0D3-E029-A5F9BFFB8C1C}"/>
              </a:ext>
            </a:extLst>
          </p:cNvPr>
          <p:cNvSpPr/>
          <p:nvPr userDrawn="1">
            <p:custDataLst>
              <p:tags r:id="rId4"/>
            </p:custDataLst>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LOGO RED">
            <a:extLst>
              <a:ext uri="{FF2B5EF4-FFF2-40B4-BE49-F238E27FC236}">
                <a16:creationId xmlns:a16="http://schemas.microsoft.com/office/drawing/2014/main" id="{1A6A6105-BEFC-ECCA-FFEE-808D7EFADE4A}"/>
              </a:ext>
            </a:extLst>
          </p:cNvPr>
          <p:cNvGrpSpPr/>
          <p:nvPr userDrawn="1">
            <p:custDataLst>
              <p:tags r:id="rId5"/>
            </p:custDataLst>
          </p:nvPr>
        </p:nvGrpSpPr>
        <p:grpSpPr>
          <a:xfrm>
            <a:off x="3252645" y="3084614"/>
            <a:ext cx="5696307" cy="991307"/>
            <a:chOff x="3245241" y="3110528"/>
            <a:chExt cx="5696307" cy="991307"/>
          </a:xfrm>
          <a:solidFill>
            <a:srgbClr val="ED1C24"/>
          </a:solidFill>
        </p:grpSpPr>
        <p:sp>
          <p:nvSpPr>
            <p:cNvPr id="6" name="Freeform: Shape 5">
              <a:extLst>
                <a:ext uri="{FF2B5EF4-FFF2-40B4-BE49-F238E27FC236}">
                  <a16:creationId xmlns:a16="http://schemas.microsoft.com/office/drawing/2014/main" id="{8683E445-EAA5-D149-E067-7C1220CD448D}"/>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7" name="Freeform: Shape 6">
              <a:extLst>
                <a:ext uri="{FF2B5EF4-FFF2-40B4-BE49-F238E27FC236}">
                  <a16:creationId xmlns:a16="http://schemas.microsoft.com/office/drawing/2014/main" id="{C2850B29-76FA-48E9-48C7-E882ED10829B}"/>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5B7F6D3A-EBD1-F7A1-1A73-8F74860319F6}"/>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4D5943F5-6468-04C1-9877-80C6A953989F}"/>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8C1C8FA8-233D-E91E-6CF0-D686634A135C}"/>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pic>
        <p:nvPicPr>
          <p:cNvPr id="12" name="Picture 11">
            <a:extLst>
              <a:ext uri="{FF2B5EF4-FFF2-40B4-BE49-F238E27FC236}">
                <a16:creationId xmlns:a16="http://schemas.microsoft.com/office/drawing/2014/main" id="{D9461F59-356F-ACC6-E22D-A5AE3D23D241}"/>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a:ext>
            </a:extLst>
          </a:blip>
          <a:stretch>
            <a:fillRect/>
          </a:stretch>
        </p:blipFill>
        <p:spPr>
          <a:xfrm>
            <a:off x="3675019" y="2321714"/>
            <a:ext cx="4851248" cy="454804"/>
          </a:xfrm>
          <a:prstGeom prst="rect">
            <a:avLst/>
          </a:prstGeom>
        </p:spPr>
      </p:pic>
    </p:spTree>
    <p:extLst>
      <p:ext uri="{BB962C8B-B14F-4D97-AF65-F5344CB8AC3E}">
        <p14:creationId xmlns:p14="http://schemas.microsoft.com/office/powerpoint/2010/main" val="423483650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4 END - White symbol JPN">
    <p:spTree>
      <p:nvGrpSpPr>
        <p:cNvPr id="1" name=""/>
        <p:cNvGrpSpPr/>
        <p:nvPr/>
      </p:nvGrpSpPr>
      <p:grpSpPr>
        <a:xfrm>
          <a:off x="0" y="0"/>
          <a:ext cx="0" cy="0"/>
          <a:chOff x="0" y="0"/>
          <a:chExt cx="0" cy="0"/>
        </a:xfrm>
      </p:grpSpPr>
      <p:sp>
        <p:nvSpPr>
          <p:cNvPr id="15" name="Date Placeholder 1">
            <a:extLst>
              <a:ext uri="{FF2B5EF4-FFF2-40B4-BE49-F238E27FC236}">
                <a16:creationId xmlns:a16="http://schemas.microsoft.com/office/drawing/2014/main" id="{B4407D82-6623-51A4-6D26-0E873690A5FA}"/>
              </a:ext>
            </a:extLst>
          </p:cNvPr>
          <p:cNvSpPr>
            <a:spLocks noGrp="1"/>
          </p:cNvSpPr>
          <p:nvPr>
            <p:ph type="dt" sz="half" idx="10"/>
            <p:custDataLst>
              <p:tags r:id="rId1"/>
            </p:custDataLst>
          </p:nvPr>
        </p:nvSpPr>
        <p:spPr>
          <a:xfrm>
            <a:off x="855181" y="6356350"/>
            <a:ext cx="941766" cy="365125"/>
          </a:xfrm>
        </p:spPr>
        <p:txBody>
          <a:bodyPr/>
          <a:lstStyle>
            <a:lvl1pPr algn="l">
              <a:defRPr>
                <a:solidFill>
                  <a:schemeClr val="tx1">
                    <a:tint val="82000"/>
                    <a:alpha val="0"/>
                  </a:schemeClr>
                </a:solidFill>
              </a:defRPr>
            </a:lvl1pPr>
          </a:lstStyle>
          <a:p>
            <a:fld id="{A254833A-1FB8-418B-8DDE-D5856302B165}" type="datetime1">
              <a:rPr lang="en-US" smtClean="0"/>
              <a:t>5/28/2026</a:t>
            </a:fld>
            <a:endParaRPr lang="en-US" dirty="0"/>
          </a:p>
        </p:txBody>
      </p:sp>
      <p:sp>
        <p:nvSpPr>
          <p:cNvPr id="16" name="Footer Placeholder 2">
            <a:extLst>
              <a:ext uri="{FF2B5EF4-FFF2-40B4-BE49-F238E27FC236}">
                <a16:creationId xmlns:a16="http://schemas.microsoft.com/office/drawing/2014/main" id="{BC2A120C-9363-4075-75A7-A78845F08BFC}"/>
              </a:ext>
            </a:extLst>
          </p:cNvPr>
          <p:cNvSpPr>
            <a:spLocks noGrp="1"/>
          </p:cNvSpPr>
          <p:nvPr>
            <p:ph type="ftr" sz="quarter" idx="11"/>
            <p:custDataLst>
              <p:tags r:id="rId2"/>
            </p:custDataLst>
          </p:nvPr>
        </p:nvSpPr>
        <p:spPr>
          <a:xfrm>
            <a:off x="1796947" y="6356350"/>
            <a:ext cx="4114800" cy="365125"/>
          </a:xfrm>
        </p:spPr>
        <p:txBody>
          <a:bodyPr/>
          <a:lstStyle>
            <a:lvl1pPr>
              <a:defRPr lang="en-US" dirty="0"/>
            </a:lvl1pPr>
          </a:lstStyle>
          <a:p>
            <a:endParaRPr lang="en-US" dirty="0"/>
          </a:p>
        </p:txBody>
      </p:sp>
      <p:sp>
        <p:nvSpPr>
          <p:cNvPr id="18" name="Slide Number Placeholder 3">
            <a:extLst>
              <a:ext uri="{FF2B5EF4-FFF2-40B4-BE49-F238E27FC236}">
                <a16:creationId xmlns:a16="http://schemas.microsoft.com/office/drawing/2014/main" id="{407E7F19-0C31-6881-5A3B-DAFEED6E047E}"/>
              </a:ext>
            </a:extLst>
          </p:cNvPr>
          <p:cNvSpPr>
            <a:spLocks noGrp="1"/>
          </p:cNvSpPr>
          <p:nvPr>
            <p:ph type="sldNum" sz="quarter" idx="12"/>
            <p:custDataLst>
              <p:tags r:id="rId3"/>
            </p:custDataLst>
          </p:nvPr>
        </p:nvSpPr>
        <p:spPr>
          <a:xfrm>
            <a:off x="6368947" y="6356350"/>
            <a:ext cx="2743200" cy="365125"/>
          </a:xfrm>
        </p:spPr>
        <p:txBody>
          <a:bodyPr/>
          <a:lstStyle>
            <a:lvl1pPr>
              <a:defRPr>
                <a:solidFill>
                  <a:schemeClr val="tx1">
                    <a:tint val="82000"/>
                    <a:alpha val="0"/>
                  </a:schemeClr>
                </a:solidFill>
              </a:defRPr>
            </a:lvl1pPr>
          </a:lstStyle>
          <a:p>
            <a:fld id="{35EA36FB-EA35-45B6-87A5-93E7705983EC}" type="slidenum">
              <a:rPr lang="en-US" smtClean="0"/>
              <a:pPr/>
              <a:t>‹#›</a:t>
            </a:fld>
            <a:endParaRPr lang="en-US" dirty="0"/>
          </a:p>
        </p:txBody>
      </p:sp>
      <p:sp>
        <p:nvSpPr>
          <p:cNvPr id="17" name="Rectangle 16">
            <a:extLst>
              <a:ext uri="{FF2B5EF4-FFF2-40B4-BE49-F238E27FC236}">
                <a16:creationId xmlns:a16="http://schemas.microsoft.com/office/drawing/2014/main" id="{4792F34B-203A-58E5-488D-D058B25B1C29}"/>
              </a:ext>
            </a:extLst>
          </p:cNvPr>
          <p:cNvSpPr/>
          <p:nvPr userDrawn="1">
            <p:custDataLst>
              <p:tags r:id="rId4"/>
            </p:custDataLst>
          </p:nvPr>
        </p:nvSpPr>
        <p:spPr>
          <a:xfrm>
            <a:off x="0" y="0"/>
            <a:ext cx="12192000" cy="6858000"/>
          </a:xfrm>
          <a:prstGeom prst="rect">
            <a:avLst/>
          </a:prstGeom>
          <a:solidFill>
            <a:srgbClr val="3043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1A6A6105-BEFC-ECCA-FFEE-808D7EFADE4A}"/>
              </a:ext>
            </a:extLst>
          </p:cNvPr>
          <p:cNvGrpSpPr/>
          <p:nvPr userDrawn="1">
            <p:custDataLst>
              <p:tags r:id="rId5"/>
            </p:custDataLst>
          </p:nvPr>
        </p:nvGrpSpPr>
        <p:grpSpPr>
          <a:xfrm>
            <a:off x="3252645" y="3084614"/>
            <a:ext cx="5696307" cy="991307"/>
            <a:chOff x="3245241" y="3110528"/>
            <a:chExt cx="5696307" cy="991307"/>
          </a:xfrm>
          <a:solidFill>
            <a:srgbClr val="FFFFFF"/>
          </a:solidFill>
        </p:grpSpPr>
        <p:sp>
          <p:nvSpPr>
            <p:cNvPr id="6" name="Freeform: Shape 5">
              <a:extLst>
                <a:ext uri="{FF2B5EF4-FFF2-40B4-BE49-F238E27FC236}">
                  <a16:creationId xmlns:a16="http://schemas.microsoft.com/office/drawing/2014/main" id="{8683E445-EAA5-D149-E067-7C1220CD448D}"/>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2850B29-76FA-48E9-48C7-E882ED10829B}"/>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B7F6D3A-EBD1-F7A1-1A73-8F74860319F6}"/>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4D5943F5-6468-04C1-9877-80C6A953989F}"/>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C1C8FA8-233D-E91E-6CF0-D686634A135C}"/>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a:p>
          </p:txBody>
        </p:sp>
      </p:grpSp>
      <p:pic>
        <p:nvPicPr>
          <p:cNvPr id="13" name="Picture 12">
            <a:extLst>
              <a:ext uri="{FF2B5EF4-FFF2-40B4-BE49-F238E27FC236}">
                <a16:creationId xmlns:a16="http://schemas.microsoft.com/office/drawing/2014/main" id="{ECE4E9CC-3814-1ECE-2FF9-1452AD173BB6}"/>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a:ext>
            </a:extLst>
          </a:blip>
          <a:srcRect/>
          <a:stretch/>
        </p:blipFill>
        <p:spPr>
          <a:xfrm>
            <a:off x="3675019" y="2321714"/>
            <a:ext cx="4850912" cy="454804"/>
          </a:xfrm>
          <a:prstGeom prst="rect">
            <a:avLst/>
          </a:prstGeom>
        </p:spPr>
      </p:pic>
    </p:spTree>
    <p:extLst>
      <p:ext uri="{BB962C8B-B14F-4D97-AF65-F5344CB8AC3E}">
        <p14:creationId xmlns:p14="http://schemas.microsoft.com/office/powerpoint/2010/main" val="4911853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5 END - Contact">
    <p:spTree>
      <p:nvGrpSpPr>
        <p:cNvPr id="1" name=""/>
        <p:cNvGrpSpPr/>
        <p:nvPr/>
      </p:nvGrpSpPr>
      <p:grpSpPr>
        <a:xfrm>
          <a:off x="0" y="0"/>
          <a:ext cx="0" cy="0"/>
          <a:chOff x="0" y="0"/>
          <a:chExt cx="0" cy="0"/>
        </a:xfrm>
      </p:grpSpPr>
      <p:sp>
        <p:nvSpPr>
          <p:cNvPr id="17" name="Logo">
            <a:extLst>
              <a:ext uri="{FF2B5EF4-FFF2-40B4-BE49-F238E27FC236}">
                <a16:creationId xmlns:a16="http://schemas.microsoft.com/office/drawing/2014/main" id="{493993A5-F31F-FBBE-43F3-5AFBC2E8E779}"/>
              </a:ext>
            </a:extLst>
          </p:cNvPr>
          <p:cNvSpPr>
            <a:spLocks noGrp="1"/>
          </p:cNvSpPr>
          <p:nvPr>
            <p:ph type="body" sz="quarter" idx="17" hasCustomPrompt="1"/>
            <p:custDataLst>
              <p:tags r:id="rId1"/>
            </p:custDataLst>
          </p:nvPr>
        </p:nvSpPr>
        <p:spPr>
          <a:xfrm>
            <a:off x="453587" y="717860"/>
            <a:ext cx="3259619" cy="567259"/>
          </a:xfrm>
          <a:prstGeom prst="rect">
            <a:avLst/>
          </a:prstGeom>
          <a:blipFill>
            <a:blip>
              <a:extLst>
                <a:ext uri="{96DAC541-7B7A-43D3-8B79-37D633B846F1}">
                  <asvg:svgBlip xmlns:asvg="http://schemas.microsoft.com/office/drawing/2016/SVG/main" r:embed="rId11"/>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pic>
        <p:nvPicPr>
          <p:cNvPr id="14" name="Lines locked">
            <a:extLst>
              <a:ext uri="{FF2B5EF4-FFF2-40B4-BE49-F238E27FC236}">
                <a16:creationId xmlns:a16="http://schemas.microsoft.com/office/drawing/2014/main" id="{CF57FAF9-BC23-F75A-8A5C-B9E94DAD2CCD}"/>
              </a:ext>
            </a:extLst>
          </p:cNvPr>
          <p:cNvPicPr>
            <a:picLocks noGrp="1" noRot="1" noChangeAspect="1" noMove="1" noResize="1" noEditPoints="1" noAdjustHandles="1" noChangeArrowheads="1" noChangeShapeType="1" noCrop="1"/>
          </p:cNvPicPr>
          <p:nvPr userDrawn="1">
            <p:custDataLst>
              <p:tags r:id="rId2"/>
            </p:custDataLst>
          </p:nvPr>
        </p:nvPicPr>
        <p:blipFill>
          <a:blip>
            <a:extLst>
              <a:ext uri="{96DAC541-7B7A-43D3-8B79-37D633B846F1}">
                <asvg:svgBlip xmlns:asvg="http://schemas.microsoft.com/office/drawing/2016/SVG/main" r:embed="rId12"/>
              </a:ext>
            </a:extLst>
          </a:blip>
          <a:stretch>
            <a:fillRect/>
          </a:stretch>
        </p:blipFill>
        <p:spPr>
          <a:xfrm>
            <a:off x="0" y="3691253"/>
            <a:ext cx="12192000" cy="3064803"/>
          </a:xfrm>
          <a:prstGeom prst="rect">
            <a:avLst/>
          </a:prstGeom>
        </p:spPr>
      </p:pic>
      <p:sp>
        <p:nvSpPr>
          <p:cNvPr id="2" name="Date Placeholder 1">
            <a:extLst>
              <a:ext uri="{FF2B5EF4-FFF2-40B4-BE49-F238E27FC236}">
                <a16:creationId xmlns:a16="http://schemas.microsoft.com/office/drawing/2014/main" id="{DAC73831-2D0D-5F88-3148-03C0A5E1716E}"/>
              </a:ext>
            </a:extLst>
          </p:cNvPr>
          <p:cNvSpPr>
            <a:spLocks noGrp="1"/>
          </p:cNvSpPr>
          <p:nvPr>
            <p:ph type="dt" sz="half" idx="10"/>
            <p:custDataLst>
              <p:tags r:id="rId3"/>
            </p:custDataLst>
          </p:nvPr>
        </p:nvSpPr>
        <p:spPr>
          <a:xfrm>
            <a:off x="855181" y="6356350"/>
            <a:ext cx="941766" cy="365125"/>
          </a:xfrm>
        </p:spPr>
        <p:txBody>
          <a:bodyPr/>
          <a:lstStyle>
            <a:lvl1pPr algn="l">
              <a:defRPr>
                <a:solidFill>
                  <a:schemeClr val="tx1">
                    <a:tint val="82000"/>
                    <a:alpha val="0"/>
                  </a:schemeClr>
                </a:solidFill>
              </a:defRPr>
            </a:lvl1pPr>
          </a:lstStyle>
          <a:p>
            <a:fld id="{0170BA6C-A281-471D-A763-58B95A5D5FAC}" type="datetime1">
              <a:rPr lang="en-US" smtClean="0"/>
              <a:t>5/28/2026</a:t>
            </a:fld>
            <a:endParaRPr lang="en-US" dirty="0"/>
          </a:p>
        </p:txBody>
      </p:sp>
      <p:sp>
        <p:nvSpPr>
          <p:cNvPr id="3" name="Footer Placeholder 2">
            <a:extLst>
              <a:ext uri="{FF2B5EF4-FFF2-40B4-BE49-F238E27FC236}">
                <a16:creationId xmlns:a16="http://schemas.microsoft.com/office/drawing/2014/main" id="{21C739D6-928C-EBF3-1E40-E67F69D81CDD}"/>
              </a:ext>
            </a:extLst>
          </p:cNvPr>
          <p:cNvSpPr>
            <a:spLocks noGrp="1"/>
          </p:cNvSpPr>
          <p:nvPr>
            <p:ph type="ftr" sz="quarter" idx="11"/>
            <p:custDataLst>
              <p:tags r:id="rId4"/>
            </p:custDataLst>
          </p:nvPr>
        </p:nvSpPr>
        <p:spPr>
          <a:xfrm>
            <a:off x="1796947" y="6356350"/>
            <a:ext cx="4114800" cy="365125"/>
          </a:xfrm>
        </p:spPr>
        <p:txBody>
          <a:bodyPr/>
          <a:lstStyle>
            <a:lvl1pPr>
              <a:defRPr lang="en-US" dirty="0">
                <a:solidFill>
                  <a:srgbClr val="767676">
                    <a:alpha val="0"/>
                  </a:srgbClr>
                </a:solidFill>
              </a:defRPr>
            </a:lvl1pPr>
          </a:lstStyle>
          <a:p>
            <a:endParaRPr lang="en-SE" dirty="0"/>
          </a:p>
        </p:txBody>
      </p:sp>
      <p:sp>
        <p:nvSpPr>
          <p:cNvPr id="4" name="Slide Number Placeholder 3">
            <a:extLst>
              <a:ext uri="{FF2B5EF4-FFF2-40B4-BE49-F238E27FC236}">
                <a16:creationId xmlns:a16="http://schemas.microsoft.com/office/drawing/2014/main" id="{FF0EBD4D-AFB1-ED7C-5278-BF2EDD2797BA}"/>
              </a:ext>
            </a:extLst>
          </p:cNvPr>
          <p:cNvSpPr>
            <a:spLocks noGrp="1"/>
          </p:cNvSpPr>
          <p:nvPr>
            <p:ph type="sldNum" sz="quarter" idx="12"/>
            <p:custDataLst>
              <p:tags r:id="rId5"/>
            </p:custDataLst>
          </p:nvPr>
        </p:nvSpPr>
        <p:spPr>
          <a:xfrm>
            <a:off x="6368947" y="6356350"/>
            <a:ext cx="2743200" cy="365125"/>
          </a:xfrm>
        </p:spPr>
        <p:txBody>
          <a:bodyPr/>
          <a:lstStyle>
            <a:lvl1pPr>
              <a:defRPr>
                <a:solidFill>
                  <a:schemeClr val="tx1">
                    <a:tint val="82000"/>
                    <a:alpha val="0"/>
                  </a:schemeClr>
                </a:solidFill>
              </a:defRPr>
            </a:lvl1pPr>
          </a:lstStyle>
          <a:p>
            <a:fld id="{35EA36FB-EA35-45B6-87A5-93E7705983EC}" type="slidenum">
              <a:rPr lang="en-US" smtClean="0"/>
              <a:pPr/>
              <a:t>‹#›</a:t>
            </a:fld>
            <a:endParaRPr lang="en-US" dirty="0"/>
          </a:p>
        </p:txBody>
      </p:sp>
      <p:sp>
        <p:nvSpPr>
          <p:cNvPr id="12" name="テキスト プレースホルダー 3">
            <a:extLst>
              <a:ext uri="{FF2B5EF4-FFF2-40B4-BE49-F238E27FC236}">
                <a16:creationId xmlns:a16="http://schemas.microsoft.com/office/drawing/2014/main" id="{9BEA7A8F-FB08-B4B1-7143-5AC0B70220DB}"/>
              </a:ext>
            </a:extLst>
          </p:cNvPr>
          <p:cNvSpPr>
            <a:spLocks noGrp="1"/>
          </p:cNvSpPr>
          <p:nvPr>
            <p:ph type="body" sz="quarter" idx="20" hasCustomPrompt="1"/>
            <p:custDataLst>
              <p:tags r:id="rId6"/>
            </p:custDataLst>
          </p:nvPr>
        </p:nvSpPr>
        <p:spPr>
          <a:xfrm>
            <a:off x="453587" y="1958799"/>
            <a:ext cx="5076688" cy="414625"/>
          </a:xfrm>
          <a:prstGeom prst="rect">
            <a:avLst/>
          </a:prstGeom>
        </p:spPr>
        <p:txBody>
          <a:bodyPr lIns="0" tIns="0" rIns="0" bIns="0" anchor="b" anchorCtr="0"/>
          <a:lstStyle>
            <a:lvl1pPr marL="0" indent="0" algn="l">
              <a:buFontTx/>
              <a:buNone/>
              <a:defRPr sz="2200" b="0" i="0">
                <a:solidFill>
                  <a:schemeClr val="tx1"/>
                </a:solidFill>
                <a:latin typeface="+mn-lt"/>
                <a:cs typeface="Arial" panose="020B0604020202020204" pitchFamily="34" charset="0"/>
              </a:defRPr>
            </a:lvl1pPr>
            <a:lvl3pPr marL="1219095" indent="0" algn="l">
              <a:buFontTx/>
              <a:buNone/>
              <a:defRPr b="0" i="0">
                <a:latin typeface="Arial" panose="020B0604020202020204" pitchFamily="34" charset="0"/>
                <a:cs typeface="Arial" panose="020B0604020202020204" pitchFamily="34" charset="0"/>
              </a:defRPr>
            </a:lvl3pPr>
          </a:lstStyle>
          <a:p>
            <a:pPr lvl="0"/>
            <a:r>
              <a:rPr kumimoji="1" lang="en-US" altLang="ja-JP" dirty="0"/>
              <a:t>Contact</a:t>
            </a:r>
          </a:p>
        </p:txBody>
      </p:sp>
      <p:sp>
        <p:nvSpPr>
          <p:cNvPr id="13" name="テキスト プレースホルダー 3">
            <a:extLst>
              <a:ext uri="{FF2B5EF4-FFF2-40B4-BE49-F238E27FC236}">
                <a16:creationId xmlns:a16="http://schemas.microsoft.com/office/drawing/2014/main" id="{7A8BEAE2-DCEB-7B18-467F-696906CE54D0}"/>
              </a:ext>
            </a:extLst>
          </p:cNvPr>
          <p:cNvSpPr>
            <a:spLocks noGrp="1"/>
          </p:cNvSpPr>
          <p:nvPr>
            <p:ph type="body" sz="quarter" idx="21" hasCustomPrompt="1"/>
            <p:custDataLst>
              <p:tags r:id="rId7"/>
            </p:custDataLst>
          </p:nvPr>
        </p:nvSpPr>
        <p:spPr>
          <a:xfrm>
            <a:off x="453587" y="2453635"/>
            <a:ext cx="5076688" cy="414625"/>
          </a:xfrm>
          <a:prstGeom prst="rect">
            <a:avLst/>
          </a:prstGeom>
        </p:spPr>
        <p:txBody>
          <a:bodyPr lIns="0" tIns="108000" rIns="0" bIns="0"/>
          <a:lstStyle>
            <a:lvl1pPr marL="0" indent="0" algn="l">
              <a:buFontTx/>
              <a:buNone/>
              <a:defRPr sz="2000" b="0" i="0">
                <a:solidFill>
                  <a:schemeClr val="tx1"/>
                </a:solidFill>
                <a:latin typeface="+mn-lt"/>
                <a:cs typeface="Arial" panose="020B0604020202020204" pitchFamily="34" charset="0"/>
              </a:defRPr>
            </a:lvl1pPr>
            <a:lvl3pPr marL="1219095" indent="0" algn="l">
              <a:buFontTx/>
              <a:buNone/>
              <a:defRPr b="0" i="0">
                <a:latin typeface="Arial" panose="020B0604020202020204" pitchFamily="34" charset="0"/>
                <a:cs typeface="Arial" panose="020B0604020202020204" pitchFamily="34" charset="0"/>
              </a:defRPr>
            </a:lvl3pPr>
          </a:lstStyle>
          <a:p>
            <a:pPr lvl="0"/>
            <a:r>
              <a:rPr kumimoji="1" lang="en-US" altLang="ja-JP" dirty="0"/>
              <a:t>Name</a:t>
            </a:r>
          </a:p>
        </p:txBody>
      </p:sp>
      <p:sp>
        <p:nvSpPr>
          <p:cNvPr id="15" name="テキスト プレースホルダー 3">
            <a:extLst>
              <a:ext uri="{FF2B5EF4-FFF2-40B4-BE49-F238E27FC236}">
                <a16:creationId xmlns:a16="http://schemas.microsoft.com/office/drawing/2014/main" id="{F2733FDD-F9FF-997E-C7C8-993995C6B53B}"/>
              </a:ext>
            </a:extLst>
          </p:cNvPr>
          <p:cNvSpPr>
            <a:spLocks noGrp="1"/>
          </p:cNvSpPr>
          <p:nvPr>
            <p:ph type="body" sz="quarter" idx="22" hasCustomPrompt="1"/>
            <p:custDataLst>
              <p:tags r:id="rId8"/>
            </p:custDataLst>
          </p:nvPr>
        </p:nvSpPr>
        <p:spPr>
          <a:xfrm>
            <a:off x="453587" y="2930499"/>
            <a:ext cx="5076688" cy="414625"/>
          </a:xfrm>
          <a:prstGeom prst="rect">
            <a:avLst/>
          </a:prstGeom>
        </p:spPr>
        <p:txBody>
          <a:bodyPr lIns="0" tIns="108000" rIns="0" bIns="0"/>
          <a:lstStyle>
            <a:lvl1pPr marL="0" indent="0" algn="l">
              <a:buFontTx/>
              <a:buNone/>
              <a:defRPr sz="2000" b="0" i="0">
                <a:solidFill>
                  <a:schemeClr val="tx1"/>
                </a:solidFill>
                <a:latin typeface="+mn-lt"/>
                <a:cs typeface="Arial" panose="020B0604020202020204" pitchFamily="34" charset="0"/>
              </a:defRPr>
            </a:lvl1pPr>
            <a:lvl3pPr marL="1219095" indent="0" algn="l">
              <a:buFontTx/>
              <a:buNone/>
              <a:defRPr b="0" i="0">
                <a:latin typeface="Arial" panose="020B0604020202020204" pitchFamily="34" charset="0"/>
                <a:cs typeface="Arial" panose="020B0604020202020204" pitchFamily="34" charset="0"/>
              </a:defRPr>
            </a:lvl3pPr>
          </a:lstStyle>
          <a:p>
            <a:pPr lvl="0"/>
            <a:r>
              <a:rPr kumimoji="1" lang="en-US" altLang="ja-JP" dirty="0"/>
              <a:t>Phone</a:t>
            </a:r>
          </a:p>
        </p:txBody>
      </p:sp>
      <p:sp>
        <p:nvSpPr>
          <p:cNvPr id="16" name="テキスト プレースホルダー 3">
            <a:extLst>
              <a:ext uri="{FF2B5EF4-FFF2-40B4-BE49-F238E27FC236}">
                <a16:creationId xmlns:a16="http://schemas.microsoft.com/office/drawing/2014/main" id="{5ACB0548-6065-065B-B75B-4BAA8AE0F295}"/>
              </a:ext>
            </a:extLst>
          </p:cNvPr>
          <p:cNvSpPr>
            <a:spLocks noGrp="1"/>
          </p:cNvSpPr>
          <p:nvPr>
            <p:ph type="body" sz="quarter" idx="23" hasCustomPrompt="1"/>
            <p:custDataLst>
              <p:tags r:id="rId9"/>
            </p:custDataLst>
          </p:nvPr>
        </p:nvSpPr>
        <p:spPr>
          <a:xfrm>
            <a:off x="453587" y="3407364"/>
            <a:ext cx="5076688" cy="414625"/>
          </a:xfrm>
          <a:prstGeom prst="rect">
            <a:avLst/>
          </a:prstGeom>
        </p:spPr>
        <p:txBody>
          <a:bodyPr lIns="0" tIns="108000" rIns="0" bIns="0"/>
          <a:lstStyle>
            <a:lvl1pPr marL="0" indent="0" algn="l">
              <a:buFontTx/>
              <a:buNone/>
              <a:defRPr sz="2000" b="0" i="0">
                <a:solidFill>
                  <a:schemeClr val="tx1"/>
                </a:solidFill>
                <a:latin typeface="+mn-lt"/>
                <a:cs typeface="Arial" panose="020B0604020202020204" pitchFamily="34" charset="0"/>
              </a:defRPr>
            </a:lvl1pPr>
            <a:lvl3pPr marL="1219095" indent="0" algn="l">
              <a:buFontTx/>
              <a:buNone/>
              <a:defRPr b="0" i="0">
                <a:latin typeface="Arial" panose="020B0604020202020204" pitchFamily="34" charset="0"/>
                <a:cs typeface="Arial" panose="020B0604020202020204" pitchFamily="34" charset="0"/>
              </a:defRPr>
            </a:lvl3pPr>
          </a:lstStyle>
          <a:p>
            <a:pPr lvl="0"/>
            <a:r>
              <a:rPr kumimoji="1" lang="en-US" altLang="ja-JP" dirty="0"/>
              <a:t>Mail</a:t>
            </a:r>
          </a:p>
        </p:txBody>
      </p:sp>
    </p:spTree>
    <p:extLst>
      <p:ext uri="{BB962C8B-B14F-4D97-AF65-F5344CB8AC3E}">
        <p14:creationId xmlns:p14="http://schemas.microsoft.com/office/powerpoint/2010/main" val="178959433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1 Adjust - Bottom swirl">
    <p:bg>
      <p:bgPr>
        <a:solidFill>
          <a:schemeClr val="bg1"/>
        </a:solidFill>
        <a:effectLst/>
      </p:bgPr>
    </p:bg>
    <p:spTree>
      <p:nvGrpSpPr>
        <p:cNvPr id="1" name=""/>
        <p:cNvGrpSpPr/>
        <p:nvPr/>
      </p:nvGrpSpPr>
      <p:grpSpPr>
        <a:xfrm>
          <a:off x="0" y="0"/>
          <a:ext cx="0" cy="0"/>
          <a:chOff x="0" y="0"/>
          <a:chExt cx="0" cy="0"/>
        </a:xfrm>
      </p:grpSpPr>
      <p:sp>
        <p:nvSpPr>
          <p:cNvPr id="13" name="Date Placeholder 12">
            <a:extLst>
              <a:ext uri="{FF2B5EF4-FFF2-40B4-BE49-F238E27FC236}">
                <a16:creationId xmlns:a16="http://schemas.microsoft.com/office/drawing/2014/main" id="{E767C648-F40F-2173-E10D-FD223C56937B}"/>
              </a:ext>
            </a:extLst>
          </p:cNvPr>
          <p:cNvSpPr>
            <a:spLocks noGrp="1"/>
          </p:cNvSpPr>
          <p:nvPr>
            <p:ph type="dt" sz="half" idx="16"/>
            <p:custDataLst>
              <p:tags r:id="rId1"/>
            </p:custDataLst>
          </p:nvPr>
        </p:nvSpPr>
        <p:spPr/>
        <p:txBody>
          <a:bodyPr/>
          <a:lstStyle/>
          <a:p>
            <a:fld id="{A8227DF1-413E-4664-AB27-9EF2E88907A5}" type="datetime1">
              <a:rPr lang="en-US" smtClean="0"/>
              <a:t>5/28/2026</a:t>
            </a:fld>
            <a:endParaRPr lang="en-US" dirty="0"/>
          </a:p>
        </p:txBody>
      </p:sp>
      <p:sp>
        <p:nvSpPr>
          <p:cNvPr id="14" name="Footer Placeholder 13">
            <a:extLst>
              <a:ext uri="{FF2B5EF4-FFF2-40B4-BE49-F238E27FC236}">
                <a16:creationId xmlns:a16="http://schemas.microsoft.com/office/drawing/2014/main" id="{C37CE0AC-6EC1-1802-BE12-AA5555C6C3E4}"/>
              </a:ext>
            </a:extLst>
          </p:cNvPr>
          <p:cNvSpPr>
            <a:spLocks noGrp="1"/>
          </p:cNvSpPr>
          <p:nvPr>
            <p:ph type="ftr" sz="quarter" idx="17"/>
            <p:custDataLst>
              <p:tags r:id="rId2"/>
            </p:custDataLst>
          </p:nvPr>
        </p:nvSpPr>
        <p:spPr/>
        <p:txBody>
          <a:bodyPr/>
          <a:lstStyle>
            <a:lvl1pPr>
              <a:defRPr lang="en-US" dirty="0"/>
            </a:lvl1pPr>
          </a:lstStyle>
          <a:p>
            <a:endParaRPr lang="en-US" dirty="0"/>
          </a:p>
        </p:txBody>
      </p:sp>
      <p:sp>
        <p:nvSpPr>
          <p:cNvPr id="15" name="Slide Number Placeholder 14">
            <a:extLst>
              <a:ext uri="{FF2B5EF4-FFF2-40B4-BE49-F238E27FC236}">
                <a16:creationId xmlns:a16="http://schemas.microsoft.com/office/drawing/2014/main" id="{1424AB4F-4052-4719-D6C4-F3D2CE6DA196}"/>
              </a:ext>
            </a:extLst>
          </p:cNvPr>
          <p:cNvSpPr>
            <a:spLocks noGrp="1"/>
          </p:cNvSpPr>
          <p:nvPr>
            <p:ph type="sldNum" sz="quarter" idx="18"/>
            <p:custDataLst>
              <p:tags r:id="rId3"/>
            </p:custDataLst>
          </p:nvPr>
        </p:nvSpPr>
        <p:spPr/>
        <p:txBody>
          <a:bodyPr/>
          <a:lstStyle/>
          <a:p>
            <a:fld id="{35EA36FB-EA35-45B6-87A5-93E7705983EC}" type="slidenum">
              <a:rPr lang="en-US" smtClean="0"/>
              <a:pPr/>
              <a:t>‹#›</a:t>
            </a:fld>
            <a:endParaRPr lang="en-US" dirty="0"/>
          </a:p>
        </p:txBody>
      </p:sp>
      <p:sp>
        <p:nvSpPr>
          <p:cNvPr id="2" name="Title 1">
            <a:extLst>
              <a:ext uri="{FF2B5EF4-FFF2-40B4-BE49-F238E27FC236}">
                <a16:creationId xmlns:a16="http://schemas.microsoft.com/office/drawing/2014/main" id="{AF9C0AD3-0ECE-D397-AF9A-8160B26D00B4}"/>
              </a:ext>
            </a:extLst>
          </p:cNvPr>
          <p:cNvSpPr>
            <a:spLocks noGrp="1"/>
          </p:cNvSpPr>
          <p:nvPr>
            <p:ph type="ctrTitle" hasCustomPrompt="1"/>
            <p:custDataLst>
              <p:tags r:id="rId4"/>
            </p:custDataLst>
          </p:nvPr>
        </p:nvSpPr>
        <p:spPr>
          <a:xfrm>
            <a:off x="523878" y="2059911"/>
            <a:ext cx="8348792" cy="1609862"/>
          </a:xfrm>
        </p:spPr>
        <p:txBody>
          <a:bodyPr anchor="b">
            <a:normAutofit/>
          </a:bodyPr>
          <a:lstStyle>
            <a:lvl1pPr algn="l">
              <a:defRPr sz="4400"/>
            </a:lvl1pPr>
          </a:lstStyle>
          <a:p>
            <a:r>
              <a:rPr lang="en-US" dirty="0"/>
              <a:t>Click to edit Intro title</a:t>
            </a:r>
          </a:p>
        </p:txBody>
      </p:sp>
      <p:sp>
        <p:nvSpPr>
          <p:cNvPr id="3" name="Subtitle 2">
            <a:extLst>
              <a:ext uri="{FF2B5EF4-FFF2-40B4-BE49-F238E27FC236}">
                <a16:creationId xmlns:a16="http://schemas.microsoft.com/office/drawing/2014/main" id="{E7A6B8B0-78D3-FD6E-1957-379727DF620A}"/>
              </a:ext>
            </a:extLst>
          </p:cNvPr>
          <p:cNvSpPr>
            <a:spLocks noGrp="1"/>
          </p:cNvSpPr>
          <p:nvPr>
            <p:ph type="subTitle" idx="1" hasCustomPrompt="1"/>
            <p:custDataLst>
              <p:tags r:id="rId5"/>
            </p:custDataLst>
          </p:nvPr>
        </p:nvSpPr>
        <p:spPr>
          <a:xfrm>
            <a:off x="523878" y="4704538"/>
            <a:ext cx="4175713" cy="931026"/>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Pct val="120000"/>
              <a:buFont typeface="Arial" panose="020B0604020202020204" pitchFamily="34" charset="0"/>
              <a:buNone/>
              <a:tabLst/>
              <a:defRPr/>
            </a:pPr>
            <a:r>
              <a:rPr lang="en-US" altLang="ja-JP" dirty="0"/>
              <a:t>Date and Presenter’s Name </a:t>
            </a:r>
            <a:br>
              <a:rPr lang="en-US" altLang="ja-JP" dirty="0"/>
            </a:br>
            <a:r>
              <a:rPr lang="en-US" altLang="ja-JP" dirty="0"/>
              <a:t>or Contents</a:t>
            </a:r>
          </a:p>
        </p:txBody>
      </p:sp>
      <p:grpSp>
        <p:nvGrpSpPr>
          <p:cNvPr id="7" name="LOGO RED">
            <a:extLst>
              <a:ext uri="{FF2B5EF4-FFF2-40B4-BE49-F238E27FC236}">
                <a16:creationId xmlns:a16="http://schemas.microsoft.com/office/drawing/2014/main" id="{2CC3AD58-EB68-7BF0-D082-BA59C9A8D8C4}"/>
              </a:ext>
            </a:extLst>
          </p:cNvPr>
          <p:cNvGrpSpPr/>
          <p:nvPr userDrawn="1">
            <p:custDataLst>
              <p:tags r:id="rId6"/>
            </p:custDataLst>
          </p:nvPr>
        </p:nvGrpSpPr>
        <p:grpSpPr>
          <a:xfrm>
            <a:off x="454798" y="303421"/>
            <a:ext cx="2025604" cy="352508"/>
            <a:chOff x="3245241" y="3110528"/>
            <a:chExt cx="5696307" cy="991307"/>
          </a:xfrm>
          <a:solidFill>
            <a:srgbClr val="ED1C24"/>
          </a:solidFill>
        </p:grpSpPr>
        <p:sp>
          <p:nvSpPr>
            <p:cNvPr id="8" name="Freeform: Shape 7">
              <a:extLst>
                <a:ext uri="{FF2B5EF4-FFF2-40B4-BE49-F238E27FC236}">
                  <a16:creationId xmlns:a16="http://schemas.microsoft.com/office/drawing/2014/main" id="{A24FEA5A-0AD8-09CC-8BE4-923E4578F19D}"/>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E0B74FB7-5DC9-B87A-3B45-594396B1EFA9}"/>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BEA5CC52-33EC-059D-7823-D87C5CE3AFFA}"/>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2BD39D19-9D5A-3D56-85E8-751B5E92BA32}"/>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BB1E634F-1B69-323B-E089-B71690A92A3A}"/>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17" name="Recolor 2">
            <a:extLst>
              <a:ext uri="{FF2B5EF4-FFF2-40B4-BE49-F238E27FC236}">
                <a16:creationId xmlns:a16="http://schemas.microsoft.com/office/drawing/2014/main" id="{1F8D85AA-DAFB-FE3A-14E9-B102F2680BBA}"/>
              </a:ext>
            </a:extLst>
          </p:cNvPr>
          <p:cNvSpPr>
            <a:spLocks noGrp="1"/>
          </p:cNvSpPr>
          <p:nvPr>
            <p:ph type="body" sz="quarter" idx="15" hasCustomPrompt="1"/>
            <p:custDataLst>
              <p:tags r:id="rId7"/>
            </p:custDataLst>
          </p:nvPr>
        </p:nvSpPr>
        <p:spPr>
          <a:xfrm>
            <a:off x="0" y="5981575"/>
            <a:ext cx="12192000" cy="876426"/>
          </a:xfrm>
          <a:custGeom>
            <a:avLst/>
            <a:gdLst>
              <a:gd name="connsiteX0" fmla="*/ 0 w 12192000"/>
              <a:gd name="connsiteY0" fmla="*/ 0 h 876426"/>
              <a:gd name="connsiteX1" fmla="*/ 12192000 w 12192000"/>
              <a:gd name="connsiteY1" fmla="*/ 0 h 876426"/>
              <a:gd name="connsiteX2" fmla="*/ 12192000 w 12192000"/>
              <a:gd name="connsiteY2" fmla="*/ 876426 h 876426"/>
              <a:gd name="connsiteX3" fmla="*/ 0 w 12192000"/>
              <a:gd name="connsiteY3" fmla="*/ 876426 h 876426"/>
            </a:gdLst>
            <a:ahLst/>
            <a:cxnLst>
              <a:cxn ang="0">
                <a:pos x="connsiteX0" y="connsiteY0"/>
              </a:cxn>
              <a:cxn ang="0">
                <a:pos x="connsiteX1" y="connsiteY1"/>
              </a:cxn>
              <a:cxn ang="0">
                <a:pos x="connsiteX2" y="connsiteY2"/>
              </a:cxn>
              <a:cxn ang="0">
                <a:pos x="connsiteX3" y="connsiteY3"/>
              </a:cxn>
            </a:cxnLst>
            <a:rect l="l" t="t" r="r" b="b"/>
            <a:pathLst>
              <a:path w="12192000" h="876426">
                <a:moveTo>
                  <a:pt x="0" y="0"/>
                </a:moveTo>
                <a:lnTo>
                  <a:pt x="12192000" y="0"/>
                </a:lnTo>
                <a:lnTo>
                  <a:pt x="12192000" y="876426"/>
                </a:lnTo>
                <a:lnTo>
                  <a:pt x="0" y="876426"/>
                </a:lnTo>
                <a:close/>
              </a:path>
            </a:pathLst>
          </a:custGeom>
          <a:solidFill>
            <a:srgbClr val="828D97"/>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18" name="Recolor 3">
            <a:extLst>
              <a:ext uri="{FF2B5EF4-FFF2-40B4-BE49-F238E27FC236}">
                <a16:creationId xmlns:a16="http://schemas.microsoft.com/office/drawing/2014/main" id="{DFDB0263-7EC0-8870-41BE-BEB2AD05AB68}"/>
              </a:ext>
            </a:extLst>
          </p:cNvPr>
          <p:cNvSpPr>
            <a:spLocks noGrp="1"/>
          </p:cNvSpPr>
          <p:nvPr>
            <p:ph type="body" sz="quarter" idx="13" hasCustomPrompt="1"/>
            <p:custDataLst>
              <p:tags r:id="rId8"/>
            </p:custDataLst>
          </p:nvPr>
        </p:nvSpPr>
        <p:spPr>
          <a:xfrm>
            <a:off x="4060192" y="3695341"/>
            <a:ext cx="8133019" cy="2286235"/>
          </a:xfrm>
          <a:custGeom>
            <a:avLst/>
            <a:gdLst>
              <a:gd name="connsiteX0" fmla="*/ 8133019 w 8133019"/>
              <a:gd name="connsiteY0" fmla="*/ 0 h 2286235"/>
              <a:gd name="connsiteX1" fmla="*/ 8133019 w 8133019"/>
              <a:gd name="connsiteY1" fmla="*/ 2286235 h 2286235"/>
              <a:gd name="connsiteX2" fmla="*/ 1892113 w 8133019"/>
              <a:gd name="connsiteY2" fmla="*/ 2286235 h 2286235"/>
              <a:gd name="connsiteX3" fmla="*/ 0 w 8133019"/>
              <a:gd name="connsiteY3" fmla="*/ 2286235 h 2286235"/>
              <a:gd name="connsiteX4" fmla="*/ 4071752 w 8133019"/>
              <a:gd name="connsiteY4" fmla="*/ 762034 h 2286235"/>
              <a:gd name="connsiteX5" fmla="*/ 8133019 w 8133019"/>
              <a:gd name="connsiteY5" fmla="*/ 0 h 2286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3019" h="2286235">
                <a:moveTo>
                  <a:pt x="8133019" y="0"/>
                </a:moveTo>
                <a:cubicBezTo>
                  <a:pt x="8133019" y="0"/>
                  <a:pt x="8133019" y="2286235"/>
                  <a:pt x="8133019" y="2286235"/>
                </a:cubicBezTo>
                <a:lnTo>
                  <a:pt x="1892113" y="2286235"/>
                </a:lnTo>
                <a:lnTo>
                  <a:pt x="0" y="2286235"/>
                </a:lnTo>
                <a:cubicBezTo>
                  <a:pt x="771578" y="2024651"/>
                  <a:pt x="2715039" y="1166910"/>
                  <a:pt x="4071752" y="762034"/>
                </a:cubicBezTo>
                <a:cubicBezTo>
                  <a:pt x="5326977" y="387536"/>
                  <a:pt x="6687319" y="72587"/>
                  <a:pt x="8133019" y="0"/>
                </a:cubicBezTo>
                <a:close/>
              </a:path>
            </a:pathLst>
          </a:custGeom>
          <a:solidFill>
            <a:srgbClr val="63717E"/>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19" name="Recolor 1">
            <a:extLst>
              <a:ext uri="{FF2B5EF4-FFF2-40B4-BE49-F238E27FC236}">
                <a16:creationId xmlns:a16="http://schemas.microsoft.com/office/drawing/2014/main" id="{F3508A98-FFBD-64AD-0A57-9A2472058F2F}"/>
              </a:ext>
            </a:extLst>
          </p:cNvPr>
          <p:cNvSpPr>
            <a:spLocks noGrp="1"/>
          </p:cNvSpPr>
          <p:nvPr>
            <p:ph type="body" sz="quarter" idx="14" hasCustomPrompt="1"/>
            <p:custDataLst>
              <p:tags r:id="rId9"/>
            </p:custDataLst>
          </p:nvPr>
        </p:nvSpPr>
        <p:spPr>
          <a:xfrm>
            <a:off x="0" y="5981575"/>
            <a:ext cx="4060191" cy="762034"/>
          </a:xfrm>
          <a:custGeom>
            <a:avLst/>
            <a:gdLst>
              <a:gd name="connsiteX0" fmla="*/ 0 w 4060191"/>
              <a:gd name="connsiteY0" fmla="*/ 0 h 762034"/>
              <a:gd name="connsiteX1" fmla="*/ 4060191 w 4060191"/>
              <a:gd name="connsiteY1" fmla="*/ 0 h 762034"/>
              <a:gd name="connsiteX2" fmla="*/ 0 w 4060191"/>
              <a:gd name="connsiteY2" fmla="*/ 762034 h 762034"/>
            </a:gdLst>
            <a:ahLst/>
            <a:cxnLst>
              <a:cxn ang="0">
                <a:pos x="connsiteX0" y="connsiteY0"/>
              </a:cxn>
              <a:cxn ang="0">
                <a:pos x="connsiteX1" y="connsiteY1"/>
              </a:cxn>
              <a:cxn ang="0">
                <a:pos x="connsiteX2" y="connsiteY2"/>
              </a:cxn>
            </a:cxnLst>
            <a:rect l="l" t="t" r="r" b="b"/>
            <a:pathLst>
              <a:path w="4060191" h="762034">
                <a:moveTo>
                  <a:pt x="0" y="0"/>
                </a:moveTo>
                <a:lnTo>
                  <a:pt x="4060191" y="0"/>
                </a:lnTo>
                <a:cubicBezTo>
                  <a:pt x="2770286" y="437272"/>
                  <a:pt x="1364106" y="709475"/>
                  <a:pt x="0" y="762034"/>
                </a:cubicBezTo>
                <a:close/>
              </a:path>
            </a:pathLst>
          </a:custGeom>
          <a:solidFill>
            <a:srgbClr val="304352"/>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Tree>
    <p:extLst>
      <p:ext uri="{BB962C8B-B14F-4D97-AF65-F5344CB8AC3E}">
        <p14:creationId xmlns:p14="http://schemas.microsoft.com/office/powerpoint/2010/main" val="7279819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6.2 Adjust - Top swirl">
    <p:bg>
      <p:bgPr>
        <a:solidFill>
          <a:schemeClr val="bg1"/>
        </a:solidFill>
        <a:effectLst/>
      </p:bgPr>
    </p:bg>
    <p:spTree>
      <p:nvGrpSpPr>
        <p:cNvPr id="1" name=""/>
        <p:cNvGrpSpPr/>
        <p:nvPr/>
      </p:nvGrpSpPr>
      <p:grpSpPr>
        <a:xfrm>
          <a:off x="0" y="0"/>
          <a:ext cx="0" cy="0"/>
          <a:chOff x="0" y="0"/>
          <a:chExt cx="0" cy="0"/>
        </a:xfrm>
      </p:grpSpPr>
      <p:sp>
        <p:nvSpPr>
          <p:cNvPr id="4" name="Recolor 2">
            <a:extLst>
              <a:ext uri="{FF2B5EF4-FFF2-40B4-BE49-F238E27FC236}">
                <a16:creationId xmlns:a16="http://schemas.microsoft.com/office/drawing/2014/main" id="{85067AF3-C0CE-34FB-B443-E1CEDE0DCCBE}"/>
              </a:ext>
            </a:extLst>
          </p:cNvPr>
          <p:cNvSpPr>
            <a:spLocks noGrp="1"/>
          </p:cNvSpPr>
          <p:nvPr>
            <p:ph type="body" sz="quarter" idx="15" hasCustomPrompt="1"/>
            <p:custDataLst>
              <p:tags r:id="rId1"/>
            </p:custDataLst>
          </p:nvPr>
        </p:nvSpPr>
        <p:spPr>
          <a:xfrm>
            <a:off x="0" y="-2"/>
            <a:ext cx="12192000" cy="876426"/>
          </a:xfrm>
          <a:custGeom>
            <a:avLst/>
            <a:gdLst>
              <a:gd name="connsiteX0" fmla="*/ 0 w 12192000"/>
              <a:gd name="connsiteY0" fmla="*/ 0 h 876426"/>
              <a:gd name="connsiteX1" fmla="*/ 12192000 w 12192000"/>
              <a:gd name="connsiteY1" fmla="*/ 0 h 876426"/>
              <a:gd name="connsiteX2" fmla="*/ 12192000 w 12192000"/>
              <a:gd name="connsiteY2" fmla="*/ 876426 h 876426"/>
              <a:gd name="connsiteX3" fmla="*/ 0 w 12192000"/>
              <a:gd name="connsiteY3" fmla="*/ 876426 h 876426"/>
            </a:gdLst>
            <a:ahLst/>
            <a:cxnLst>
              <a:cxn ang="0">
                <a:pos x="connsiteX0" y="connsiteY0"/>
              </a:cxn>
              <a:cxn ang="0">
                <a:pos x="connsiteX1" y="connsiteY1"/>
              </a:cxn>
              <a:cxn ang="0">
                <a:pos x="connsiteX2" y="connsiteY2"/>
              </a:cxn>
              <a:cxn ang="0">
                <a:pos x="connsiteX3" y="connsiteY3"/>
              </a:cxn>
            </a:cxnLst>
            <a:rect l="l" t="t" r="r" b="b"/>
            <a:pathLst>
              <a:path w="12192000" h="876426">
                <a:moveTo>
                  <a:pt x="0" y="0"/>
                </a:moveTo>
                <a:lnTo>
                  <a:pt x="12192000" y="0"/>
                </a:lnTo>
                <a:lnTo>
                  <a:pt x="12192000" y="876426"/>
                </a:lnTo>
                <a:lnTo>
                  <a:pt x="0" y="876426"/>
                </a:lnTo>
                <a:close/>
              </a:path>
            </a:pathLst>
          </a:custGeom>
          <a:solidFill>
            <a:srgbClr val="337B7C"/>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5" name="Recolor 3">
            <a:extLst>
              <a:ext uri="{FF2B5EF4-FFF2-40B4-BE49-F238E27FC236}">
                <a16:creationId xmlns:a16="http://schemas.microsoft.com/office/drawing/2014/main" id="{916C35A3-93CA-1E92-CF48-BDC6D2151C63}"/>
              </a:ext>
            </a:extLst>
          </p:cNvPr>
          <p:cNvSpPr>
            <a:spLocks noGrp="1"/>
          </p:cNvSpPr>
          <p:nvPr>
            <p:ph type="body" sz="quarter" idx="13" hasCustomPrompt="1"/>
            <p:custDataLst>
              <p:tags r:id="rId2"/>
            </p:custDataLst>
          </p:nvPr>
        </p:nvSpPr>
        <p:spPr>
          <a:xfrm flipV="1">
            <a:off x="4060192" y="876424"/>
            <a:ext cx="8133019" cy="2286235"/>
          </a:xfrm>
          <a:custGeom>
            <a:avLst/>
            <a:gdLst>
              <a:gd name="connsiteX0" fmla="*/ 8133019 w 8133019"/>
              <a:gd name="connsiteY0" fmla="*/ 0 h 2286235"/>
              <a:gd name="connsiteX1" fmla="*/ 8133019 w 8133019"/>
              <a:gd name="connsiteY1" fmla="*/ 2286235 h 2286235"/>
              <a:gd name="connsiteX2" fmla="*/ 1892113 w 8133019"/>
              <a:gd name="connsiteY2" fmla="*/ 2286235 h 2286235"/>
              <a:gd name="connsiteX3" fmla="*/ 0 w 8133019"/>
              <a:gd name="connsiteY3" fmla="*/ 2286235 h 2286235"/>
              <a:gd name="connsiteX4" fmla="*/ 4071752 w 8133019"/>
              <a:gd name="connsiteY4" fmla="*/ 762034 h 2286235"/>
              <a:gd name="connsiteX5" fmla="*/ 8133019 w 8133019"/>
              <a:gd name="connsiteY5" fmla="*/ 0 h 2286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3019" h="2286235">
                <a:moveTo>
                  <a:pt x="8133019" y="0"/>
                </a:moveTo>
                <a:cubicBezTo>
                  <a:pt x="8133019" y="0"/>
                  <a:pt x="8133019" y="2286235"/>
                  <a:pt x="8133019" y="2286235"/>
                </a:cubicBezTo>
                <a:lnTo>
                  <a:pt x="1892113" y="2286235"/>
                </a:lnTo>
                <a:lnTo>
                  <a:pt x="0" y="2286235"/>
                </a:lnTo>
                <a:cubicBezTo>
                  <a:pt x="771578" y="2024651"/>
                  <a:pt x="2715039" y="1166910"/>
                  <a:pt x="4071752" y="762034"/>
                </a:cubicBezTo>
                <a:cubicBezTo>
                  <a:pt x="5326977" y="387536"/>
                  <a:pt x="6687319" y="72587"/>
                  <a:pt x="8133019" y="0"/>
                </a:cubicBezTo>
                <a:close/>
              </a:path>
            </a:pathLst>
          </a:custGeom>
          <a:solidFill>
            <a:srgbClr val="669C9D"/>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6" name="Recolor 1">
            <a:extLst>
              <a:ext uri="{FF2B5EF4-FFF2-40B4-BE49-F238E27FC236}">
                <a16:creationId xmlns:a16="http://schemas.microsoft.com/office/drawing/2014/main" id="{F954DC31-5201-5EFE-4EA2-51AAB7A0DDEB}"/>
              </a:ext>
            </a:extLst>
          </p:cNvPr>
          <p:cNvSpPr>
            <a:spLocks noGrp="1"/>
          </p:cNvSpPr>
          <p:nvPr>
            <p:ph type="body" sz="quarter" idx="14" hasCustomPrompt="1"/>
            <p:custDataLst>
              <p:tags r:id="rId3"/>
            </p:custDataLst>
          </p:nvPr>
        </p:nvSpPr>
        <p:spPr>
          <a:xfrm flipV="1">
            <a:off x="0" y="114390"/>
            <a:ext cx="4060191" cy="762034"/>
          </a:xfrm>
          <a:custGeom>
            <a:avLst/>
            <a:gdLst>
              <a:gd name="connsiteX0" fmla="*/ 0 w 4060191"/>
              <a:gd name="connsiteY0" fmla="*/ 0 h 762034"/>
              <a:gd name="connsiteX1" fmla="*/ 4060191 w 4060191"/>
              <a:gd name="connsiteY1" fmla="*/ 0 h 762034"/>
              <a:gd name="connsiteX2" fmla="*/ 0 w 4060191"/>
              <a:gd name="connsiteY2" fmla="*/ 762034 h 762034"/>
            </a:gdLst>
            <a:ahLst/>
            <a:cxnLst>
              <a:cxn ang="0">
                <a:pos x="connsiteX0" y="connsiteY0"/>
              </a:cxn>
              <a:cxn ang="0">
                <a:pos x="connsiteX1" y="connsiteY1"/>
              </a:cxn>
              <a:cxn ang="0">
                <a:pos x="connsiteX2" y="connsiteY2"/>
              </a:cxn>
            </a:cxnLst>
            <a:rect l="l" t="t" r="r" b="b"/>
            <a:pathLst>
              <a:path w="4060191" h="762034">
                <a:moveTo>
                  <a:pt x="0" y="0"/>
                </a:moveTo>
                <a:lnTo>
                  <a:pt x="4060191" y="0"/>
                </a:lnTo>
                <a:cubicBezTo>
                  <a:pt x="2770286" y="437272"/>
                  <a:pt x="1364106" y="709475"/>
                  <a:pt x="0" y="762034"/>
                </a:cubicBezTo>
                <a:close/>
              </a:path>
            </a:pathLst>
          </a:custGeom>
          <a:solidFill>
            <a:srgbClr val="00595B"/>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13" name="Date Placeholder 12">
            <a:extLst>
              <a:ext uri="{FF2B5EF4-FFF2-40B4-BE49-F238E27FC236}">
                <a16:creationId xmlns:a16="http://schemas.microsoft.com/office/drawing/2014/main" id="{E767C648-F40F-2173-E10D-FD223C56937B}"/>
              </a:ext>
            </a:extLst>
          </p:cNvPr>
          <p:cNvSpPr>
            <a:spLocks noGrp="1"/>
          </p:cNvSpPr>
          <p:nvPr>
            <p:ph type="dt" sz="half" idx="16"/>
            <p:custDataLst>
              <p:tags r:id="rId4"/>
            </p:custDataLst>
          </p:nvPr>
        </p:nvSpPr>
        <p:spPr>
          <a:xfrm>
            <a:off x="2850356" y="6356350"/>
            <a:ext cx="1188244" cy="365125"/>
          </a:xfrm>
        </p:spPr>
        <p:txBody>
          <a:bodyPr/>
          <a:lstStyle>
            <a:lvl1pPr>
              <a:defRPr>
                <a:solidFill>
                  <a:schemeClr val="tx1">
                    <a:tint val="82000"/>
                    <a:alpha val="0"/>
                  </a:schemeClr>
                </a:solidFill>
              </a:defRPr>
            </a:lvl1pPr>
          </a:lstStyle>
          <a:p>
            <a:fld id="{886EF560-7F98-46AC-ACAF-0F4AC64662B2}" type="datetime1">
              <a:rPr lang="en-US" smtClean="0"/>
              <a:t>5/28/2026</a:t>
            </a:fld>
            <a:endParaRPr lang="en-US" dirty="0"/>
          </a:p>
        </p:txBody>
      </p:sp>
      <p:sp>
        <p:nvSpPr>
          <p:cNvPr id="14" name="Footer Placeholder 13">
            <a:extLst>
              <a:ext uri="{FF2B5EF4-FFF2-40B4-BE49-F238E27FC236}">
                <a16:creationId xmlns:a16="http://schemas.microsoft.com/office/drawing/2014/main" id="{C37CE0AC-6EC1-1802-BE12-AA5555C6C3E4}"/>
              </a:ext>
            </a:extLst>
          </p:cNvPr>
          <p:cNvSpPr>
            <a:spLocks noGrp="1"/>
          </p:cNvSpPr>
          <p:nvPr>
            <p:ph type="ftr" sz="quarter" idx="17"/>
            <p:custDataLst>
              <p:tags r:id="rId5"/>
            </p:custDataLst>
          </p:nvPr>
        </p:nvSpPr>
        <p:spPr/>
        <p:txBody>
          <a:bodyPr/>
          <a:lstStyle>
            <a:lvl1pPr>
              <a:defRPr lang="en-US" dirty="0">
                <a:solidFill>
                  <a:srgbClr val="767676">
                    <a:alpha val="0"/>
                  </a:srgbClr>
                </a:solidFill>
              </a:defRPr>
            </a:lvl1pPr>
          </a:lstStyle>
          <a:p>
            <a:endParaRPr lang="en-SE" dirty="0"/>
          </a:p>
        </p:txBody>
      </p:sp>
      <p:sp>
        <p:nvSpPr>
          <p:cNvPr id="15" name="Slide Number Placeholder 14">
            <a:extLst>
              <a:ext uri="{FF2B5EF4-FFF2-40B4-BE49-F238E27FC236}">
                <a16:creationId xmlns:a16="http://schemas.microsoft.com/office/drawing/2014/main" id="{1424AB4F-4052-4719-D6C4-F3D2CE6DA196}"/>
              </a:ext>
            </a:extLst>
          </p:cNvPr>
          <p:cNvSpPr>
            <a:spLocks noGrp="1"/>
          </p:cNvSpPr>
          <p:nvPr>
            <p:ph type="sldNum" sz="quarter" idx="18"/>
            <p:custDataLst>
              <p:tags r:id="rId6"/>
            </p:custDataLst>
          </p:nvPr>
        </p:nvSpPr>
        <p:spPr/>
        <p:txBody>
          <a:bodyPr/>
          <a:lstStyle>
            <a:lvl1pPr>
              <a:defRPr>
                <a:solidFill>
                  <a:schemeClr val="tx1">
                    <a:tint val="82000"/>
                    <a:alpha val="0"/>
                  </a:schemeClr>
                </a:solidFill>
              </a:defRPr>
            </a:lvl1pPr>
          </a:lstStyle>
          <a:p>
            <a:fld id="{35EA36FB-EA35-45B6-87A5-93E7705983EC}" type="slidenum">
              <a:rPr lang="en-US" smtClean="0"/>
              <a:pPr/>
              <a:t>‹#›</a:t>
            </a:fld>
            <a:endParaRPr lang="en-US" dirty="0"/>
          </a:p>
        </p:txBody>
      </p:sp>
      <p:sp>
        <p:nvSpPr>
          <p:cNvPr id="2" name="Title 1">
            <a:extLst>
              <a:ext uri="{FF2B5EF4-FFF2-40B4-BE49-F238E27FC236}">
                <a16:creationId xmlns:a16="http://schemas.microsoft.com/office/drawing/2014/main" id="{AF9C0AD3-0ECE-D397-AF9A-8160B26D00B4}"/>
              </a:ext>
            </a:extLst>
          </p:cNvPr>
          <p:cNvSpPr>
            <a:spLocks noGrp="1"/>
          </p:cNvSpPr>
          <p:nvPr>
            <p:ph type="ctrTitle" hasCustomPrompt="1"/>
            <p:custDataLst>
              <p:tags r:id="rId7"/>
            </p:custDataLst>
          </p:nvPr>
        </p:nvSpPr>
        <p:spPr>
          <a:xfrm>
            <a:off x="523878" y="2460253"/>
            <a:ext cx="7505697" cy="1609862"/>
          </a:xfrm>
        </p:spPr>
        <p:txBody>
          <a:bodyPr anchor="b">
            <a:normAutofit/>
          </a:bodyPr>
          <a:lstStyle>
            <a:lvl1pPr algn="l">
              <a:defRPr sz="4400"/>
            </a:lvl1pPr>
          </a:lstStyle>
          <a:p>
            <a:r>
              <a:rPr lang="en-US" dirty="0"/>
              <a:t>Click to edit Intro title</a:t>
            </a:r>
          </a:p>
        </p:txBody>
      </p:sp>
      <p:sp>
        <p:nvSpPr>
          <p:cNvPr id="3" name="Subtitle 2">
            <a:extLst>
              <a:ext uri="{FF2B5EF4-FFF2-40B4-BE49-F238E27FC236}">
                <a16:creationId xmlns:a16="http://schemas.microsoft.com/office/drawing/2014/main" id="{E7A6B8B0-78D3-FD6E-1957-379727DF620A}"/>
              </a:ext>
            </a:extLst>
          </p:cNvPr>
          <p:cNvSpPr>
            <a:spLocks noGrp="1"/>
          </p:cNvSpPr>
          <p:nvPr>
            <p:ph type="subTitle" idx="1" hasCustomPrompt="1"/>
            <p:custDataLst>
              <p:tags r:id="rId8"/>
            </p:custDataLst>
          </p:nvPr>
        </p:nvSpPr>
        <p:spPr>
          <a:xfrm>
            <a:off x="523878" y="4704538"/>
            <a:ext cx="4175713" cy="931026"/>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Pct val="120000"/>
              <a:buFont typeface="Arial" panose="020B0604020202020204" pitchFamily="34" charset="0"/>
              <a:buNone/>
              <a:tabLst/>
              <a:defRPr/>
            </a:pPr>
            <a:r>
              <a:rPr lang="en-US" altLang="ja-JP" dirty="0"/>
              <a:t>Date and Presenter’s Name </a:t>
            </a:r>
            <a:br>
              <a:rPr lang="en-US" altLang="ja-JP" dirty="0"/>
            </a:br>
            <a:r>
              <a:rPr lang="en-US" altLang="ja-JP" dirty="0"/>
              <a:t>or Contents</a:t>
            </a:r>
          </a:p>
        </p:txBody>
      </p:sp>
      <p:grpSp>
        <p:nvGrpSpPr>
          <p:cNvPr id="21" name="LOGO RED">
            <a:extLst>
              <a:ext uri="{FF2B5EF4-FFF2-40B4-BE49-F238E27FC236}">
                <a16:creationId xmlns:a16="http://schemas.microsoft.com/office/drawing/2014/main" id="{DFDB9BBC-A46E-AE5E-77AA-3A8AC7A30AE6}"/>
              </a:ext>
            </a:extLst>
          </p:cNvPr>
          <p:cNvGrpSpPr/>
          <p:nvPr userDrawn="1">
            <p:custDataLst>
              <p:tags r:id="rId9"/>
            </p:custDataLst>
          </p:nvPr>
        </p:nvGrpSpPr>
        <p:grpSpPr>
          <a:xfrm>
            <a:off x="454798" y="6300000"/>
            <a:ext cx="2025604" cy="352508"/>
            <a:chOff x="3245241" y="3110528"/>
            <a:chExt cx="5696307" cy="991307"/>
          </a:xfrm>
          <a:solidFill>
            <a:srgbClr val="ED1C24"/>
          </a:solidFill>
        </p:grpSpPr>
        <p:sp>
          <p:nvSpPr>
            <p:cNvPr id="22" name="Freeform: Shape 21">
              <a:extLst>
                <a:ext uri="{FF2B5EF4-FFF2-40B4-BE49-F238E27FC236}">
                  <a16:creationId xmlns:a16="http://schemas.microsoft.com/office/drawing/2014/main" id="{AC2FBFFA-EDCA-B43C-03B5-632D3734F53E}"/>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A0169E11-527F-9D15-BBB8-CA0F949CC44A}"/>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24" name="Freeform: Shape 23">
              <a:extLst>
                <a:ext uri="{FF2B5EF4-FFF2-40B4-BE49-F238E27FC236}">
                  <a16:creationId xmlns:a16="http://schemas.microsoft.com/office/drawing/2014/main" id="{004A923B-090D-839C-A769-4D290C49E626}"/>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5236A57C-FDE1-7AC8-29D1-5D5CD697222B}"/>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A3544BE6-86D6-30CF-8CB1-00442A106EFB}"/>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7375535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6.3 Adjust - Bottom Full swirl">
    <p:bg>
      <p:bgPr>
        <a:solidFill>
          <a:schemeClr val="bg1"/>
        </a:solidFill>
        <a:effectLst/>
      </p:bgPr>
    </p:bg>
    <p:spTree>
      <p:nvGrpSpPr>
        <p:cNvPr id="1" name=""/>
        <p:cNvGrpSpPr/>
        <p:nvPr/>
      </p:nvGrpSpPr>
      <p:grpSpPr>
        <a:xfrm>
          <a:off x="0" y="0"/>
          <a:ext cx="0" cy="0"/>
          <a:chOff x="0" y="0"/>
          <a:chExt cx="0" cy="0"/>
        </a:xfrm>
      </p:grpSpPr>
      <p:sp>
        <p:nvSpPr>
          <p:cNvPr id="7" name="Recolor 4">
            <a:extLst>
              <a:ext uri="{FF2B5EF4-FFF2-40B4-BE49-F238E27FC236}">
                <a16:creationId xmlns:a16="http://schemas.microsoft.com/office/drawing/2014/main" id="{AB3F2880-D35F-F064-1281-CA016BD4CB3A}"/>
              </a:ext>
            </a:extLst>
          </p:cNvPr>
          <p:cNvSpPr>
            <a:spLocks noGrp="1"/>
          </p:cNvSpPr>
          <p:nvPr>
            <p:ph type="body" sz="quarter" idx="19" hasCustomPrompt="1"/>
            <p:custDataLst>
              <p:tags r:id="rId1"/>
            </p:custDataLst>
          </p:nvPr>
        </p:nvSpPr>
        <p:spPr>
          <a:xfrm>
            <a:off x="0" y="964641"/>
            <a:ext cx="12193211" cy="5042503"/>
          </a:xfrm>
          <a:prstGeom prst="rect">
            <a:avLst/>
          </a:prstGeom>
          <a:solidFill>
            <a:srgbClr val="F37933"/>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2" name="Title 1">
            <a:extLst>
              <a:ext uri="{FF2B5EF4-FFF2-40B4-BE49-F238E27FC236}">
                <a16:creationId xmlns:a16="http://schemas.microsoft.com/office/drawing/2014/main" id="{AF9C0AD3-0ECE-D397-AF9A-8160B26D00B4}"/>
              </a:ext>
            </a:extLst>
          </p:cNvPr>
          <p:cNvSpPr>
            <a:spLocks noGrp="1"/>
          </p:cNvSpPr>
          <p:nvPr>
            <p:ph type="ctrTitle" hasCustomPrompt="1"/>
            <p:custDataLst>
              <p:tags r:id="rId2"/>
            </p:custDataLst>
          </p:nvPr>
        </p:nvSpPr>
        <p:spPr>
          <a:xfrm>
            <a:off x="523878" y="2460253"/>
            <a:ext cx="7505697" cy="1609862"/>
          </a:xfrm>
        </p:spPr>
        <p:txBody>
          <a:bodyPr anchor="b">
            <a:normAutofit/>
          </a:bodyPr>
          <a:lstStyle>
            <a:lvl1pPr algn="l">
              <a:defRPr sz="4400">
                <a:solidFill>
                  <a:schemeClr val="bg1"/>
                </a:solidFill>
              </a:defRPr>
            </a:lvl1pPr>
          </a:lstStyle>
          <a:p>
            <a:r>
              <a:rPr lang="en-US" dirty="0"/>
              <a:t>Click to edit Intro title</a:t>
            </a:r>
          </a:p>
        </p:txBody>
      </p:sp>
      <p:sp>
        <p:nvSpPr>
          <p:cNvPr id="3" name="Subtitle 2">
            <a:extLst>
              <a:ext uri="{FF2B5EF4-FFF2-40B4-BE49-F238E27FC236}">
                <a16:creationId xmlns:a16="http://schemas.microsoft.com/office/drawing/2014/main" id="{E7A6B8B0-78D3-FD6E-1957-379727DF620A}"/>
              </a:ext>
            </a:extLst>
          </p:cNvPr>
          <p:cNvSpPr>
            <a:spLocks noGrp="1"/>
          </p:cNvSpPr>
          <p:nvPr>
            <p:ph type="subTitle" idx="1" hasCustomPrompt="1"/>
            <p:custDataLst>
              <p:tags r:id="rId3"/>
            </p:custDataLst>
          </p:nvPr>
        </p:nvSpPr>
        <p:spPr>
          <a:xfrm>
            <a:off x="523878" y="4704538"/>
            <a:ext cx="4175713" cy="931026"/>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Pct val="120000"/>
              <a:buFont typeface="Arial" panose="020B0604020202020204" pitchFamily="34" charset="0"/>
              <a:buNone/>
              <a:tabLst/>
              <a:defRPr/>
            </a:pPr>
            <a:r>
              <a:rPr lang="en-US" altLang="ja-JP" dirty="0"/>
              <a:t>Date and Presenter’s Name </a:t>
            </a:r>
            <a:br>
              <a:rPr lang="en-US" altLang="ja-JP" dirty="0"/>
            </a:br>
            <a:r>
              <a:rPr lang="en-US" altLang="ja-JP" dirty="0"/>
              <a:t>or Contents</a:t>
            </a:r>
          </a:p>
        </p:txBody>
      </p:sp>
      <p:sp>
        <p:nvSpPr>
          <p:cNvPr id="8" name="Recolor 2">
            <a:extLst>
              <a:ext uri="{FF2B5EF4-FFF2-40B4-BE49-F238E27FC236}">
                <a16:creationId xmlns:a16="http://schemas.microsoft.com/office/drawing/2014/main" id="{F60C847E-1FF8-81F0-8636-0A9C70DBA1D6}"/>
              </a:ext>
            </a:extLst>
          </p:cNvPr>
          <p:cNvSpPr>
            <a:spLocks noGrp="1"/>
          </p:cNvSpPr>
          <p:nvPr>
            <p:ph type="body" sz="quarter" idx="15" hasCustomPrompt="1"/>
            <p:custDataLst>
              <p:tags r:id="rId4"/>
            </p:custDataLst>
          </p:nvPr>
        </p:nvSpPr>
        <p:spPr>
          <a:xfrm>
            <a:off x="0" y="5981575"/>
            <a:ext cx="12192000" cy="876426"/>
          </a:xfrm>
          <a:custGeom>
            <a:avLst/>
            <a:gdLst>
              <a:gd name="connsiteX0" fmla="*/ 0 w 12192000"/>
              <a:gd name="connsiteY0" fmla="*/ 0 h 876426"/>
              <a:gd name="connsiteX1" fmla="*/ 12192000 w 12192000"/>
              <a:gd name="connsiteY1" fmla="*/ 0 h 876426"/>
              <a:gd name="connsiteX2" fmla="*/ 12192000 w 12192000"/>
              <a:gd name="connsiteY2" fmla="*/ 876426 h 876426"/>
              <a:gd name="connsiteX3" fmla="*/ 0 w 12192000"/>
              <a:gd name="connsiteY3" fmla="*/ 876426 h 876426"/>
            </a:gdLst>
            <a:ahLst/>
            <a:cxnLst>
              <a:cxn ang="0">
                <a:pos x="connsiteX0" y="connsiteY0"/>
              </a:cxn>
              <a:cxn ang="0">
                <a:pos x="connsiteX1" y="connsiteY1"/>
              </a:cxn>
              <a:cxn ang="0">
                <a:pos x="connsiteX2" y="connsiteY2"/>
              </a:cxn>
              <a:cxn ang="0">
                <a:pos x="connsiteX3" y="connsiteY3"/>
              </a:cxn>
            </a:cxnLst>
            <a:rect l="l" t="t" r="r" b="b"/>
            <a:pathLst>
              <a:path w="12192000" h="876426">
                <a:moveTo>
                  <a:pt x="0" y="0"/>
                </a:moveTo>
                <a:lnTo>
                  <a:pt x="12192000" y="0"/>
                </a:lnTo>
                <a:lnTo>
                  <a:pt x="12192000" y="876426"/>
                </a:lnTo>
                <a:lnTo>
                  <a:pt x="0" y="876426"/>
                </a:lnTo>
                <a:close/>
              </a:path>
            </a:pathLst>
          </a:custGeom>
          <a:solidFill>
            <a:srgbClr val="F37933"/>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9" name="Recolor 3">
            <a:extLst>
              <a:ext uri="{FF2B5EF4-FFF2-40B4-BE49-F238E27FC236}">
                <a16:creationId xmlns:a16="http://schemas.microsoft.com/office/drawing/2014/main" id="{0CF1D3ED-8A21-EFB9-C10F-5F376ED591B2}"/>
              </a:ext>
            </a:extLst>
          </p:cNvPr>
          <p:cNvSpPr>
            <a:spLocks noGrp="1"/>
          </p:cNvSpPr>
          <p:nvPr>
            <p:ph type="body" sz="quarter" idx="13" hasCustomPrompt="1"/>
            <p:custDataLst>
              <p:tags r:id="rId5"/>
            </p:custDataLst>
          </p:nvPr>
        </p:nvSpPr>
        <p:spPr>
          <a:xfrm>
            <a:off x="4060192" y="3695341"/>
            <a:ext cx="8133019" cy="2286235"/>
          </a:xfrm>
          <a:custGeom>
            <a:avLst/>
            <a:gdLst>
              <a:gd name="connsiteX0" fmla="*/ 8133019 w 8133019"/>
              <a:gd name="connsiteY0" fmla="*/ 0 h 2286235"/>
              <a:gd name="connsiteX1" fmla="*/ 8133019 w 8133019"/>
              <a:gd name="connsiteY1" fmla="*/ 2286235 h 2286235"/>
              <a:gd name="connsiteX2" fmla="*/ 1892113 w 8133019"/>
              <a:gd name="connsiteY2" fmla="*/ 2286235 h 2286235"/>
              <a:gd name="connsiteX3" fmla="*/ 0 w 8133019"/>
              <a:gd name="connsiteY3" fmla="*/ 2286235 h 2286235"/>
              <a:gd name="connsiteX4" fmla="*/ 4071752 w 8133019"/>
              <a:gd name="connsiteY4" fmla="*/ 762034 h 2286235"/>
              <a:gd name="connsiteX5" fmla="*/ 8133019 w 8133019"/>
              <a:gd name="connsiteY5" fmla="*/ 0 h 2286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3019" h="2286235">
                <a:moveTo>
                  <a:pt x="8133019" y="0"/>
                </a:moveTo>
                <a:cubicBezTo>
                  <a:pt x="8133019" y="0"/>
                  <a:pt x="8133019" y="2286235"/>
                  <a:pt x="8133019" y="2286235"/>
                </a:cubicBezTo>
                <a:lnTo>
                  <a:pt x="1892113" y="2286235"/>
                </a:lnTo>
                <a:lnTo>
                  <a:pt x="0" y="2286235"/>
                </a:lnTo>
                <a:cubicBezTo>
                  <a:pt x="771578" y="2024651"/>
                  <a:pt x="2715039" y="1166910"/>
                  <a:pt x="4071752" y="762034"/>
                </a:cubicBezTo>
                <a:cubicBezTo>
                  <a:pt x="5326977" y="387536"/>
                  <a:pt x="6687319" y="72587"/>
                  <a:pt x="8133019" y="0"/>
                </a:cubicBezTo>
                <a:close/>
              </a:path>
            </a:pathLst>
          </a:custGeom>
          <a:solidFill>
            <a:srgbClr val="F69A66"/>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10" name="Recolor 1">
            <a:extLst>
              <a:ext uri="{FF2B5EF4-FFF2-40B4-BE49-F238E27FC236}">
                <a16:creationId xmlns:a16="http://schemas.microsoft.com/office/drawing/2014/main" id="{339765E1-CAA9-2D9C-2C71-AEF338862552}"/>
              </a:ext>
            </a:extLst>
          </p:cNvPr>
          <p:cNvSpPr>
            <a:spLocks noGrp="1"/>
          </p:cNvSpPr>
          <p:nvPr>
            <p:ph type="body" sz="quarter" idx="14" hasCustomPrompt="1"/>
            <p:custDataLst>
              <p:tags r:id="rId6"/>
            </p:custDataLst>
          </p:nvPr>
        </p:nvSpPr>
        <p:spPr>
          <a:xfrm>
            <a:off x="0" y="5981575"/>
            <a:ext cx="4060191" cy="762034"/>
          </a:xfrm>
          <a:custGeom>
            <a:avLst/>
            <a:gdLst>
              <a:gd name="connsiteX0" fmla="*/ 0 w 4060191"/>
              <a:gd name="connsiteY0" fmla="*/ 0 h 762034"/>
              <a:gd name="connsiteX1" fmla="*/ 4060191 w 4060191"/>
              <a:gd name="connsiteY1" fmla="*/ 0 h 762034"/>
              <a:gd name="connsiteX2" fmla="*/ 0 w 4060191"/>
              <a:gd name="connsiteY2" fmla="*/ 762034 h 762034"/>
            </a:gdLst>
            <a:ahLst/>
            <a:cxnLst>
              <a:cxn ang="0">
                <a:pos x="connsiteX0" y="connsiteY0"/>
              </a:cxn>
              <a:cxn ang="0">
                <a:pos x="connsiteX1" y="connsiteY1"/>
              </a:cxn>
              <a:cxn ang="0">
                <a:pos x="connsiteX2" y="connsiteY2"/>
              </a:cxn>
            </a:cxnLst>
            <a:rect l="l" t="t" r="r" b="b"/>
            <a:pathLst>
              <a:path w="4060191" h="762034">
                <a:moveTo>
                  <a:pt x="0" y="0"/>
                </a:moveTo>
                <a:lnTo>
                  <a:pt x="4060191" y="0"/>
                </a:lnTo>
                <a:cubicBezTo>
                  <a:pt x="2770286" y="437272"/>
                  <a:pt x="1364106" y="709475"/>
                  <a:pt x="0" y="762034"/>
                </a:cubicBezTo>
                <a:close/>
              </a:path>
            </a:pathLst>
          </a:custGeom>
          <a:solidFill>
            <a:srgbClr val="F05700"/>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13" name="Date Placeholder 12">
            <a:extLst>
              <a:ext uri="{FF2B5EF4-FFF2-40B4-BE49-F238E27FC236}">
                <a16:creationId xmlns:a16="http://schemas.microsoft.com/office/drawing/2014/main" id="{E767C648-F40F-2173-E10D-FD223C56937B}"/>
              </a:ext>
            </a:extLst>
          </p:cNvPr>
          <p:cNvSpPr>
            <a:spLocks noGrp="1"/>
          </p:cNvSpPr>
          <p:nvPr>
            <p:ph type="dt" sz="half" idx="16"/>
            <p:custDataLst>
              <p:tags r:id="rId7"/>
            </p:custDataLst>
          </p:nvPr>
        </p:nvSpPr>
        <p:spPr>
          <a:xfrm>
            <a:off x="2850356" y="6356350"/>
            <a:ext cx="1188244" cy="365125"/>
          </a:xfrm>
        </p:spPr>
        <p:txBody>
          <a:bodyPr/>
          <a:lstStyle>
            <a:lvl1pPr>
              <a:defRPr>
                <a:solidFill>
                  <a:schemeClr val="tx1">
                    <a:tint val="82000"/>
                    <a:alpha val="0"/>
                  </a:schemeClr>
                </a:solidFill>
              </a:defRPr>
            </a:lvl1pPr>
          </a:lstStyle>
          <a:p>
            <a:fld id="{2BB5F378-C38E-47D8-8603-364503A0AD48}" type="datetime1">
              <a:rPr lang="en-US" smtClean="0"/>
              <a:t>5/28/2026</a:t>
            </a:fld>
            <a:endParaRPr lang="en-US" dirty="0"/>
          </a:p>
        </p:txBody>
      </p:sp>
      <p:sp>
        <p:nvSpPr>
          <p:cNvPr id="14" name="Footer Placeholder 13">
            <a:extLst>
              <a:ext uri="{FF2B5EF4-FFF2-40B4-BE49-F238E27FC236}">
                <a16:creationId xmlns:a16="http://schemas.microsoft.com/office/drawing/2014/main" id="{C37CE0AC-6EC1-1802-BE12-AA5555C6C3E4}"/>
              </a:ext>
            </a:extLst>
          </p:cNvPr>
          <p:cNvSpPr>
            <a:spLocks noGrp="1"/>
          </p:cNvSpPr>
          <p:nvPr>
            <p:ph type="ftr" sz="quarter" idx="17"/>
            <p:custDataLst>
              <p:tags r:id="rId8"/>
            </p:custDataLst>
          </p:nvPr>
        </p:nvSpPr>
        <p:spPr/>
        <p:txBody>
          <a:bodyPr/>
          <a:lstStyle>
            <a:lvl1pPr>
              <a:defRPr lang="en-US" dirty="0">
                <a:solidFill>
                  <a:srgbClr val="767676">
                    <a:alpha val="0"/>
                  </a:srgbClr>
                </a:solidFill>
              </a:defRPr>
            </a:lvl1pPr>
          </a:lstStyle>
          <a:p>
            <a:endParaRPr lang="en-SE" dirty="0"/>
          </a:p>
        </p:txBody>
      </p:sp>
      <p:sp>
        <p:nvSpPr>
          <p:cNvPr id="15" name="Slide Number Placeholder 14">
            <a:extLst>
              <a:ext uri="{FF2B5EF4-FFF2-40B4-BE49-F238E27FC236}">
                <a16:creationId xmlns:a16="http://schemas.microsoft.com/office/drawing/2014/main" id="{1424AB4F-4052-4719-D6C4-F3D2CE6DA196}"/>
              </a:ext>
            </a:extLst>
          </p:cNvPr>
          <p:cNvSpPr>
            <a:spLocks noGrp="1"/>
          </p:cNvSpPr>
          <p:nvPr>
            <p:ph type="sldNum" sz="quarter" idx="18"/>
            <p:custDataLst>
              <p:tags r:id="rId9"/>
            </p:custDataLst>
          </p:nvPr>
        </p:nvSpPr>
        <p:spPr/>
        <p:txBody>
          <a:bodyPr/>
          <a:lstStyle>
            <a:lvl1pPr>
              <a:defRPr>
                <a:solidFill>
                  <a:schemeClr val="tx1">
                    <a:tint val="82000"/>
                    <a:alpha val="0"/>
                  </a:schemeClr>
                </a:solidFill>
              </a:defRPr>
            </a:lvl1pPr>
          </a:lstStyle>
          <a:p>
            <a:fld id="{35EA36FB-EA35-45B6-87A5-93E7705983EC}" type="slidenum">
              <a:rPr lang="en-US" smtClean="0"/>
              <a:pPr/>
              <a:t>‹#›</a:t>
            </a:fld>
            <a:endParaRPr lang="en-US" dirty="0"/>
          </a:p>
        </p:txBody>
      </p:sp>
      <p:grpSp>
        <p:nvGrpSpPr>
          <p:cNvPr id="12" name="LOGO RED">
            <a:extLst>
              <a:ext uri="{FF2B5EF4-FFF2-40B4-BE49-F238E27FC236}">
                <a16:creationId xmlns:a16="http://schemas.microsoft.com/office/drawing/2014/main" id="{73B6C370-30CD-1D4A-BF75-486A06EC60AC}"/>
              </a:ext>
            </a:extLst>
          </p:cNvPr>
          <p:cNvGrpSpPr/>
          <p:nvPr userDrawn="1">
            <p:custDataLst>
              <p:tags r:id="rId10"/>
            </p:custDataLst>
          </p:nvPr>
        </p:nvGrpSpPr>
        <p:grpSpPr>
          <a:xfrm>
            <a:off x="454798" y="303421"/>
            <a:ext cx="2025604" cy="352508"/>
            <a:chOff x="3245241" y="3110528"/>
            <a:chExt cx="5696307" cy="991307"/>
          </a:xfrm>
          <a:solidFill>
            <a:srgbClr val="ED1C24"/>
          </a:solidFill>
        </p:grpSpPr>
        <p:sp>
          <p:nvSpPr>
            <p:cNvPr id="17" name="Freeform: Shape 16">
              <a:extLst>
                <a:ext uri="{FF2B5EF4-FFF2-40B4-BE49-F238E27FC236}">
                  <a16:creationId xmlns:a16="http://schemas.microsoft.com/office/drawing/2014/main" id="{F078A598-2ED0-F070-DA9D-364B7671B523}"/>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0E9A1762-D58F-30CC-2E7D-EC39440BF72F}"/>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88538C9F-3A3C-9AA2-B484-FFBE0C2D4B5E}"/>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F2329B04-63D9-1BC5-9D30-EA9D5E809C9C}"/>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27" name="Freeform: Shape 26">
              <a:extLst>
                <a:ext uri="{FF2B5EF4-FFF2-40B4-BE49-F238E27FC236}">
                  <a16:creationId xmlns:a16="http://schemas.microsoft.com/office/drawing/2014/main" id="{E8BBC9AA-AE5F-05C5-C34D-207C6687F38F}"/>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6379062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6.3 Adjust - Top Full swirl">
    <p:bg>
      <p:bgPr>
        <a:solidFill>
          <a:schemeClr val="bg1"/>
        </a:solidFill>
        <a:effectLst/>
      </p:bgPr>
    </p:bg>
    <p:spTree>
      <p:nvGrpSpPr>
        <p:cNvPr id="1" name=""/>
        <p:cNvGrpSpPr/>
        <p:nvPr/>
      </p:nvGrpSpPr>
      <p:grpSpPr>
        <a:xfrm>
          <a:off x="0" y="0"/>
          <a:ext cx="0" cy="0"/>
          <a:chOff x="0" y="0"/>
          <a:chExt cx="0" cy="0"/>
        </a:xfrm>
      </p:grpSpPr>
      <p:sp>
        <p:nvSpPr>
          <p:cNvPr id="7" name="Recolor 4">
            <a:extLst>
              <a:ext uri="{FF2B5EF4-FFF2-40B4-BE49-F238E27FC236}">
                <a16:creationId xmlns:a16="http://schemas.microsoft.com/office/drawing/2014/main" id="{AB3F2880-D35F-F064-1281-CA016BD4CB3A}"/>
              </a:ext>
            </a:extLst>
          </p:cNvPr>
          <p:cNvSpPr>
            <a:spLocks noGrp="1"/>
          </p:cNvSpPr>
          <p:nvPr>
            <p:ph type="body" sz="quarter" idx="19" hasCustomPrompt="1"/>
            <p:custDataLst>
              <p:tags r:id="rId1"/>
            </p:custDataLst>
          </p:nvPr>
        </p:nvSpPr>
        <p:spPr>
          <a:xfrm>
            <a:off x="0" y="876362"/>
            <a:ext cx="12193211" cy="5093053"/>
          </a:xfrm>
          <a:prstGeom prst="rect">
            <a:avLst/>
          </a:prstGeom>
          <a:solidFill>
            <a:srgbClr val="335286"/>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2" name="Title 1">
            <a:extLst>
              <a:ext uri="{FF2B5EF4-FFF2-40B4-BE49-F238E27FC236}">
                <a16:creationId xmlns:a16="http://schemas.microsoft.com/office/drawing/2014/main" id="{AF9C0AD3-0ECE-D397-AF9A-8160B26D00B4}"/>
              </a:ext>
            </a:extLst>
          </p:cNvPr>
          <p:cNvSpPr>
            <a:spLocks noGrp="1"/>
          </p:cNvSpPr>
          <p:nvPr>
            <p:ph type="ctrTitle" hasCustomPrompt="1"/>
            <p:custDataLst>
              <p:tags r:id="rId2"/>
            </p:custDataLst>
          </p:nvPr>
        </p:nvSpPr>
        <p:spPr>
          <a:xfrm>
            <a:off x="523878" y="2460253"/>
            <a:ext cx="7505697" cy="1609862"/>
          </a:xfrm>
        </p:spPr>
        <p:txBody>
          <a:bodyPr anchor="b">
            <a:normAutofit/>
          </a:bodyPr>
          <a:lstStyle>
            <a:lvl1pPr algn="l">
              <a:defRPr sz="4400">
                <a:solidFill>
                  <a:schemeClr val="bg1"/>
                </a:solidFill>
              </a:defRPr>
            </a:lvl1pPr>
          </a:lstStyle>
          <a:p>
            <a:r>
              <a:rPr lang="en-US" dirty="0"/>
              <a:t>Click to edit Intro title</a:t>
            </a:r>
          </a:p>
        </p:txBody>
      </p:sp>
      <p:sp>
        <p:nvSpPr>
          <p:cNvPr id="3" name="Subtitle 2">
            <a:extLst>
              <a:ext uri="{FF2B5EF4-FFF2-40B4-BE49-F238E27FC236}">
                <a16:creationId xmlns:a16="http://schemas.microsoft.com/office/drawing/2014/main" id="{E7A6B8B0-78D3-FD6E-1957-379727DF620A}"/>
              </a:ext>
            </a:extLst>
          </p:cNvPr>
          <p:cNvSpPr>
            <a:spLocks noGrp="1"/>
          </p:cNvSpPr>
          <p:nvPr>
            <p:ph type="subTitle" idx="1" hasCustomPrompt="1"/>
            <p:custDataLst>
              <p:tags r:id="rId3"/>
            </p:custDataLst>
          </p:nvPr>
        </p:nvSpPr>
        <p:spPr>
          <a:xfrm>
            <a:off x="523878" y="4704538"/>
            <a:ext cx="4175713" cy="931026"/>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Pct val="120000"/>
              <a:buFont typeface="Arial" panose="020B0604020202020204" pitchFamily="34" charset="0"/>
              <a:buNone/>
              <a:tabLst/>
              <a:defRPr/>
            </a:pPr>
            <a:r>
              <a:rPr lang="en-US" altLang="ja-JP" dirty="0"/>
              <a:t>Date and Presenter’s Name </a:t>
            </a:r>
            <a:br>
              <a:rPr lang="en-US" altLang="ja-JP" dirty="0"/>
            </a:br>
            <a:r>
              <a:rPr lang="en-US" altLang="ja-JP" dirty="0"/>
              <a:t>or Contents</a:t>
            </a:r>
          </a:p>
        </p:txBody>
      </p:sp>
      <p:sp>
        <p:nvSpPr>
          <p:cNvPr id="8" name="Recolor 2">
            <a:extLst>
              <a:ext uri="{FF2B5EF4-FFF2-40B4-BE49-F238E27FC236}">
                <a16:creationId xmlns:a16="http://schemas.microsoft.com/office/drawing/2014/main" id="{F60C847E-1FF8-81F0-8636-0A9C70DBA1D6}"/>
              </a:ext>
            </a:extLst>
          </p:cNvPr>
          <p:cNvSpPr>
            <a:spLocks noGrp="1"/>
          </p:cNvSpPr>
          <p:nvPr>
            <p:ph type="body" sz="quarter" idx="15" hasCustomPrompt="1"/>
            <p:custDataLst>
              <p:tags r:id="rId4"/>
            </p:custDataLst>
          </p:nvPr>
        </p:nvSpPr>
        <p:spPr>
          <a:xfrm>
            <a:off x="0" y="-64"/>
            <a:ext cx="12192000" cy="876426"/>
          </a:xfrm>
          <a:custGeom>
            <a:avLst/>
            <a:gdLst>
              <a:gd name="connsiteX0" fmla="*/ 0 w 12192000"/>
              <a:gd name="connsiteY0" fmla="*/ 0 h 876426"/>
              <a:gd name="connsiteX1" fmla="*/ 12192000 w 12192000"/>
              <a:gd name="connsiteY1" fmla="*/ 0 h 876426"/>
              <a:gd name="connsiteX2" fmla="*/ 12192000 w 12192000"/>
              <a:gd name="connsiteY2" fmla="*/ 876426 h 876426"/>
              <a:gd name="connsiteX3" fmla="*/ 0 w 12192000"/>
              <a:gd name="connsiteY3" fmla="*/ 876426 h 876426"/>
            </a:gdLst>
            <a:ahLst/>
            <a:cxnLst>
              <a:cxn ang="0">
                <a:pos x="connsiteX0" y="connsiteY0"/>
              </a:cxn>
              <a:cxn ang="0">
                <a:pos x="connsiteX1" y="connsiteY1"/>
              </a:cxn>
              <a:cxn ang="0">
                <a:pos x="connsiteX2" y="connsiteY2"/>
              </a:cxn>
              <a:cxn ang="0">
                <a:pos x="connsiteX3" y="connsiteY3"/>
              </a:cxn>
            </a:cxnLst>
            <a:rect l="l" t="t" r="r" b="b"/>
            <a:pathLst>
              <a:path w="12192000" h="876426">
                <a:moveTo>
                  <a:pt x="0" y="0"/>
                </a:moveTo>
                <a:lnTo>
                  <a:pt x="12192000" y="0"/>
                </a:lnTo>
                <a:lnTo>
                  <a:pt x="12192000" y="876426"/>
                </a:lnTo>
                <a:lnTo>
                  <a:pt x="0" y="876426"/>
                </a:lnTo>
                <a:close/>
              </a:path>
            </a:pathLst>
          </a:custGeom>
          <a:solidFill>
            <a:srgbClr val="335286"/>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9" name="Recolor 3">
            <a:extLst>
              <a:ext uri="{FF2B5EF4-FFF2-40B4-BE49-F238E27FC236}">
                <a16:creationId xmlns:a16="http://schemas.microsoft.com/office/drawing/2014/main" id="{0CF1D3ED-8A21-EFB9-C10F-5F376ED591B2}"/>
              </a:ext>
            </a:extLst>
          </p:cNvPr>
          <p:cNvSpPr>
            <a:spLocks noGrp="1"/>
          </p:cNvSpPr>
          <p:nvPr>
            <p:ph type="body" sz="quarter" idx="13" hasCustomPrompt="1"/>
            <p:custDataLst>
              <p:tags r:id="rId5"/>
            </p:custDataLst>
          </p:nvPr>
        </p:nvSpPr>
        <p:spPr>
          <a:xfrm flipV="1">
            <a:off x="4060192" y="876361"/>
            <a:ext cx="8133019" cy="2286235"/>
          </a:xfrm>
          <a:custGeom>
            <a:avLst/>
            <a:gdLst>
              <a:gd name="connsiteX0" fmla="*/ 8133019 w 8133019"/>
              <a:gd name="connsiteY0" fmla="*/ 0 h 2286235"/>
              <a:gd name="connsiteX1" fmla="*/ 8133019 w 8133019"/>
              <a:gd name="connsiteY1" fmla="*/ 2286235 h 2286235"/>
              <a:gd name="connsiteX2" fmla="*/ 1892113 w 8133019"/>
              <a:gd name="connsiteY2" fmla="*/ 2286235 h 2286235"/>
              <a:gd name="connsiteX3" fmla="*/ 0 w 8133019"/>
              <a:gd name="connsiteY3" fmla="*/ 2286235 h 2286235"/>
              <a:gd name="connsiteX4" fmla="*/ 4071752 w 8133019"/>
              <a:gd name="connsiteY4" fmla="*/ 762034 h 2286235"/>
              <a:gd name="connsiteX5" fmla="*/ 8133019 w 8133019"/>
              <a:gd name="connsiteY5" fmla="*/ 0 h 2286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3019" h="2286235">
                <a:moveTo>
                  <a:pt x="8133019" y="0"/>
                </a:moveTo>
                <a:cubicBezTo>
                  <a:pt x="8133019" y="0"/>
                  <a:pt x="8133019" y="2286235"/>
                  <a:pt x="8133019" y="2286235"/>
                </a:cubicBezTo>
                <a:lnTo>
                  <a:pt x="1892113" y="2286235"/>
                </a:lnTo>
                <a:lnTo>
                  <a:pt x="0" y="2286235"/>
                </a:lnTo>
                <a:cubicBezTo>
                  <a:pt x="771578" y="2024651"/>
                  <a:pt x="2715039" y="1166910"/>
                  <a:pt x="4071752" y="762034"/>
                </a:cubicBezTo>
                <a:cubicBezTo>
                  <a:pt x="5326977" y="387536"/>
                  <a:pt x="6687319" y="72587"/>
                  <a:pt x="8133019" y="0"/>
                </a:cubicBezTo>
                <a:close/>
              </a:path>
            </a:pathLst>
          </a:custGeom>
          <a:solidFill>
            <a:srgbClr val="667DA4"/>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10" name="Recolor 1">
            <a:extLst>
              <a:ext uri="{FF2B5EF4-FFF2-40B4-BE49-F238E27FC236}">
                <a16:creationId xmlns:a16="http://schemas.microsoft.com/office/drawing/2014/main" id="{339765E1-CAA9-2D9C-2C71-AEF338862552}"/>
              </a:ext>
            </a:extLst>
          </p:cNvPr>
          <p:cNvSpPr>
            <a:spLocks noGrp="1"/>
          </p:cNvSpPr>
          <p:nvPr>
            <p:ph type="body" sz="quarter" idx="14" hasCustomPrompt="1"/>
            <p:custDataLst>
              <p:tags r:id="rId6"/>
            </p:custDataLst>
          </p:nvPr>
        </p:nvSpPr>
        <p:spPr>
          <a:xfrm flipV="1">
            <a:off x="0" y="114327"/>
            <a:ext cx="4060191" cy="762034"/>
          </a:xfrm>
          <a:custGeom>
            <a:avLst/>
            <a:gdLst>
              <a:gd name="connsiteX0" fmla="*/ 0 w 4060191"/>
              <a:gd name="connsiteY0" fmla="*/ 0 h 762034"/>
              <a:gd name="connsiteX1" fmla="*/ 4060191 w 4060191"/>
              <a:gd name="connsiteY1" fmla="*/ 0 h 762034"/>
              <a:gd name="connsiteX2" fmla="*/ 0 w 4060191"/>
              <a:gd name="connsiteY2" fmla="*/ 762034 h 762034"/>
            </a:gdLst>
            <a:ahLst/>
            <a:cxnLst>
              <a:cxn ang="0">
                <a:pos x="connsiteX0" y="connsiteY0"/>
              </a:cxn>
              <a:cxn ang="0">
                <a:pos x="connsiteX1" y="connsiteY1"/>
              </a:cxn>
              <a:cxn ang="0">
                <a:pos x="connsiteX2" y="connsiteY2"/>
              </a:cxn>
            </a:cxnLst>
            <a:rect l="l" t="t" r="r" b="b"/>
            <a:pathLst>
              <a:path w="4060191" h="762034">
                <a:moveTo>
                  <a:pt x="0" y="0"/>
                </a:moveTo>
                <a:lnTo>
                  <a:pt x="4060191" y="0"/>
                </a:lnTo>
                <a:cubicBezTo>
                  <a:pt x="2770286" y="437272"/>
                  <a:pt x="1364106" y="709475"/>
                  <a:pt x="0" y="762034"/>
                </a:cubicBezTo>
                <a:close/>
              </a:path>
            </a:pathLst>
          </a:custGeom>
          <a:solidFill>
            <a:srgbClr val="002768"/>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13" name="Date Placeholder 12">
            <a:extLst>
              <a:ext uri="{FF2B5EF4-FFF2-40B4-BE49-F238E27FC236}">
                <a16:creationId xmlns:a16="http://schemas.microsoft.com/office/drawing/2014/main" id="{E767C648-F40F-2173-E10D-FD223C56937B}"/>
              </a:ext>
            </a:extLst>
          </p:cNvPr>
          <p:cNvSpPr>
            <a:spLocks noGrp="1"/>
          </p:cNvSpPr>
          <p:nvPr>
            <p:ph type="dt" sz="half" idx="16"/>
            <p:custDataLst>
              <p:tags r:id="rId7"/>
            </p:custDataLst>
          </p:nvPr>
        </p:nvSpPr>
        <p:spPr>
          <a:xfrm>
            <a:off x="2850356" y="6356350"/>
            <a:ext cx="1188244" cy="365125"/>
          </a:xfrm>
        </p:spPr>
        <p:txBody>
          <a:bodyPr/>
          <a:lstStyle>
            <a:lvl1pPr>
              <a:defRPr>
                <a:solidFill>
                  <a:schemeClr val="tx1">
                    <a:tint val="82000"/>
                    <a:alpha val="0"/>
                  </a:schemeClr>
                </a:solidFill>
              </a:defRPr>
            </a:lvl1pPr>
          </a:lstStyle>
          <a:p>
            <a:fld id="{2BB5F378-C38E-47D8-8603-364503A0AD48}" type="datetime1">
              <a:rPr lang="en-US" smtClean="0"/>
              <a:t>5/28/2026</a:t>
            </a:fld>
            <a:endParaRPr lang="en-US" dirty="0"/>
          </a:p>
        </p:txBody>
      </p:sp>
      <p:sp>
        <p:nvSpPr>
          <p:cNvPr id="14" name="Footer Placeholder 13">
            <a:extLst>
              <a:ext uri="{FF2B5EF4-FFF2-40B4-BE49-F238E27FC236}">
                <a16:creationId xmlns:a16="http://schemas.microsoft.com/office/drawing/2014/main" id="{C37CE0AC-6EC1-1802-BE12-AA5555C6C3E4}"/>
              </a:ext>
            </a:extLst>
          </p:cNvPr>
          <p:cNvSpPr>
            <a:spLocks noGrp="1"/>
          </p:cNvSpPr>
          <p:nvPr>
            <p:ph type="ftr" sz="quarter" idx="17"/>
            <p:custDataLst>
              <p:tags r:id="rId8"/>
            </p:custDataLst>
          </p:nvPr>
        </p:nvSpPr>
        <p:spPr/>
        <p:txBody>
          <a:bodyPr/>
          <a:lstStyle>
            <a:lvl1pPr>
              <a:defRPr lang="en-US" dirty="0">
                <a:solidFill>
                  <a:srgbClr val="767676">
                    <a:alpha val="0"/>
                  </a:srgbClr>
                </a:solidFill>
              </a:defRPr>
            </a:lvl1pPr>
          </a:lstStyle>
          <a:p>
            <a:endParaRPr lang="en-US" dirty="0"/>
          </a:p>
        </p:txBody>
      </p:sp>
      <p:sp>
        <p:nvSpPr>
          <p:cNvPr id="15" name="Slide Number Placeholder 14">
            <a:extLst>
              <a:ext uri="{FF2B5EF4-FFF2-40B4-BE49-F238E27FC236}">
                <a16:creationId xmlns:a16="http://schemas.microsoft.com/office/drawing/2014/main" id="{1424AB4F-4052-4719-D6C4-F3D2CE6DA196}"/>
              </a:ext>
            </a:extLst>
          </p:cNvPr>
          <p:cNvSpPr>
            <a:spLocks noGrp="1"/>
          </p:cNvSpPr>
          <p:nvPr>
            <p:ph type="sldNum" sz="quarter" idx="18"/>
            <p:custDataLst>
              <p:tags r:id="rId9"/>
            </p:custDataLst>
          </p:nvPr>
        </p:nvSpPr>
        <p:spPr/>
        <p:txBody>
          <a:bodyPr/>
          <a:lstStyle>
            <a:lvl1pPr>
              <a:defRPr>
                <a:solidFill>
                  <a:schemeClr val="tx1">
                    <a:tint val="82000"/>
                    <a:alpha val="0"/>
                  </a:schemeClr>
                </a:solidFill>
              </a:defRPr>
            </a:lvl1pPr>
          </a:lstStyle>
          <a:p>
            <a:fld id="{35EA36FB-EA35-45B6-87A5-93E7705983EC}" type="slidenum">
              <a:rPr lang="en-US" smtClean="0"/>
              <a:pPr/>
              <a:t>‹#›</a:t>
            </a:fld>
            <a:endParaRPr lang="en-US" dirty="0"/>
          </a:p>
        </p:txBody>
      </p:sp>
      <p:grpSp>
        <p:nvGrpSpPr>
          <p:cNvPr id="23" name="LOGO RED">
            <a:extLst>
              <a:ext uri="{FF2B5EF4-FFF2-40B4-BE49-F238E27FC236}">
                <a16:creationId xmlns:a16="http://schemas.microsoft.com/office/drawing/2014/main" id="{993D0D07-3CCC-A9A4-30D1-8806E732E7A5}"/>
              </a:ext>
            </a:extLst>
          </p:cNvPr>
          <p:cNvGrpSpPr/>
          <p:nvPr userDrawn="1">
            <p:custDataLst>
              <p:tags r:id="rId10"/>
            </p:custDataLst>
          </p:nvPr>
        </p:nvGrpSpPr>
        <p:grpSpPr>
          <a:xfrm>
            <a:off x="454798" y="6180032"/>
            <a:ext cx="2025604" cy="352508"/>
            <a:chOff x="3245241" y="3110528"/>
            <a:chExt cx="5696307" cy="991307"/>
          </a:xfrm>
          <a:solidFill>
            <a:srgbClr val="ED1C24"/>
          </a:solidFill>
        </p:grpSpPr>
        <p:sp>
          <p:nvSpPr>
            <p:cNvPr id="24" name="Freeform: Shape 23">
              <a:extLst>
                <a:ext uri="{FF2B5EF4-FFF2-40B4-BE49-F238E27FC236}">
                  <a16:creationId xmlns:a16="http://schemas.microsoft.com/office/drawing/2014/main" id="{76C6D9F3-2E3F-5441-465A-E6D8B3CAD9BB}"/>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502788FF-F971-17F8-12AA-500A32CE8DAE}"/>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4BCD4E66-5471-622E-3C81-FEB514D2650C}"/>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28" name="Freeform: Shape 27">
              <a:extLst>
                <a:ext uri="{FF2B5EF4-FFF2-40B4-BE49-F238E27FC236}">
                  <a16:creationId xmlns:a16="http://schemas.microsoft.com/office/drawing/2014/main" id="{BD48F3F8-416C-BF57-DC36-768585DF9ADB}"/>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B301E55F-4323-3DA5-F6D7-F521E7DD1056}"/>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0604665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6.4 Adjust - Bottom swirl, im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1FA70227-DB58-0BEE-7A79-9ADFC50829B3}"/>
              </a:ext>
            </a:extLst>
          </p:cNvPr>
          <p:cNvSpPr>
            <a:spLocks noGrp="1"/>
          </p:cNvSpPr>
          <p:nvPr>
            <p:ph type="pic" sz="quarter" idx="16" hasCustomPrompt="1"/>
            <p:custDataLst>
              <p:tags r:id="rId1"/>
            </p:custDataLst>
          </p:nvPr>
        </p:nvSpPr>
        <p:spPr>
          <a:xfrm>
            <a:off x="0" y="0"/>
            <a:ext cx="12192000" cy="6858000"/>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en-US" dirty="0"/>
              <a:t> </a:t>
            </a:r>
          </a:p>
        </p:txBody>
      </p:sp>
      <p:sp>
        <p:nvSpPr>
          <p:cNvPr id="19" name="Text Placeholder 18">
            <a:extLst>
              <a:ext uri="{FF2B5EF4-FFF2-40B4-BE49-F238E27FC236}">
                <a16:creationId xmlns:a16="http://schemas.microsoft.com/office/drawing/2014/main" id="{888ADF51-CCC5-4997-2D80-9AF463991786}"/>
              </a:ext>
            </a:extLst>
          </p:cNvPr>
          <p:cNvSpPr>
            <a:spLocks noGrp="1"/>
          </p:cNvSpPr>
          <p:nvPr>
            <p:ph type="body" sz="quarter" idx="15" hasCustomPrompt="1"/>
            <p:custDataLst>
              <p:tags r:id="rId2"/>
            </p:custDataLst>
          </p:nvPr>
        </p:nvSpPr>
        <p:spPr>
          <a:xfrm>
            <a:off x="0" y="5981575"/>
            <a:ext cx="12192000" cy="876426"/>
          </a:xfrm>
          <a:custGeom>
            <a:avLst/>
            <a:gdLst>
              <a:gd name="connsiteX0" fmla="*/ 0 w 12192000"/>
              <a:gd name="connsiteY0" fmla="*/ 0 h 876426"/>
              <a:gd name="connsiteX1" fmla="*/ 12192000 w 12192000"/>
              <a:gd name="connsiteY1" fmla="*/ 0 h 876426"/>
              <a:gd name="connsiteX2" fmla="*/ 12192000 w 12192000"/>
              <a:gd name="connsiteY2" fmla="*/ 876426 h 876426"/>
              <a:gd name="connsiteX3" fmla="*/ 0 w 12192000"/>
              <a:gd name="connsiteY3" fmla="*/ 876426 h 876426"/>
            </a:gdLst>
            <a:ahLst/>
            <a:cxnLst>
              <a:cxn ang="0">
                <a:pos x="connsiteX0" y="connsiteY0"/>
              </a:cxn>
              <a:cxn ang="0">
                <a:pos x="connsiteX1" y="connsiteY1"/>
              </a:cxn>
              <a:cxn ang="0">
                <a:pos x="connsiteX2" y="connsiteY2"/>
              </a:cxn>
              <a:cxn ang="0">
                <a:pos x="connsiteX3" y="connsiteY3"/>
              </a:cxn>
            </a:cxnLst>
            <a:rect l="l" t="t" r="r" b="b"/>
            <a:pathLst>
              <a:path w="12192000" h="876426">
                <a:moveTo>
                  <a:pt x="0" y="0"/>
                </a:moveTo>
                <a:lnTo>
                  <a:pt x="12192000" y="0"/>
                </a:lnTo>
                <a:lnTo>
                  <a:pt x="12192000" y="876426"/>
                </a:lnTo>
                <a:lnTo>
                  <a:pt x="0" y="876426"/>
                </a:lnTo>
                <a:close/>
              </a:path>
            </a:pathLst>
          </a:custGeom>
          <a:solidFill>
            <a:srgbClr val="66BCD6"/>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20" name="Text Placeholder 19">
            <a:extLst>
              <a:ext uri="{FF2B5EF4-FFF2-40B4-BE49-F238E27FC236}">
                <a16:creationId xmlns:a16="http://schemas.microsoft.com/office/drawing/2014/main" id="{F5122AF3-F983-DBB0-65EB-0FD28AE86A6C}"/>
              </a:ext>
            </a:extLst>
          </p:cNvPr>
          <p:cNvSpPr>
            <a:spLocks noGrp="1"/>
          </p:cNvSpPr>
          <p:nvPr>
            <p:ph type="body" sz="quarter" idx="13" hasCustomPrompt="1"/>
            <p:custDataLst>
              <p:tags r:id="rId3"/>
            </p:custDataLst>
          </p:nvPr>
        </p:nvSpPr>
        <p:spPr>
          <a:xfrm>
            <a:off x="4060193" y="3695341"/>
            <a:ext cx="8131808" cy="2286235"/>
          </a:xfrm>
          <a:custGeom>
            <a:avLst/>
            <a:gdLst>
              <a:gd name="connsiteX0" fmla="*/ 8133019 w 8133019"/>
              <a:gd name="connsiteY0" fmla="*/ 0 h 2286235"/>
              <a:gd name="connsiteX1" fmla="*/ 8133019 w 8133019"/>
              <a:gd name="connsiteY1" fmla="*/ 2286235 h 2286235"/>
              <a:gd name="connsiteX2" fmla="*/ 1892113 w 8133019"/>
              <a:gd name="connsiteY2" fmla="*/ 2286235 h 2286235"/>
              <a:gd name="connsiteX3" fmla="*/ 0 w 8133019"/>
              <a:gd name="connsiteY3" fmla="*/ 2286235 h 2286235"/>
              <a:gd name="connsiteX4" fmla="*/ 4071752 w 8133019"/>
              <a:gd name="connsiteY4" fmla="*/ 762034 h 2286235"/>
              <a:gd name="connsiteX5" fmla="*/ 8133019 w 8133019"/>
              <a:gd name="connsiteY5" fmla="*/ 0 h 2286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3019" h="2286235">
                <a:moveTo>
                  <a:pt x="8133019" y="0"/>
                </a:moveTo>
                <a:cubicBezTo>
                  <a:pt x="8133019" y="0"/>
                  <a:pt x="8133019" y="2286235"/>
                  <a:pt x="8133019" y="2286235"/>
                </a:cubicBezTo>
                <a:lnTo>
                  <a:pt x="1892113" y="2286235"/>
                </a:lnTo>
                <a:lnTo>
                  <a:pt x="0" y="2286235"/>
                </a:lnTo>
                <a:cubicBezTo>
                  <a:pt x="771578" y="2024651"/>
                  <a:pt x="2715039" y="1166910"/>
                  <a:pt x="4071752" y="762034"/>
                </a:cubicBezTo>
                <a:cubicBezTo>
                  <a:pt x="5326977" y="387536"/>
                  <a:pt x="6687319" y="72587"/>
                  <a:pt x="8133019" y="0"/>
                </a:cubicBezTo>
                <a:close/>
              </a:path>
            </a:pathLst>
          </a:custGeom>
          <a:solidFill>
            <a:srgbClr val="40ADCD"/>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17" name="Text Placeholder 16">
            <a:extLst>
              <a:ext uri="{FF2B5EF4-FFF2-40B4-BE49-F238E27FC236}">
                <a16:creationId xmlns:a16="http://schemas.microsoft.com/office/drawing/2014/main" id="{258F039C-C602-7EB3-9984-DA937AAA3153}"/>
              </a:ext>
            </a:extLst>
          </p:cNvPr>
          <p:cNvSpPr>
            <a:spLocks noGrp="1"/>
          </p:cNvSpPr>
          <p:nvPr>
            <p:ph type="body" sz="quarter" idx="14" hasCustomPrompt="1"/>
            <p:custDataLst>
              <p:tags r:id="rId4"/>
            </p:custDataLst>
          </p:nvPr>
        </p:nvSpPr>
        <p:spPr>
          <a:xfrm>
            <a:off x="0" y="5981575"/>
            <a:ext cx="4060191" cy="762034"/>
          </a:xfrm>
          <a:custGeom>
            <a:avLst/>
            <a:gdLst>
              <a:gd name="connsiteX0" fmla="*/ 0 w 4060191"/>
              <a:gd name="connsiteY0" fmla="*/ 0 h 762034"/>
              <a:gd name="connsiteX1" fmla="*/ 4060191 w 4060191"/>
              <a:gd name="connsiteY1" fmla="*/ 0 h 762034"/>
              <a:gd name="connsiteX2" fmla="*/ 0 w 4060191"/>
              <a:gd name="connsiteY2" fmla="*/ 762034 h 762034"/>
            </a:gdLst>
            <a:ahLst/>
            <a:cxnLst>
              <a:cxn ang="0">
                <a:pos x="connsiteX0" y="connsiteY0"/>
              </a:cxn>
              <a:cxn ang="0">
                <a:pos x="connsiteX1" y="connsiteY1"/>
              </a:cxn>
              <a:cxn ang="0">
                <a:pos x="connsiteX2" y="connsiteY2"/>
              </a:cxn>
            </a:cxnLst>
            <a:rect l="l" t="t" r="r" b="b"/>
            <a:pathLst>
              <a:path w="4060191" h="762034">
                <a:moveTo>
                  <a:pt x="0" y="0"/>
                </a:moveTo>
                <a:lnTo>
                  <a:pt x="4060191" y="0"/>
                </a:lnTo>
                <a:cubicBezTo>
                  <a:pt x="2770286" y="437272"/>
                  <a:pt x="1364106" y="709475"/>
                  <a:pt x="0" y="762034"/>
                </a:cubicBezTo>
                <a:close/>
              </a:path>
            </a:pathLst>
          </a:custGeom>
          <a:solidFill>
            <a:schemeClr val="accent5"/>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2" name="Title 1">
            <a:extLst>
              <a:ext uri="{FF2B5EF4-FFF2-40B4-BE49-F238E27FC236}">
                <a16:creationId xmlns:a16="http://schemas.microsoft.com/office/drawing/2014/main" id="{AF9C0AD3-0ECE-D397-AF9A-8160B26D00B4}"/>
              </a:ext>
            </a:extLst>
          </p:cNvPr>
          <p:cNvSpPr>
            <a:spLocks noGrp="1"/>
          </p:cNvSpPr>
          <p:nvPr>
            <p:ph type="ctrTitle" hasCustomPrompt="1"/>
            <p:custDataLst>
              <p:tags r:id="rId5"/>
            </p:custDataLst>
          </p:nvPr>
        </p:nvSpPr>
        <p:spPr>
          <a:xfrm>
            <a:off x="523878" y="1209054"/>
            <a:ext cx="8348792" cy="1609862"/>
          </a:xfrm>
        </p:spPr>
        <p:txBody>
          <a:bodyPr anchor="b">
            <a:normAutofit/>
          </a:bodyPr>
          <a:lstStyle>
            <a:lvl1pPr algn="l">
              <a:defRPr sz="4400">
                <a:solidFill>
                  <a:schemeClr val="bg1"/>
                </a:solidFill>
              </a:defRPr>
            </a:lvl1pPr>
          </a:lstStyle>
          <a:p>
            <a:r>
              <a:rPr lang="en-US" dirty="0"/>
              <a:t>Click to edit Intro title</a:t>
            </a:r>
          </a:p>
        </p:txBody>
      </p:sp>
      <p:sp>
        <p:nvSpPr>
          <p:cNvPr id="3" name="Subtitle 2">
            <a:extLst>
              <a:ext uri="{FF2B5EF4-FFF2-40B4-BE49-F238E27FC236}">
                <a16:creationId xmlns:a16="http://schemas.microsoft.com/office/drawing/2014/main" id="{E7A6B8B0-78D3-FD6E-1957-379727DF620A}"/>
              </a:ext>
            </a:extLst>
          </p:cNvPr>
          <p:cNvSpPr>
            <a:spLocks noGrp="1"/>
          </p:cNvSpPr>
          <p:nvPr>
            <p:ph type="subTitle" idx="1" hasCustomPrompt="1"/>
            <p:custDataLst>
              <p:tags r:id="rId6"/>
            </p:custDataLst>
          </p:nvPr>
        </p:nvSpPr>
        <p:spPr>
          <a:xfrm>
            <a:off x="523878" y="4704538"/>
            <a:ext cx="4175713" cy="931026"/>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Pct val="120000"/>
              <a:buFont typeface="Arial" panose="020B0604020202020204" pitchFamily="34" charset="0"/>
              <a:buNone/>
              <a:tabLst/>
              <a:defRPr/>
            </a:pPr>
            <a:r>
              <a:rPr lang="en-US" altLang="ja-JP" dirty="0"/>
              <a:t>Date and Presenter’s Name </a:t>
            </a:r>
            <a:br>
              <a:rPr lang="en-US" altLang="ja-JP" dirty="0"/>
            </a:br>
            <a:r>
              <a:rPr lang="en-US" altLang="ja-JP" dirty="0"/>
              <a:t>or Contents</a:t>
            </a:r>
          </a:p>
        </p:txBody>
      </p:sp>
      <p:sp>
        <p:nvSpPr>
          <p:cNvPr id="7" name="Logo">
            <a:extLst>
              <a:ext uri="{FF2B5EF4-FFF2-40B4-BE49-F238E27FC236}">
                <a16:creationId xmlns:a16="http://schemas.microsoft.com/office/drawing/2014/main" id="{1FEE8E21-D2BB-3E43-E072-D21C5DEE1B90}"/>
              </a:ext>
            </a:extLst>
          </p:cNvPr>
          <p:cNvSpPr>
            <a:spLocks noGrp="1"/>
          </p:cNvSpPr>
          <p:nvPr>
            <p:ph type="body" sz="quarter" idx="17" hasCustomPrompt="1"/>
            <p:custDataLst>
              <p:tags r:id="rId7"/>
            </p:custDataLst>
          </p:nvPr>
        </p:nvSpPr>
        <p:spPr>
          <a:xfrm>
            <a:off x="454798" y="303421"/>
            <a:ext cx="2025604" cy="352508"/>
          </a:xfrm>
          <a:prstGeom prst="rect">
            <a:avLst/>
          </a:prstGeom>
          <a:blipFill>
            <a:blip>
              <a:extLst>
                <a:ext uri="{96DAC541-7B7A-43D3-8B79-37D633B846F1}">
                  <asvg:svgBlip xmlns:asvg="http://schemas.microsoft.com/office/drawing/2016/SVG/main" r:embed="rId9"/>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Tree>
    <p:extLst>
      <p:ext uri="{BB962C8B-B14F-4D97-AF65-F5344CB8AC3E}">
        <p14:creationId xmlns:p14="http://schemas.microsoft.com/office/powerpoint/2010/main" val="14882620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6.5 Adjust - Top swirl img.">
    <p:bg>
      <p:bgPr>
        <a:solidFill>
          <a:schemeClr val="bg1"/>
        </a:solidFill>
        <a:effectLst/>
      </p:bgPr>
    </p:bg>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99965276-4CAB-D068-6902-790C65B4F54E}"/>
              </a:ext>
            </a:extLst>
          </p:cNvPr>
          <p:cNvSpPr>
            <a:spLocks noGrp="1"/>
          </p:cNvSpPr>
          <p:nvPr>
            <p:ph type="pic" sz="quarter" idx="20" hasCustomPrompt="1"/>
            <p:custDataLst>
              <p:tags r:id="rId1"/>
            </p:custDataLst>
          </p:nvPr>
        </p:nvSpPr>
        <p:spPr>
          <a:xfrm>
            <a:off x="0" y="0"/>
            <a:ext cx="12192000" cy="6858124"/>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en-US" dirty="0"/>
              <a:t> </a:t>
            </a:r>
          </a:p>
        </p:txBody>
      </p:sp>
      <p:sp>
        <p:nvSpPr>
          <p:cNvPr id="4" name="Recolor 2">
            <a:extLst>
              <a:ext uri="{FF2B5EF4-FFF2-40B4-BE49-F238E27FC236}">
                <a16:creationId xmlns:a16="http://schemas.microsoft.com/office/drawing/2014/main" id="{85067AF3-C0CE-34FB-B443-E1CEDE0DCCBE}"/>
              </a:ext>
            </a:extLst>
          </p:cNvPr>
          <p:cNvSpPr>
            <a:spLocks noGrp="1"/>
          </p:cNvSpPr>
          <p:nvPr>
            <p:ph type="body" sz="quarter" idx="15" hasCustomPrompt="1"/>
            <p:custDataLst>
              <p:tags r:id="rId2"/>
            </p:custDataLst>
          </p:nvPr>
        </p:nvSpPr>
        <p:spPr>
          <a:xfrm>
            <a:off x="0" y="-2"/>
            <a:ext cx="12192000" cy="876426"/>
          </a:xfrm>
          <a:custGeom>
            <a:avLst/>
            <a:gdLst>
              <a:gd name="connsiteX0" fmla="*/ 0 w 12192000"/>
              <a:gd name="connsiteY0" fmla="*/ 0 h 876426"/>
              <a:gd name="connsiteX1" fmla="*/ 12192000 w 12192000"/>
              <a:gd name="connsiteY1" fmla="*/ 0 h 876426"/>
              <a:gd name="connsiteX2" fmla="*/ 12192000 w 12192000"/>
              <a:gd name="connsiteY2" fmla="*/ 876426 h 876426"/>
              <a:gd name="connsiteX3" fmla="*/ 0 w 12192000"/>
              <a:gd name="connsiteY3" fmla="*/ 876426 h 876426"/>
            </a:gdLst>
            <a:ahLst/>
            <a:cxnLst>
              <a:cxn ang="0">
                <a:pos x="connsiteX0" y="connsiteY0"/>
              </a:cxn>
              <a:cxn ang="0">
                <a:pos x="connsiteX1" y="connsiteY1"/>
              </a:cxn>
              <a:cxn ang="0">
                <a:pos x="connsiteX2" y="connsiteY2"/>
              </a:cxn>
              <a:cxn ang="0">
                <a:pos x="connsiteX3" y="connsiteY3"/>
              </a:cxn>
            </a:cxnLst>
            <a:rect l="l" t="t" r="r" b="b"/>
            <a:pathLst>
              <a:path w="12192000" h="876426">
                <a:moveTo>
                  <a:pt x="0" y="0"/>
                </a:moveTo>
                <a:lnTo>
                  <a:pt x="12192000" y="0"/>
                </a:lnTo>
                <a:lnTo>
                  <a:pt x="12192000" y="876426"/>
                </a:lnTo>
                <a:lnTo>
                  <a:pt x="0" y="876426"/>
                </a:lnTo>
                <a:close/>
              </a:path>
            </a:pathLst>
          </a:custGeom>
          <a:solidFill>
            <a:srgbClr val="93C643"/>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5" name="Recolor 3">
            <a:extLst>
              <a:ext uri="{FF2B5EF4-FFF2-40B4-BE49-F238E27FC236}">
                <a16:creationId xmlns:a16="http://schemas.microsoft.com/office/drawing/2014/main" id="{916C35A3-93CA-1E92-CF48-BDC6D2151C63}"/>
              </a:ext>
            </a:extLst>
          </p:cNvPr>
          <p:cNvSpPr>
            <a:spLocks noGrp="1"/>
          </p:cNvSpPr>
          <p:nvPr>
            <p:ph type="body" sz="quarter" idx="13" hasCustomPrompt="1"/>
            <p:custDataLst>
              <p:tags r:id="rId3"/>
            </p:custDataLst>
          </p:nvPr>
        </p:nvSpPr>
        <p:spPr>
          <a:xfrm flipV="1">
            <a:off x="4060192" y="876424"/>
            <a:ext cx="8133019" cy="2286235"/>
          </a:xfrm>
          <a:custGeom>
            <a:avLst/>
            <a:gdLst>
              <a:gd name="connsiteX0" fmla="*/ 8133019 w 8133019"/>
              <a:gd name="connsiteY0" fmla="*/ 0 h 2286235"/>
              <a:gd name="connsiteX1" fmla="*/ 8133019 w 8133019"/>
              <a:gd name="connsiteY1" fmla="*/ 2286235 h 2286235"/>
              <a:gd name="connsiteX2" fmla="*/ 1892113 w 8133019"/>
              <a:gd name="connsiteY2" fmla="*/ 2286235 h 2286235"/>
              <a:gd name="connsiteX3" fmla="*/ 0 w 8133019"/>
              <a:gd name="connsiteY3" fmla="*/ 2286235 h 2286235"/>
              <a:gd name="connsiteX4" fmla="*/ 4071752 w 8133019"/>
              <a:gd name="connsiteY4" fmla="*/ 762034 h 2286235"/>
              <a:gd name="connsiteX5" fmla="*/ 8133019 w 8133019"/>
              <a:gd name="connsiteY5" fmla="*/ 0 h 2286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3019" h="2286235">
                <a:moveTo>
                  <a:pt x="8133019" y="0"/>
                </a:moveTo>
                <a:cubicBezTo>
                  <a:pt x="8133019" y="0"/>
                  <a:pt x="8133019" y="2286235"/>
                  <a:pt x="8133019" y="2286235"/>
                </a:cubicBezTo>
                <a:lnTo>
                  <a:pt x="1892113" y="2286235"/>
                </a:lnTo>
                <a:lnTo>
                  <a:pt x="0" y="2286235"/>
                </a:lnTo>
                <a:cubicBezTo>
                  <a:pt x="771578" y="2024651"/>
                  <a:pt x="2715039" y="1166910"/>
                  <a:pt x="4071752" y="762034"/>
                </a:cubicBezTo>
                <a:cubicBezTo>
                  <a:pt x="5326977" y="387536"/>
                  <a:pt x="6687319" y="72587"/>
                  <a:pt x="8133019" y="0"/>
                </a:cubicBezTo>
                <a:close/>
              </a:path>
            </a:pathLst>
          </a:custGeom>
          <a:solidFill>
            <a:srgbClr val="A9D16F"/>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6" name="Recolor 1">
            <a:extLst>
              <a:ext uri="{FF2B5EF4-FFF2-40B4-BE49-F238E27FC236}">
                <a16:creationId xmlns:a16="http://schemas.microsoft.com/office/drawing/2014/main" id="{F954DC31-5201-5EFE-4EA2-51AAB7A0DDEB}"/>
              </a:ext>
            </a:extLst>
          </p:cNvPr>
          <p:cNvSpPr>
            <a:spLocks noGrp="1"/>
          </p:cNvSpPr>
          <p:nvPr>
            <p:ph type="body" sz="quarter" idx="14" hasCustomPrompt="1"/>
            <p:custDataLst>
              <p:tags r:id="rId4"/>
            </p:custDataLst>
          </p:nvPr>
        </p:nvSpPr>
        <p:spPr>
          <a:xfrm flipV="1">
            <a:off x="0" y="114390"/>
            <a:ext cx="4060191" cy="762034"/>
          </a:xfrm>
          <a:custGeom>
            <a:avLst/>
            <a:gdLst>
              <a:gd name="connsiteX0" fmla="*/ 0 w 4060191"/>
              <a:gd name="connsiteY0" fmla="*/ 0 h 762034"/>
              <a:gd name="connsiteX1" fmla="*/ 4060191 w 4060191"/>
              <a:gd name="connsiteY1" fmla="*/ 0 h 762034"/>
              <a:gd name="connsiteX2" fmla="*/ 0 w 4060191"/>
              <a:gd name="connsiteY2" fmla="*/ 762034 h 762034"/>
            </a:gdLst>
            <a:ahLst/>
            <a:cxnLst>
              <a:cxn ang="0">
                <a:pos x="connsiteX0" y="connsiteY0"/>
              </a:cxn>
              <a:cxn ang="0">
                <a:pos x="connsiteX1" y="connsiteY1"/>
              </a:cxn>
              <a:cxn ang="0">
                <a:pos x="connsiteX2" y="connsiteY2"/>
              </a:cxn>
            </a:cxnLst>
            <a:rect l="l" t="t" r="r" b="b"/>
            <a:pathLst>
              <a:path w="4060191" h="762034">
                <a:moveTo>
                  <a:pt x="0" y="0"/>
                </a:moveTo>
                <a:lnTo>
                  <a:pt x="4060191" y="0"/>
                </a:lnTo>
                <a:cubicBezTo>
                  <a:pt x="2770286" y="437272"/>
                  <a:pt x="1364106" y="709475"/>
                  <a:pt x="0" y="762034"/>
                </a:cubicBezTo>
                <a:close/>
              </a:path>
            </a:pathLst>
          </a:custGeom>
          <a:solidFill>
            <a:srgbClr val="71B200"/>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13" name="Date Placeholder 12">
            <a:extLst>
              <a:ext uri="{FF2B5EF4-FFF2-40B4-BE49-F238E27FC236}">
                <a16:creationId xmlns:a16="http://schemas.microsoft.com/office/drawing/2014/main" id="{E767C648-F40F-2173-E10D-FD223C56937B}"/>
              </a:ext>
            </a:extLst>
          </p:cNvPr>
          <p:cNvSpPr>
            <a:spLocks noGrp="1"/>
          </p:cNvSpPr>
          <p:nvPr>
            <p:ph type="dt" sz="half" idx="16"/>
            <p:custDataLst>
              <p:tags r:id="rId5"/>
            </p:custDataLst>
          </p:nvPr>
        </p:nvSpPr>
        <p:spPr>
          <a:xfrm>
            <a:off x="2850356" y="6356350"/>
            <a:ext cx="1188244" cy="365125"/>
          </a:xfrm>
        </p:spPr>
        <p:txBody>
          <a:bodyPr/>
          <a:lstStyle>
            <a:lvl1pPr>
              <a:defRPr>
                <a:solidFill>
                  <a:schemeClr val="tx1">
                    <a:tint val="82000"/>
                    <a:alpha val="0"/>
                  </a:schemeClr>
                </a:solidFill>
              </a:defRPr>
            </a:lvl1pPr>
          </a:lstStyle>
          <a:p>
            <a:fld id="{A9BF9A96-2013-4B61-8F43-353D818107BF}" type="datetime1">
              <a:rPr lang="en-US" smtClean="0"/>
              <a:t>5/28/2026</a:t>
            </a:fld>
            <a:endParaRPr lang="en-US" dirty="0"/>
          </a:p>
        </p:txBody>
      </p:sp>
      <p:sp>
        <p:nvSpPr>
          <p:cNvPr id="14" name="Footer Placeholder 13">
            <a:extLst>
              <a:ext uri="{FF2B5EF4-FFF2-40B4-BE49-F238E27FC236}">
                <a16:creationId xmlns:a16="http://schemas.microsoft.com/office/drawing/2014/main" id="{C37CE0AC-6EC1-1802-BE12-AA5555C6C3E4}"/>
              </a:ext>
            </a:extLst>
          </p:cNvPr>
          <p:cNvSpPr>
            <a:spLocks noGrp="1"/>
          </p:cNvSpPr>
          <p:nvPr>
            <p:ph type="ftr" sz="quarter" idx="17"/>
            <p:custDataLst>
              <p:tags r:id="rId6"/>
            </p:custDataLst>
          </p:nvPr>
        </p:nvSpPr>
        <p:spPr/>
        <p:txBody>
          <a:bodyPr/>
          <a:lstStyle>
            <a:lvl1pPr>
              <a:defRPr lang="en-US" dirty="0">
                <a:solidFill>
                  <a:srgbClr val="767676">
                    <a:alpha val="0"/>
                  </a:srgbClr>
                </a:solidFill>
              </a:defRPr>
            </a:lvl1pPr>
          </a:lstStyle>
          <a:p>
            <a:endParaRPr lang="en-SE" dirty="0"/>
          </a:p>
        </p:txBody>
      </p:sp>
      <p:sp>
        <p:nvSpPr>
          <p:cNvPr id="15" name="Slide Number Placeholder 14">
            <a:extLst>
              <a:ext uri="{FF2B5EF4-FFF2-40B4-BE49-F238E27FC236}">
                <a16:creationId xmlns:a16="http://schemas.microsoft.com/office/drawing/2014/main" id="{1424AB4F-4052-4719-D6C4-F3D2CE6DA196}"/>
              </a:ext>
            </a:extLst>
          </p:cNvPr>
          <p:cNvSpPr>
            <a:spLocks noGrp="1"/>
          </p:cNvSpPr>
          <p:nvPr>
            <p:ph type="sldNum" sz="quarter" idx="18"/>
            <p:custDataLst>
              <p:tags r:id="rId7"/>
            </p:custDataLst>
          </p:nvPr>
        </p:nvSpPr>
        <p:spPr/>
        <p:txBody>
          <a:bodyPr/>
          <a:lstStyle>
            <a:lvl1pPr>
              <a:defRPr>
                <a:solidFill>
                  <a:schemeClr val="tx1">
                    <a:tint val="82000"/>
                    <a:alpha val="0"/>
                  </a:schemeClr>
                </a:solidFill>
              </a:defRPr>
            </a:lvl1pPr>
          </a:lstStyle>
          <a:p>
            <a:fld id="{35EA36FB-EA35-45B6-87A5-93E7705983EC}" type="slidenum">
              <a:rPr lang="en-US" smtClean="0"/>
              <a:pPr/>
              <a:t>‹#›</a:t>
            </a:fld>
            <a:endParaRPr lang="en-US" dirty="0"/>
          </a:p>
        </p:txBody>
      </p:sp>
      <p:sp>
        <p:nvSpPr>
          <p:cNvPr id="2" name="Title 1">
            <a:extLst>
              <a:ext uri="{FF2B5EF4-FFF2-40B4-BE49-F238E27FC236}">
                <a16:creationId xmlns:a16="http://schemas.microsoft.com/office/drawing/2014/main" id="{AF9C0AD3-0ECE-D397-AF9A-8160B26D00B4}"/>
              </a:ext>
            </a:extLst>
          </p:cNvPr>
          <p:cNvSpPr>
            <a:spLocks noGrp="1"/>
          </p:cNvSpPr>
          <p:nvPr>
            <p:ph type="ctrTitle" hasCustomPrompt="1"/>
            <p:custDataLst>
              <p:tags r:id="rId8"/>
            </p:custDataLst>
          </p:nvPr>
        </p:nvSpPr>
        <p:spPr>
          <a:xfrm>
            <a:off x="523878" y="2460253"/>
            <a:ext cx="7505697" cy="1609862"/>
          </a:xfrm>
        </p:spPr>
        <p:txBody>
          <a:bodyPr anchor="b">
            <a:normAutofit/>
          </a:bodyPr>
          <a:lstStyle>
            <a:lvl1pPr algn="l">
              <a:defRPr sz="4400">
                <a:solidFill>
                  <a:schemeClr val="bg1"/>
                </a:solidFill>
              </a:defRPr>
            </a:lvl1pPr>
          </a:lstStyle>
          <a:p>
            <a:r>
              <a:rPr lang="en-US" dirty="0"/>
              <a:t>Click to edit Intro title</a:t>
            </a:r>
          </a:p>
        </p:txBody>
      </p:sp>
      <p:sp>
        <p:nvSpPr>
          <p:cNvPr id="3" name="Subtitle 2">
            <a:extLst>
              <a:ext uri="{FF2B5EF4-FFF2-40B4-BE49-F238E27FC236}">
                <a16:creationId xmlns:a16="http://schemas.microsoft.com/office/drawing/2014/main" id="{E7A6B8B0-78D3-FD6E-1957-379727DF620A}"/>
              </a:ext>
            </a:extLst>
          </p:cNvPr>
          <p:cNvSpPr>
            <a:spLocks noGrp="1"/>
          </p:cNvSpPr>
          <p:nvPr>
            <p:ph type="subTitle" idx="1" hasCustomPrompt="1"/>
            <p:custDataLst>
              <p:tags r:id="rId9"/>
            </p:custDataLst>
          </p:nvPr>
        </p:nvSpPr>
        <p:spPr>
          <a:xfrm>
            <a:off x="523878" y="4704538"/>
            <a:ext cx="4175713" cy="931026"/>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Pct val="120000"/>
              <a:buFont typeface="Arial" panose="020B0604020202020204" pitchFamily="34" charset="0"/>
              <a:buNone/>
              <a:tabLst/>
              <a:defRPr/>
            </a:pPr>
            <a:r>
              <a:rPr lang="en-US" altLang="ja-JP" dirty="0"/>
              <a:t>Date and Presenter’s Name </a:t>
            </a:r>
            <a:br>
              <a:rPr lang="en-US" altLang="ja-JP" dirty="0"/>
            </a:br>
            <a:r>
              <a:rPr lang="en-US" altLang="ja-JP" dirty="0"/>
              <a:t>or Contents</a:t>
            </a:r>
          </a:p>
        </p:txBody>
      </p:sp>
      <p:sp>
        <p:nvSpPr>
          <p:cNvPr id="8" name="Logo">
            <a:extLst>
              <a:ext uri="{FF2B5EF4-FFF2-40B4-BE49-F238E27FC236}">
                <a16:creationId xmlns:a16="http://schemas.microsoft.com/office/drawing/2014/main" id="{9C387A3E-B297-395D-4693-873F0B3821BF}"/>
              </a:ext>
            </a:extLst>
          </p:cNvPr>
          <p:cNvSpPr>
            <a:spLocks noGrp="1"/>
          </p:cNvSpPr>
          <p:nvPr>
            <p:ph type="body" sz="quarter" idx="21" hasCustomPrompt="1"/>
            <p:custDataLst>
              <p:tags r:id="rId10"/>
            </p:custDataLst>
          </p:nvPr>
        </p:nvSpPr>
        <p:spPr>
          <a:xfrm>
            <a:off x="454798" y="6300000"/>
            <a:ext cx="2025604" cy="352508"/>
          </a:xfrm>
          <a:prstGeom prst="rect">
            <a:avLst/>
          </a:prstGeom>
          <a:blipFill>
            <a:blip>
              <a:extLst>
                <a:ext uri="{96DAC541-7B7A-43D3-8B79-37D633B846F1}">
                  <asvg:svgBlip xmlns:asvg="http://schemas.microsoft.com/office/drawing/2016/SVG/main" r:embed="rId12"/>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Tree>
    <p:extLst>
      <p:ext uri="{BB962C8B-B14F-4D97-AF65-F5344CB8AC3E}">
        <p14:creationId xmlns:p14="http://schemas.microsoft.com/office/powerpoint/2010/main" val="144528987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6.6 Content Adjust -Title, text, img.">
    <p:spTree>
      <p:nvGrpSpPr>
        <p:cNvPr id="1" name=""/>
        <p:cNvGrpSpPr/>
        <p:nvPr/>
      </p:nvGrpSpPr>
      <p:grpSpPr>
        <a:xfrm>
          <a:off x="0" y="0"/>
          <a:ext cx="0" cy="0"/>
          <a:chOff x="0" y="0"/>
          <a:chExt cx="0" cy="0"/>
        </a:xfrm>
      </p:grpSpPr>
      <p:sp>
        <p:nvSpPr>
          <p:cNvPr id="3" name="Recolor 4">
            <a:extLst>
              <a:ext uri="{FF2B5EF4-FFF2-40B4-BE49-F238E27FC236}">
                <a16:creationId xmlns:a16="http://schemas.microsoft.com/office/drawing/2014/main" id="{D8A3D73D-D385-5CB0-A105-91696B8298BE}"/>
              </a:ext>
            </a:extLst>
          </p:cNvPr>
          <p:cNvSpPr>
            <a:spLocks noGrp="1"/>
          </p:cNvSpPr>
          <p:nvPr>
            <p:ph type="body" sz="quarter" idx="16" hasCustomPrompt="1"/>
            <p:custDataLst>
              <p:tags r:id="rId1"/>
            </p:custDataLst>
          </p:nvPr>
        </p:nvSpPr>
        <p:spPr>
          <a:xfrm>
            <a:off x="0" y="0"/>
            <a:ext cx="12193211" cy="6857999"/>
          </a:xfrm>
          <a:prstGeom prst="rect">
            <a:avLst/>
          </a:prstGeom>
          <a:solidFill>
            <a:srgbClr val="63717E"/>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11" name="Picture Placeholder 10">
            <a:extLst>
              <a:ext uri="{FF2B5EF4-FFF2-40B4-BE49-F238E27FC236}">
                <a16:creationId xmlns:a16="http://schemas.microsoft.com/office/drawing/2014/main" id="{E78F28A9-40BE-AABF-8C4E-FF0B6132B724}"/>
              </a:ext>
            </a:extLst>
          </p:cNvPr>
          <p:cNvSpPr>
            <a:spLocks noGrp="1"/>
          </p:cNvSpPr>
          <p:nvPr>
            <p:ph type="pic" sz="quarter" idx="17" hasCustomPrompt="1"/>
            <p:custDataLst>
              <p:tags r:id="rId2"/>
            </p:custDataLst>
          </p:nvPr>
        </p:nvSpPr>
        <p:spPr>
          <a:xfrm>
            <a:off x="8016000" y="0"/>
            <a:ext cx="4176000" cy="6858000"/>
          </a:xfrm>
          <a:prstGeom prst="rect">
            <a:avLst/>
          </a:prstGeom>
          <a:pattFill prst="pct80">
            <a:fgClr>
              <a:srgbClr val="BFBFBF"/>
            </a:fgClr>
            <a:bgClr>
              <a:schemeClr val="bg1"/>
            </a:bgClr>
          </a:pattFill>
        </p:spPr>
        <p:txBody>
          <a:bodyPr wrap="square" tIns="1260000" anchor="ctr" anchorCtr="0">
            <a:noAutofit/>
          </a:bodyPr>
          <a:lstStyle>
            <a:lvl1pPr marL="0" indent="0" algn="ctr">
              <a:buFontTx/>
              <a:buNone/>
              <a:defRPr sz="1600"/>
            </a:lvl1pPr>
          </a:lstStyle>
          <a:p>
            <a:r>
              <a:rPr lang="en-US" dirty="0"/>
              <a:t> </a:t>
            </a:r>
          </a:p>
        </p:txBody>
      </p:sp>
      <p:sp>
        <p:nvSpPr>
          <p:cNvPr id="7" name="Recolor 3">
            <a:extLst>
              <a:ext uri="{FF2B5EF4-FFF2-40B4-BE49-F238E27FC236}">
                <a16:creationId xmlns:a16="http://schemas.microsoft.com/office/drawing/2014/main" id="{D20E18BE-641E-9DBE-3135-F62670A901A8}"/>
              </a:ext>
            </a:extLst>
          </p:cNvPr>
          <p:cNvSpPr>
            <a:spLocks noGrp="1"/>
          </p:cNvSpPr>
          <p:nvPr>
            <p:ph type="body" sz="quarter" idx="18" hasCustomPrompt="1"/>
            <p:custDataLst>
              <p:tags r:id="rId3"/>
            </p:custDataLst>
          </p:nvPr>
        </p:nvSpPr>
        <p:spPr>
          <a:xfrm rot="16200000" flipH="1">
            <a:off x="5183477" y="4025479"/>
            <a:ext cx="4421999" cy="1243048"/>
          </a:xfrm>
          <a:custGeom>
            <a:avLst/>
            <a:gdLst>
              <a:gd name="connsiteX0" fmla="*/ 8133019 w 8133019"/>
              <a:gd name="connsiteY0" fmla="*/ 0 h 2286235"/>
              <a:gd name="connsiteX1" fmla="*/ 8133019 w 8133019"/>
              <a:gd name="connsiteY1" fmla="*/ 2286235 h 2286235"/>
              <a:gd name="connsiteX2" fmla="*/ 1892113 w 8133019"/>
              <a:gd name="connsiteY2" fmla="*/ 2286235 h 2286235"/>
              <a:gd name="connsiteX3" fmla="*/ 0 w 8133019"/>
              <a:gd name="connsiteY3" fmla="*/ 2286235 h 2286235"/>
              <a:gd name="connsiteX4" fmla="*/ 4071752 w 8133019"/>
              <a:gd name="connsiteY4" fmla="*/ 762034 h 2286235"/>
              <a:gd name="connsiteX5" fmla="*/ 8133019 w 8133019"/>
              <a:gd name="connsiteY5" fmla="*/ 0 h 2286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3019" h="2286235">
                <a:moveTo>
                  <a:pt x="8133019" y="0"/>
                </a:moveTo>
                <a:cubicBezTo>
                  <a:pt x="8133019" y="0"/>
                  <a:pt x="8133019" y="2286235"/>
                  <a:pt x="8133019" y="2286235"/>
                </a:cubicBezTo>
                <a:lnTo>
                  <a:pt x="1892113" y="2286235"/>
                </a:lnTo>
                <a:lnTo>
                  <a:pt x="0" y="2286235"/>
                </a:lnTo>
                <a:cubicBezTo>
                  <a:pt x="771578" y="2024651"/>
                  <a:pt x="2715039" y="1166910"/>
                  <a:pt x="4071752" y="762034"/>
                </a:cubicBezTo>
                <a:cubicBezTo>
                  <a:pt x="5326977" y="387536"/>
                  <a:pt x="6687319" y="72587"/>
                  <a:pt x="8133019" y="0"/>
                </a:cubicBezTo>
                <a:close/>
              </a:path>
            </a:pathLst>
          </a:custGeom>
          <a:solidFill>
            <a:srgbClr val="828D97"/>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9" name="Recolor 1">
            <a:extLst>
              <a:ext uri="{FF2B5EF4-FFF2-40B4-BE49-F238E27FC236}">
                <a16:creationId xmlns:a16="http://schemas.microsoft.com/office/drawing/2014/main" id="{18867316-23F9-59BD-CD31-6E0376C1B9F3}"/>
              </a:ext>
            </a:extLst>
          </p:cNvPr>
          <p:cNvSpPr>
            <a:spLocks noGrp="1"/>
          </p:cNvSpPr>
          <p:nvPr>
            <p:ph type="body" sz="quarter" idx="14" hasCustomPrompt="1"/>
            <p:custDataLst>
              <p:tags r:id="rId4"/>
            </p:custDataLst>
          </p:nvPr>
        </p:nvSpPr>
        <p:spPr>
          <a:xfrm rot="16200000" flipH="1">
            <a:off x="7026600" y="989403"/>
            <a:ext cx="2436001" cy="457199"/>
          </a:xfrm>
          <a:custGeom>
            <a:avLst/>
            <a:gdLst>
              <a:gd name="connsiteX0" fmla="*/ 0 w 4060191"/>
              <a:gd name="connsiteY0" fmla="*/ 0 h 762034"/>
              <a:gd name="connsiteX1" fmla="*/ 4060191 w 4060191"/>
              <a:gd name="connsiteY1" fmla="*/ 0 h 762034"/>
              <a:gd name="connsiteX2" fmla="*/ 0 w 4060191"/>
              <a:gd name="connsiteY2" fmla="*/ 762034 h 762034"/>
            </a:gdLst>
            <a:ahLst/>
            <a:cxnLst>
              <a:cxn ang="0">
                <a:pos x="connsiteX0" y="connsiteY0"/>
              </a:cxn>
              <a:cxn ang="0">
                <a:pos x="connsiteX1" y="connsiteY1"/>
              </a:cxn>
              <a:cxn ang="0">
                <a:pos x="connsiteX2" y="connsiteY2"/>
              </a:cxn>
            </a:cxnLst>
            <a:rect l="l" t="t" r="r" b="b"/>
            <a:pathLst>
              <a:path w="4060191" h="762034">
                <a:moveTo>
                  <a:pt x="0" y="0"/>
                </a:moveTo>
                <a:lnTo>
                  <a:pt x="4060191" y="0"/>
                </a:lnTo>
                <a:cubicBezTo>
                  <a:pt x="2770286" y="437272"/>
                  <a:pt x="1364106" y="709475"/>
                  <a:pt x="0" y="762034"/>
                </a:cubicBezTo>
                <a:close/>
              </a:path>
            </a:pathLst>
          </a:custGeom>
          <a:solidFill>
            <a:srgbClr val="304352"/>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2" name="Title 1">
            <a:extLst>
              <a:ext uri="{FF2B5EF4-FFF2-40B4-BE49-F238E27FC236}">
                <a16:creationId xmlns:a16="http://schemas.microsoft.com/office/drawing/2014/main" id="{957F4EC8-011B-F157-E300-3642F67552A6}"/>
              </a:ext>
            </a:extLst>
          </p:cNvPr>
          <p:cNvSpPr>
            <a:spLocks noGrp="1"/>
          </p:cNvSpPr>
          <p:nvPr>
            <p:ph type="title" hasCustomPrompt="1"/>
            <p:custDataLst>
              <p:tags r:id="rId5"/>
            </p:custDataLst>
          </p:nvPr>
        </p:nvSpPr>
        <p:spPr>
          <a:xfrm>
            <a:off x="831851" y="1140872"/>
            <a:ext cx="5866900" cy="1295131"/>
          </a:xfrm>
        </p:spPr>
        <p:txBody>
          <a:bodyPr anchor="b">
            <a:normAutofit/>
          </a:bodyPr>
          <a:lstStyle>
            <a:lvl1pPr>
              <a:defRPr sz="3200">
                <a:solidFill>
                  <a:schemeClr val="bg1"/>
                </a:solidFill>
              </a:defRPr>
            </a:lvl1pPr>
          </a:lstStyle>
          <a:p>
            <a:r>
              <a:rPr lang="en-US" dirty="0"/>
              <a:t>Click to edit title</a:t>
            </a:r>
          </a:p>
        </p:txBody>
      </p:sp>
      <p:sp>
        <p:nvSpPr>
          <p:cNvPr id="14" name="Text Placeholder 13">
            <a:extLst>
              <a:ext uri="{FF2B5EF4-FFF2-40B4-BE49-F238E27FC236}">
                <a16:creationId xmlns:a16="http://schemas.microsoft.com/office/drawing/2014/main" id="{16AD025A-0B8B-1F09-4B17-B90854D313E2}"/>
              </a:ext>
            </a:extLst>
          </p:cNvPr>
          <p:cNvSpPr>
            <a:spLocks noGrp="1"/>
          </p:cNvSpPr>
          <p:nvPr>
            <p:ph type="body" sz="quarter" idx="19"/>
            <p:custDataLst>
              <p:tags r:id="rId6"/>
            </p:custDataLst>
          </p:nvPr>
        </p:nvSpPr>
        <p:spPr>
          <a:xfrm>
            <a:off x="831852" y="2879319"/>
            <a:ext cx="5875282" cy="2535162"/>
          </a:xfrm>
        </p:spPr>
        <p:txBody>
          <a:bodyPr/>
          <a:lstStyle>
            <a:lvl1pPr marL="0" indent="0">
              <a:buFontTx/>
              <a:buNone/>
              <a:defRPr>
                <a:solidFill>
                  <a:schemeClr val="bg1"/>
                </a:solidFill>
              </a:defRPr>
            </a:lvl1pPr>
            <a:lvl2pPr marL="223837" indent="0">
              <a:buFontTx/>
              <a:buNone/>
              <a:defRPr>
                <a:solidFill>
                  <a:schemeClr val="bg1"/>
                </a:solidFill>
              </a:defRPr>
            </a:lvl2pPr>
            <a:lvl3pPr marL="457200" indent="0">
              <a:buFontTx/>
              <a:buNone/>
              <a:defRPr/>
            </a:lvl3pPr>
            <a:lvl4pPr marL="669925" indent="0">
              <a:buFontTx/>
              <a:buNone/>
              <a:defRPr/>
            </a:lvl4pPr>
            <a:lvl5pPr marL="914400" indent="0">
              <a:buFontTx/>
              <a:buNone/>
              <a:defRPr/>
            </a:lvl5pPr>
          </a:lstStyle>
          <a:p>
            <a:pPr lvl="0"/>
            <a:r>
              <a:rPr lang="en-US" altLang="ja-JP"/>
              <a:t>Click to edit Master text styles</a:t>
            </a:r>
          </a:p>
        </p:txBody>
      </p:sp>
      <p:sp>
        <p:nvSpPr>
          <p:cNvPr id="4" name="Date Placeholder 3">
            <a:extLst>
              <a:ext uri="{FF2B5EF4-FFF2-40B4-BE49-F238E27FC236}">
                <a16:creationId xmlns:a16="http://schemas.microsoft.com/office/drawing/2014/main" id="{31486815-64BA-4459-7A7B-73B25A254954}"/>
              </a:ext>
            </a:extLst>
          </p:cNvPr>
          <p:cNvSpPr>
            <a:spLocks noGrp="1"/>
          </p:cNvSpPr>
          <p:nvPr>
            <p:ph type="dt" sz="half" idx="24"/>
            <p:custDataLst>
              <p:tags r:id="rId7"/>
            </p:custDataLst>
          </p:nvPr>
        </p:nvSpPr>
        <p:spPr/>
        <p:txBody>
          <a:bodyPr/>
          <a:lstStyle>
            <a:lvl1pPr>
              <a:defRPr>
                <a:solidFill>
                  <a:schemeClr val="bg1"/>
                </a:solidFill>
              </a:defRPr>
            </a:lvl1pPr>
          </a:lstStyle>
          <a:p>
            <a:fld id="{8D777C73-2241-4C80-87F7-D1A43F211174}" type="datetime1">
              <a:rPr lang="en-US" smtClean="0"/>
              <a:t>5/28/2026</a:t>
            </a:fld>
            <a:endParaRPr lang="en-US" dirty="0"/>
          </a:p>
        </p:txBody>
      </p:sp>
      <p:sp>
        <p:nvSpPr>
          <p:cNvPr id="5" name="Footer Placeholder 4">
            <a:extLst>
              <a:ext uri="{FF2B5EF4-FFF2-40B4-BE49-F238E27FC236}">
                <a16:creationId xmlns:a16="http://schemas.microsoft.com/office/drawing/2014/main" id="{BDF85642-931F-CF70-F95C-2394E5EC7CA2}"/>
              </a:ext>
            </a:extLst>
          </p:cNvPr>
          <p:cNvSpPr>
            <a:spLocks noGrp="1"/>
          </p:cNvSpPr>
          <p:nvPr>
            <p:ph type="ftr" sz="quarter" idx="25"/>
          </p:nvPr>
        </p:nvSpPr>
        <p:spPr/>
        <p:txBody>
          <a:bodyPr/>
          <a:lstStyle>
            <a:lvl1pPr>
              <a:defRPr>
                <a:solidFill>
                  <a:schemeClr val="bg1"/>
                </a:solidFill>
              </a:defRPr>
            </a:lvl1pPr>
          </a:lstStyle>
          <a:p>
            <a:endParaRPr lang="en-SE"/>
          </a:p>
        </p:txBody>
      </p:sp>
      <p:sp>
        <p:nvSpPr>
          <p:cNvPr id="8" name="Slide Number Placeholder 7">
            <a:extLst>
              <a:ext uri="{FF2B5EF4-FFF2-40B4-BE49-F238E27FC236}">
                <a16:creationId xmlns:a16="http://schemas.microsoft.com/office/drawing/2014/main" id="{FDD9A409-ACA4-2246-477A-886B2E7767D7}"/>
              </a:ext>
            </a:extLst>
          </p:cNvPr>
          <p:cNvSpPr>
            <a:spLocks noGrp="1"/>
          </p:cNvSpPr>
          <p:nvPr>
            <p:ph type="sldNum" sz="quarter" idx="26"/>
          </p:nvPr>
        </p:nvSpPr>
        <p:spPr/>
        <p:txBody>
          <a:bodyPr/>
          <a:lstStyle>
            <a:lvl1pPr>
              <a:defRPr>
                <a:solidFill>
                  <a:schemeClr val="bg1"/>
                </a:solidFill>
              </a:defRPr>
            </a:lvl1pPr>
          </a:lstStyle>
          <a:p>
            <a:fld id="{35EA36FB-EA35-45B6-87A5-93E7705983EC}" type="slidenum">
              <a:rPr lang="en-US" smtClean="0"/>
              <a:pPr/>
              <a:t>‹#›</a:t>
            </a:fld>
            <a:endParaRPr lang="en-US" dirty="0"/>
          </a:p>
        </p:txBody>
      </p:sp>
    </p:spTree>
    <p:extLst>
      <p:ext uri="{BB962C8B-B14F-4D97-AF65-F5344CB8AC3E}">
        <p14:creationId xmlns:p14="http://schemas.microsoft.com/office/powerpoint/2010/main" val="317367345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6.7 Content Adjust - Title, text">
    <p:spTree>
      <p:nvGrpSpPr>
        <p:cNvPr id="1" name=""/>
        <p:cNvGrpSpPr/>
        <p:nvPr/>
      </p:nvGrpSpPr>
      <p:grpSpPr>
        <a:xfrm>
          <a:off x="0" y="0"/>
          <a:ext cx="0" cy="0"/>
          <a:chOff x="0" y="0"/>
          <a:chExt cx="0" cy="0"/>
        </a:xfrm>
      </p:grpSpPr>
      <p:sp>
        <p:nvSpPr>
          <p:cNvPr id="2" name="Recolor 2">
            <a:extLst>
              <a:ext uri="{FF2B5EF4-FFF2-40B4-BE49-F238E27FC236}">
                <a16:creationId xmlns:a16="http://schemas.microsoft.com/office/drawing/2014/main" id="{0BAAFB0C-4266-8E91-CEF8-56DC59AFD897}"/>
              </a:ext>
            </a:extLst>
          </p:cNvPr>
          <p:cNvSpPr>
            <a:spLocks noGrp="1"/>
          </p:cNvSpPr>
          <p:nvPr>
            <p:ph type="body" sz="quarter" idx="15" hasCustomPrompt="1"/>
            <p:custDataLst>
              <p:tags r:id="rId1"/>
            </p:custDataLst>
          </p:nvPr>
        </p:nvSpPr>
        <p:spPr>
          <a:xfrm rot="5400000">
            <a:off x="8516399" y="3182402"/>
            <a:ext cx="6858001" cy="493200"/>
          </a:xfrm>
          <a:custGeom>
            <a:avLst/>
            <a:gdLst>
              <a:gd name="connsiteX0" fmla="*/ 0 w 12192000"/>
              <a:gd name="connsiteY0" fmla="*/ 0 h 876426"/>
              <a:gd name="connsiteX1" fmla="*/ 12192000 w 12192000"/>
              <a:gd name="connsiteY1" fmla="*/ 0 h 876426"/>
              <a:gd name="connsiteX2" fmla="*/ 12192000 w 12192000"/>
              <a:gd name="connsiteY2" fmla="*/ 876426 h 876426"/>
              <a:gd name="connsiteX3" fmla="*/ 0 w 12192000"/>
              <a:gd name="connsiteY3" fmla="*/ 876426 h 876426"/>
            </a:gdLst>
            <a:ahLst/>
            <a:cxnLst>
              <a:cxn ang="0">
                <a:pos x="connsiteX0" y="connsiteY0"/>
              </a:cxn>
              <a:cxn ang="0">
                <a:pos x="connsiteX1" y="connsiteY1"/>
              </a:cxn>
              <a:cxn ang="0">
                <a:pos x="connsiteX2" y="connsiteY2"/>
              </a:cxn>
              <a:cxn ang="0">
                <a:pos x="connsiteX3" y="connsiteY3"/>
              </a:cxn>
            </a:cxnLst>
            <a:rect l="l" t="t" r="r" b="b"/>
            <a:pathLst>
              <a:path w="12192000" h="876426">
                <a:moveTo>
                  <a:pt x="0" y="0"/>
                </a:moveTo>
                <a:lnTo>
                  <a:pt x="12192000" y="0"/>
                </a:lnTo>
                <a:lnTo>
                  <a:pt x="12192000" y="876426"/>
                </a:lnTo>
                <a:lnTo>
                  <a:pt x="0" y="876426"/>
                </a:lnTo>
                <a:close/>
              </a:path>
            </a:pathLst>
          </a:custGeom>
          <a:solidFill>
            <a:srgbClr val="337B7C"/>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3" name="Recolor 3">
            <a:extLst>
              <a:ext uri="{FF2B5EF4-FFF2-40B4-BE49-F238E27FC236}">
                <a16:creationId xmlns:a16="http://schemas.microsoft.com/office/drawing/2014/main" id="{5129FD57-54C5-13EF-C165-AA894178A3B5}"/>
              </a:ext>
            </a:extLst>
          </p:cNvPr>
          <p:cNvSpPr>
            <a:spLocks noGrp="1"/>
          </p:cNvSpPr>
          <p:nvPr>
            <p:ph type="body" sz="quarter" idx="16" hasCustomPrompt="1"/>
            <p:custDataLst>
              <p:tags r:id="rId2"/>
            </p:custDataLst>
          </p:nvPr>
        </p:nvSpPr>
        <p:spPr>
          <a:xfrm rot="16200000" flipH="1">
            <a:off x="8845199" y="4004404"/>
            <a:ext cx="4421999" cy="1285200"/>
          </a:xfrm>
          <a:custGeom>
            <a:avLst/>
            <a:gdLst>
              <a:gd name="connsiteX0" fmla="*/ 8133019 w 8133019"/>
              <a:gd name="connsiteY0" fmla="*/ 0 h 2286235"/>
              <a:gd name="connsiteX1" fmla="*/ 8133019 w 8133019"/>
              <a:gd name="connsiteY1" fmla="*/ 2286235 h 2286235"/>
              <a:gd name="connsiteX2" fmla="*/ 1892113 w 8133019"/>
              <a:gd name="connsiteY2" fmla="*/ 2286235 h 2286235"/>
              <a:gd name="connsiteX3" fmla="*/ 0 w 8133019"/>
              <a:gd name="connsiteY3" fmla="*/ 2286235 h 2286235"/>
              <a:gd name="connsiteX4" fmla="*/ 4071752 w 8133019"/>
              <a:gd name="connsiteY4" fmla="*/ 762034 h 2286235"/>
              <a:gd name="connsiteX5" fmla="*/ 8133019 w 8133019"/>
              <a:gd name="connsiteY5" fmla="*/ 0 h 2286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3019" h="2286235">
                <a:moveTo>
                  <a:pt x="8133019" y="0"/>
                </a:moveTo>
                <a:cubicBezTo>
                  <a:pt x="8133019" y="0"/>
                  <a:pt x="8133019" y="2286235"/>
                  <a:pt x="8133019" y="2286235"/>
                </a:cubicBezTo>
                <a:lnTo>
                  <a:pt x="1892113" y="2286235"/>
                </a:lnTo>
                <a:lnTo>
                  <a:pt x="0" y="2286235"/>
                </a:lnTo>
                <a:cubicBezTo>
                  <a:pt x="771578" y="2024651"/>
                  <a:pt x="2715039" y="1166910"/>
                  <a:pt x="4071752" y="762034"/>
                </a:cubicBezTo>
                <a:cubicBezTo>
                  <a:pt x="5326977" y="387536"/>
                  <a:pt x="6687319" y="72587"/>
                  <a:pt x="8133019" y="0"/>
                </a:cubicBezTo>
                <a:close/>
              </a:path>
            </a:pathLst>
          </a:custGeom>
          <a:solidFill>
            <a:srgbClr val="669C9D"/>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10" name="Recolor 1">
            <a:extLst>
              <a:ext uri="{FF2B5EF4-FFF2-40B4-BE49-F238E27FC236}">
                <a16:creationId xmlns:a16="http://schemas.microsoft.com/office/drawing/2014/main" id="{19AC2833-4FF1-3612-1625-8F1FF48711C3}"/>
              </a:ext>
            </a:extLst>
          </p:cNvPr>
          <p:cNvSpPr>
            <a:spLocks noGrp="1"/>
          </p:cNvSpPr>
          <p:nvPr>
            <p:ph type="body" sz="quarter" idx="14" hasCustomPrompt="1"/>
            <p:custDataLst>
              <p:tags r:id="rId3"/>
            </p:custDataLst>
          </p:nvPr>
        </p:nvSpPr>
        <p:spPr>
          <a:xfrm rot="16200000" flipH="1">
            <a:off x="10694998" y="1003802"/>
            <a:ext cx="2436001" cy="428400"/>
          </a:xfrm>
          <a:custGeom>
            <a:avLst/>
            <a:gdLst>
              <a:gd name="connsiteX0" fmla="*/ 0 w 4060191"/>
              <a:gd name="connsiteY0" fmla="*/ 0 h 762034"/>
              <a:gd name="connsiteX1" fmla="*/ 4060191 w 4060191"/>
              <a:gd name="connsiteY1" fmla="*/ 0 h 762034"/>
              <a:gd name="connsiteX2" fmla="*/ 0 w 4060191"/>
              <a:gd name="connsiteY2" fmla="*/ 762034 h 762034"/>
            </a:gdLst>
            <a:ahLst/>
            <a:cxnLst>
              <a:cxn ang="0">
                <a:pos x="connsiteX0" y="connsiteY0"/>
              </a:cxn>
              <a:cxn ang="0">
                <a:pos x="connsiteX1" y="connsiteY1"/>
              </a:cxn>
              <a:cxn ang="0">
                <a:pos x="connsiteX2" y="connsiteY2"/>
              </a:cxn>
            </a:cxnLst>
            <a:rect l="l" t="t" r="r" b="b"/>
            <a:pathLst>
              <a:path w="4060191" h="762034">
                <a:moveTo>
                  <a:pt x="0" y="0"/>
                </a:moveTo>
                <a:lnTo>
                  <a:pt x="4060191" y="0"/>
                </a:lnTo>
                <a:cubicBezTo>
                  <a:pt x="2770286" y="437272"/>
                  <a:pt x="1364106" y="709475"/>
                  <a:pt x="0" y="762034"/>
                </a:cubicBezTo>
                <a:close/>
              </a:path>
            </a:pathLst>
          </a:custGeom>
          <a:solidFill>
            <a:srgbClr val="00595B"/>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4" name="Date Placeholder 3">
            <a:extLst>
              <a:ext uri="{FF2B5EF4-FFF2-40B4-BE49-F238E27FC236}">
                <a16:creationId xmlns:a16="http://schemas.microsoft.com/office/drawing/2014/main" id="{BCACDAF7-0CFF-63E6-C5B6-39AC172CF70C}"/>
              </a:ext>
            </a:extLst>
          </p:cNvPr>
          <p:cNvSpPr>
            <a:spLocks noGrp="1"/>
          </p:cNvSpPr>
          <p:nvPr>
            <p:ph type="dt" sz="half" idx="10"/>
            <p:custDataLst>
              <p:tags r:id="rId4"/>
            </p:custDataLst>
          </p:nvPr>
        </p:nvSpPr>
        <p:spPr/>
        <p:txBody>
          <a:bodyPr/>
          <a:lstStyle/>
          <a:p>
            <a:fld id="{D2AC5E69-7004-4A00-9545-7EC576707B41}" type="datetime1">
              <a:rPr lang="en-US" smtClean="0"/>
              <a:t>5/28/2026</a:t>
            </a:fld>
            <a:endParaRPr lang="en-US" dirty="0"/>
          </a:p>
        </p:txBody>
      </p:sp>
      <p:sp>
        <p:nvSpPr>
          <p:cNvPr id="5" name="Footer Placeholder 4">
            <a:extLst>
              <a:ext uri="{FF2B5EF4-FFF2-40B4-BE49-F238E27FC236}">
                <a16:creationId xmlns:a16="http://schemas.microsoft.com/office/drawing/2014/main" id="{12BF6C78-CB1A-9841-2E87-D5E93664BC14}"/>
              </a:ext>
            </a:extLst>
          </p:cNvPr>
          <p:cNvSpPr>
            <a:spLocks noGrp="1"/>
          </p:cNvSpPr>
          <p:nvPr>
            <p:ph type="ftr" sz="quarter" idx="11"/>
            <p:custDataLst>
              <p:tags r:id="rId5"/>
            </p:custDataLst>
          </p:nvPr>
        </p:nvSpPr>
        <p:spPr/>
        <p:txBody>
          <a:bodyPr/>
          <a:lstStyle>
            <a:lvl1pPr>
              <a:defRPr lang="en-US" dirty="0"/>
            </a:lvl1pPr>
          </a:lstStyle>
          <a:p>
            <a:endParaRPr lang="en-US" dirty="0"/>
          </a:p>
        </p:txBody>
      </p:sp>
      <p:sp>
        <p:nvSpPr>
          <p:cNvPr id="7" name="Title 6">
            <a:extLst>
              <a:ext uri="{FF2B5EF4-FFF2-40B4-BE49-F238E27FC236}">
                <a16:creationId xmlns:a16="http://schemas.microsoft.com/office/drawing/2014/main" id="{5A6A5F45-9EF8-D384-7F08-1E7DBE6C0B50}"/>
              </a:ext>
            </a:extLst>
          </p:cNvPr>
          <p:cNvSpPr>
            <a:spLocks noGrp="1"/>
          </p:cNvSpPr>
          <p:nvPr>
            <p:ph type="title" hasCustomPrompt="1"/>
            <p:custDataLst>
              <p:tags r:id="rId6"/>
            </p:custDataLst>
          </p:nvPr>
        </p:nvSpPr>
        <p:spPr>
          <a:xfrm>
            <a:off x="457200" y="419954"/>
            <a:ext cx="9579756" cy="518746"/>
          </a:xfrm>
        </p:spPr>
        <p:txBody>
          <a:bodyPr tIns="93600" anchor="t" anchorCtr="0"/>
          <a:lstStyle/>
          <a:p>
            <a:r>
              <a:rPr lang="en-US" dirty="0"/>
              <a:t>Click to edit title</a:t>
            </a:r>
          </a:p>
        </p:txBody>
      </p:sp>
      <p:grpSp>
        <p:nvGrpSpPr>
          <p:cNvPr id="11" name="LOGO RED">
            <a:extLst>
              <a:ext uri="{FF2B5EF4-FFF2-40B4-BE49-F238E27FC236}">
                <a16:creationId xmlns:a16="http://schemas.microsoft.com/office/drawing/2014/main" id="{03910075-D321-9510-97C2-00714E52F49C}"/>
              </a:ext>
            </a:extLst>
          </p:cNvPr>
          <p:cNvGrpSpPr/>
          <p:nvPr userDrawn="1">
            <p:custDataLst>
              <p:tags r:id="rId7"/>
            </p:custDataLst>
          </p:nvPr>
        </p:nvGrpSpPr>
        <p:grpSpPr>
          <a:xfrm>
            <a:off x="454798" y="6444000"/>
            <a:ext cx="1407869" cy="245006"/>
            <a:chOff x="3245241" y="3110528"/>
            <a:chExt cx="5696307" cy="991307"/>
          </a:xfrm>
          <a:solidFill>
            <a:srgbClr val="ED1C24"/>
          </a:solidFill>
        </p:grpSpPr>
        <p:sp>
          <p:nvSpPr>
            <p:cNvPr id="12" name="Freeform: Shape 11">
              <a:extLst>
                <a:ext uri="{FF2B5EF4-FFF2-40B4-BE49-F238E27FC236}">
                  <a16:creationId xmlns:a16="http://schemas.microsoft.com/office/drawing/2014/main" id="{D63AD604-1EC6-C34D-D23C-FF83255CA525}"/>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682B7A83-D95E-BDE3-6C1C-4B1B9FF6C16B}"/>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22132A65-8485-C222-9C0A-C6DB9D94271C}"/>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583B5803-28E3-4B58-387B-244014349A58}"/>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AE5B87C9-7572-2ABB-7A82-0C84BC2C891D}"/>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17" name="Text Placeholder 15">
            <a:extLst>
              <a:ext uri="{FF2B5EF4-FFF2-40B4-BE49-F238E27FC236}">
                <a16:creationId xmlns:a16="http://schemas.microsoft.com/office/drawing/2014/main" id="{FFAF8473-F632-064B-1391-9756F8C17E57}"/>
              </a:ext>
            </a:extLst>
          </p:cNvPr>
          <p:cNvSpPr>
            <a:spLocks noGrp="1"/>
          </p:cNvSpPr>
          <p:nvPr>
            <p:ph type="body" sz="quarter" idx="17"/>
            <p:custDataLst>
              <p:tags r:id="rId8"/>
            </p:custDataLst>
          </p:nvPr>
        </p:nvSpPr>
        <p:spPr>
          <a:xfrm>
            <a:off x="457200" y="1196975"/>
            <a:ext cx="9579754" cy="5111749"/>
          </a:xfrm>
        </p:spPr>
        <p:txBody>
          <a:bodyPr lIns="0"/>
          <a:lstStyle/>
          <a:p>
            <a:pPr lvl="0"/>
            <a:r>
              <a:rPr lang="en-US" altLang="ja-JP"/>
              <a:t>Click to edit Master text styles</a:t>
            </a:r>
          </a:p>
        </p:txBody>
      </p:sp>
      <p:sp>
        <p:nvSpPr>
          <p:cNvPr id="6" name="Slide Number Placeholder 5">
            <a:extLst>
              <a:ext uri="{FF2B5EF4-FFF2-40B4-BE49-F238E27FC236}">
                <a16:creationId xmlns:a16="http://schemas.microsoft.com/office/drawing/2014/main" id="{88798A95-7A82-11FF-EEE1-A9BAA23FD511}"/>
              </a:ext>
            </a:extLst>
          </p:cNvPr>
          <p:cNvSpPr>
            <a:spLocks noGrp="1"/>
          </p:cNvSpPr>
          <p:nvPr>
            <p:ph type="sldNum" sz="quarter" idx="12"/>
            <p:custDataLst>
              <p:tags r:id="rId9"/>
            </p:custDataLst>
          </p:nvPr>
        </p:nvSpPr>
        <p:spPr/>
        <p:txBody>
          <a:bodyPr/>
          <a:lstStyle>
            <a:lvl1pPr>
              <a:defRPr>
                <a:solidFill>
                  <a:schemeClr val="bg1"/>
                </a:solidFill>
              </a:defRPr>
            </a:lvl1pPr>
          </a:lstStyle>
          <a:p>
            <a:fld id="{35EA36FB-EA35-45B6-87A5-93E7705983EC}" type="slidenum">
              <a:rPr lang="en-US" smtClean="0"/>
              <a:pPr/>
              <a:t>‹#›</a:t>
            </a:fld>
            <a:endParaRPr lang="en-US" dirty="0"/>
          </a:p>
        </p:txBody>
      </p:sp>
    </p:spTree>
    <p:extLst>
      <p:ext uri="{BB962C8B-B14F-4D97-AF65-F5344CB8AC3E}">
        <p14:creationId xmlns:p14="http://schemas.microsoft.com/office/powerpoint/2010/main" val="45664032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6.8 Content Adjust - Title, Text, img.">
    <p:spTree>
      <p:nvGrpSpPr>
        <p:cNvPr id="1" name=""/>
        <p:cNvGrpSpPr/>
        <p:nvPr/>
      </p:nvGrpSpPr>
      <p:grpSpPr>
        <a:xfrm>
          <a:off x="0" y="0"/>
          <a:ext cx="0" cy="0"/>
          <a:chOff x="0" y="0"/>
          <a:chExt cx="0" cy="0"/>
        </a:xfrm>
      </p:grpSpPr>
      <p:sp>
        <p:nvSpPr>
          <p:cNvPr id="9" name="Picture Placeholder 7">
            <a:extLst>
              <a:ext uri="{FF2B5EF4-FFF2-40B4-BE49-F238E27FC236}">
                <a16:creationId xmlns:a16="http://schemas.microsoft.com/office/drawing/2014/main" id="{DD2BBF9F-144B-03D4-A6EE-F67407829327}"/>
              </a:ext>
            </a:extLst>
          </p:cNvPr>
          <p:cNvSpPr>
            <a:spLocks noGrp="1"/>
          </p:cNvSpPr>
          <p:nvPr>
            <p:ph type="pic" sz="quarter" idx="17" hasCustomPrompt="1"/>
            <p:custDataLst>
              <p:tags r:id="rId1"/>
            </p:custDataLst>
          </p:nvPr>
        </p:nvSpPr>
        <p:spPr>
          <a:xfrm>
            <a:off x="8016000" y="0"/>
            <a:ext cx="4176000" cy="6858000"/>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en-US" dirty="0"/>
              <a:t> </a:t>
            </a:r>
          </a:p>
        </p:txBody>
      </p:sp>
      <p:sp>
        <p:nvSpPr>
          <p:cNvPr id="10" name="Recolor 3">
            <a:extLst>
              <a:ext uri="{FF2B5EF4-FFF2-40B4-BE49-F238E27FC236}">
                <a16:creationId xmlns:a16="http://schemas.microsoft.com/office/drawing/2014/main" id="{575ECB72-7503-D6FA-E6B4-4E714BC54ACA}"/>
              </a:ext>
            </a:extLst>
          </p:cNvPr>
          <p:cNvSpPr>
            <a:spLocks noGrp="1"/>
          </p:cNvSpPr>
          <p:nvPr>
            <p:ph type="body" sz="quarter" idx="19" hasCustomPrompt="1"/>
            <p:custDataLst>
              <p:tags r:id="rId2"/>
            </p:custDataLst>
          </p:nvPr>
        </p:nvSpPr>
        <p:spPr>
          <a:xfrm rot="16200000" flipH="1">
            <a:off x="5183477" y="4025479"/>
            <a:ext cx="4421999" cy="1243048"/>
          </a:xfrm>
          <a:custGeom>
            <a:avLst/>
            <a:gdLst>
              <a:gd name="connsiteX0" fmla="*/ 8133019 w 8133019"/>
              <a:gd name="connsiteY0" fmla="*/ 0 h 2286235"/>
              <a:gd name="connsiteX1" fmla="*/ 8133019 w 8133019"/>
              <a:gd name="connsiteY1" fmla="*/ 2286235 h 2286235"/>
              <a:gd name="connsiteX2" fmla="*/ 1892113 w 8133019"/>
              <a:gd name="connsiteY2" fmla="*/ 2286235 h 2286235"/>
              <a:gd name="connsiteX3" fmla="*/ 0 w 8133019"/>
              <a:gd name="connsiteY3" fmla="*/ 2286235 h 2286235"/>
              <a:gd name="connsiteX4" fmla="*/ 4071752 w 8133019"/>
              <a:gd name="connsiteY4" fmla="*/ 762034 h 2286235"/>
              <a:gd name="connsiteX5" fmla="*/ 8133019 w 8133019"/>
              <a:gd name="connsiteY5" fmla="*/ 0 h 2286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3019" h="2286235">
                <a:moveTo>
                  <a:pt x="8133019" y="0"/>
                </a:moveTo>
                <a:cubicBezTo>
                  <a:pt x="8133019" y="0"/>
                  <a:pt x="8133019" y="2286235"/>
                  <a:pt x="8133019" y="2286235"/>
                </a:cubicBezTo>
                <a:lnTo>
                  <a:pt x="1892113" y="2286235"/>
                </a:lnTo>
                <a:lnTo>
                  <a:pt x="0" y="2286235"/>
                </a:lnTo>
                <a:cubicBezTo>
                  <a:pt x="771578" y="2024651"/>
                  <a:pt x="2715039" y="1166910"/>
                  <a:pt x="4071752" y="762034"/>
                </a:cubicBezTo>
                <a:cubicBezTo>
                  <a:pt x="5326977" y="387536"/>
                  <a:pt x="6687319" y="72587"/>
                  <a:pt x="8133019" y="0"/>
                </a:cubicBezTo>
                <a:close/>
              </a:path>
            </a:pathLst>
          </a:custGeom>
          <a:solidFill>
            <a:srgbClr val="F69A66"/>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18" name="Recolor 1">
            <a:extLst>
              <a:ext uri="{FF2B5EF4-FFF2-40B4-BE49-F238E27FC236}">
                <a16:creationId xmlns:a16="http://schemas.microsoft.com/office/drawing/2014/main" id="{BE5D2148-F2EA-A286-A106-C54E05B7A7A6}"/>
              </a:ext>
            </a:extLst>
          </p:cNvPr>
          <p:cNvSpPr>
            <a:spLocks noGrp="1"/>
          </p:cNvSpPr>
          <p:nvPr>
            <p:ph type="body" sz="quarter" idx="14" hasCustomPrompt="1"/>
            <p:custDataLst>
              <p:tags r:id="rId3"/>
            </p:custDataLst>
          </p:nvPr>
        </p:nvSpPr>
        <p:spPr>
          <a:xfrm rot="16200000" flipH="1">
            <a:off x="7026600" y="989403"/>
            <a:ext cx="2436001" cy="457199"/>
          </a:xfrm>
          <a:custGeom>
            <a:avLst/>
            <a:gdLst>
              <a:gd name="connsiteX0" fmla="*/ 0 w 4060191"/>
              <a:gd name="connsiteY0" fmla="*/ 0 h 762034"/>
              <a:gd name="connsiteX1" fmla="*/ 4060191 w 4060191"/>
              <a:gd name="connsiteY1" fmla="*/ 0 h 762034"/>
              <a:gd name="connsiteX2" fmla="*/ 0 w 4060191"/>
              <a:gd name="connsiteY2" fmla="*/ 762034 h 762034"/>
            </a:gdLst>
            <a:ahLst/>
            <a:cxnLst>
              <a:cxn ang="0">
                <a:pos x="connsiteX0" y="connsiteY0"/>
              </a:cxn>
              <a:cxn ang="0">
                <a:pos x="connsiteX1" y="connsiteY1"/>
              </a:cxn>
              <a:cxn ang="0">
                <a:pos x="connsiteX2" y="connsiteY2"/>
              </a:cxn>
            </a:cxnLst>
            <a:rect l="l" t="t" r="r" b="b"/>
            <a:pathLst>
              <a:path w="4060191" h="762034">
                <a:moveTo>
                  <a:pt x="0" y="0"/>
                </a:moveTo>
                <a:lnTo>
                  <a:pt x="4060191" y="0"/>
                </a:lnTo>
                <a:cubicBezTo>
                  <a:pt x="2770286" y="437272"/>
                  <a:pt x="1364106" y="709475"/>
                  <a:pt x="0" y="762034"/>
                </a:cubicBezTo>
                <a:close/>
              </a:path>
            </a:pathLst>
          </a:custGeom>
          <a:solidFill>
            <a:srgbClr val="F05700"/>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5" name="Footer Placeholder 4">
            <a:extLst>
              <a:ext uri="{FF2B5EF4-FFF2-40B4-BE49-F238E27FC236}">
                <a16:creationId xmlns:a16="http://schemas.microsoft.com/office/drawing/2014/main" id="{12BF6C78-CB1A-9841-2E87-D5E93664BC14}"/>
              </a:ext>
            </a:extLst>
          </p:cNvPr>
          <p:cNvSpPr>
            <a:spLocks noGrp="1"/>
          </p:cNvSpPr>
          <p:nvPr>
            <p:ph type="ftr" sz="quarter" idx="11"/>
            <p:custDataLst>
              <p:tags r:id="rId4"/>
            </p:custDataLst>
          </p:nvPr>
        </p:nvSpPr>
        <p:spPr/>
        <p:txBody>
          <a:bodyPr/>
          <a:lstStyle>
            <a:lvl1pPr>
              <a:defRPr lang="en-US" dirty="0"/>
            </a:lvl1pPr>
          </a:lstStyle>
          <a:p>
            <a:endParaRPr lang="en-US" dirty="0"/>
          </a:p>
        </p:txBody>
      </p:sp>
      <p:sp>
        <p:nvSpPr>
          <p:cNvPr id="6" name="Slide Number Placeholder 5">
            <a:extLst>
              <a:ext uri="{FF2B5EF4-FFF2-40B4-BE49-F238E27FC236}">
                <a16:creationId xmlns:a16="http://schemas.microsoft.com/office/drawing/2014/main" id="{88798A95-7A82-11FF-EEE1-A9BAA23FD511}"/>
              </a:ext>
            </a:extLst>
          </p:cNvPr>
          <p:cNvSpPr>
            <a:spLocks noGrp="1"/>
          </p:cNvSpPr>
          <p:nvPr>
            <p:ph type="sldNum" sz="quarter" idx="12"/>
            <p:custDataLst>
              <p:tags r:id="rId5"/>
            </p:custDataLst>
          </p:nvPr>
        </p:nvSpPr>
        <p:spPr/>
        <p:txBody>
          <a:bodyPr/>
          <a:lstStyle/>
          <a:p>
            <a:fld id="{35EA36FB-EA35-45B6-87A5-93E7705983EC}" type="slidenum">
              <a:rPr lang="en-US" smtClean="0"/>
              <a:t>‹#›</a:t>
            </a:fld>
            <a:endParaRPr lang="en-US" dirty="0"/>
          </a:p>
        </p:txBody>
      </p:sp>
      <p:sp>
        <p:nvSpPr>
          <p:cNvPr id="7" name="Title 6">
            <a:extLst>
              <a:ext uri="{FF2B5EF4-FFF2-40B4-BE49-F238E27FC236}">
                <a16:creationId xmlns:a16="http://schemas.microsoft.com/office/drawing/2014/main" id="{5A6A5F45-9EF8-D384-7F08-1E7DBE6C0B50}"/>
              </a:ext>
            </a:extLst>
          </p:cNvPr>
          <p:cNvSpPr>
            <a:spLocks noGrp="1"/>
          </p:cNvSpPr>
          <p:nvPr>
            <p:ph type="title" hasCustomPrompt="1"/>
            <p:custDataLst>
              <p:tags r:id="rId6"/>
            </p:custDataLst>
          </p:nvPr>
        </p:nvSpPr>
        <p:spPr>
          <a:xfrm>
            <a:off x="457200" y="419954"/>
            <a:ext cx="6046210" cy="518746"/>
          </a:xfrm>
        </p:spPr>
        <p:txBody>
          <a:bodyPr tIns="93600" anchor="t" anchorCtr="0"/>
          <a:lstStyle/>
          <a:p>
            <a:r>
              <a:rPr lang="en-US" dirty="0"/>
              <a:t>Click to edit title</a:t>
            </a:r>
          </a:p>
        </p:txBody>
      </p:sp>
      <p:grpSp>
        <p:nvGrpSpPr>
          <p:cNvPr id="2" name="LOGO RED">
            <a:extLst>
              <a:ext uri="{FF2B5EF4-FFF2-40B4-BE49-F238E27FC236}">
                <a16:creationId xmlns:a16="http://schemas.microsoft.com/office/drawing/2014/main" id="{03A8A8B6-DDB7-8BF4-9EE0-BE3C51713173}"/>
              </a:ext>
            </a:extLst>
          </p:cNvPr>
          <p:cNvGrpSpPr/>
          <p:nvPr userDrawn="1">
            <p:custDataLst>
              <p:tags r:id="rId7"/>
            </p:custDataLst>
          </p:nvPr>
        </p:nvGrpSpPr>
        <p:grpSpPr>
          <a:xfrm>
            <a:off x="454798" y="6444000"/>
            <a:ext cx="1407869" cy="245006"/>
            <a:chOff x="3245241" y="3110528"/>
            <a:chExt cx="5696307" cy="991307"/>
          </a:xfrm>
          <a:solidFill>
            <a:srgbClr val="ED1C24"/>
          </a:solidFill>
        </p:grpSpPr>
        <p:sp>
          <p:nvSpPr>
            <p:cNvPr id="12" name="Freeform: Shape 11">
              <a:extLst>
                <a:ext uri="{FF2B5EF4-FFF2-40B4-BE49-F238E27FC236}">
                  <a16:creationId xmlns:a16="http://schemas.microsoft.com/office/drawing/2014/main" id="{B683CB0A-C4DA-13D2-CDBB-FB40A62D7C3F}"/>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88198D47-9CD4-0141-0572-412B7C7E3025}"/>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01FFC8C-4752-C65D-C8C0-FEEE8E1A484C}"/>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F1DD9917-D946-A2F1-AD1C-721079DBF454}"/>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EBD519E9-8AC8-4423-CD78-966EC81D918A}"/>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17" name="Text Placeholder 15">
            <a:extLst>
              <a:ext uri="{FF2B5EF4-FFF2-40B4-BE49-F238E27FC236}">
                <a16:creationId xmlns:a16="http://schemas.microsoft.com/office/drawing/2014/main" id="{2E9EC317-F009-80DC-4997-E14711B85C1B}"/>
              </a:ext>
            </a:extLst>
          </p:cNvPr>
          <p:cNvSpPr>
            <a:spLocks noGrp="1"/>
          </p:cNvSpPr>
          <p:nvPr>
            <p:ph type="body" sz="quarter" idx="18"/>
            <p:custDataLst>
              <p:tags r:id="rId8"/>
            </p:custDataLst>
          </p:nvPr>
        </p:nvSpPr>
        <p:spPr>
          <a:xfrm>
            <a:off x="457200" y="1196975"/>
            <a:ext cx="6046208" cy="5111749"/>
          </a:xfrm>
        </p:spPr>
        <p:txBody>
          <a:bodyPr lIns="0"/>
          <a:lstStyle/>
          <a:p>
            <a:pPr lvl="0"/>
            <a:r>
              <a:rPr lang="en-US" altLang="ja-JP"/>
              <a:t>Click to edit Master text styles</a:t>
            </a:r>
          </a:p>
        </p:txBody>
      </p:sp>
      <p:sp>
        <p:nvSpPr>
          <p:cNvPr id="3" name="Date Placeholder 3">
            <a:extLst>
              <a:ext uri="{FF2B5EF4-FFF2-40B4-BE49-F238E27FC236}">
                <a16:creationId xmlns:a16="http://schemas.microsoft.com/office/drawing/2014/main" id="{5EA67472-F74A-83FA-6F95-6EC5F7F1CD15}"/>
              </a:ext>
            </a:extLst>
          </p:cNvPr>
          <p:cNvSpPr>
            <a:spLocks noGrp="1"/>
          </p:cNvSpPr>
          <p:nvPr>
            <p:ph type="dt" sz="half" idx="10"/>
            <p:custDataLst>
              <p:tags r:id="rId9"/>
            </p:custDataLst>
          </p:nvPr>
        </p:nvSpPr>
        <p:spPr>
          <a:xfrm>
            <a:off x="2486346" y="6356350"/>
            <a:ext cx="1552254" cy="365125"/>
          </a:xfrm>
        </p:spPr>
        <p:txBody>
          <a:bodyPr/>
          <a:lstStyle/>
          <a:p>
            <a:fld id="{D2AC5E69-7004-4A00-9545-7EC576707B41}" type="datetime1">
              <a:rPr lang="en-US" smtClean="0"/>
              <a:t>5/28/2026</a:t>
            </a:fld>
            <a:endParaRPr lang="en-US" dirty="0"/>
          </a:p>
        </p:txBody>
      </p:sp>
    </p:spTree>
    <p:extLst>
      <p:ext uri="{BB962C8B-B14F-4D97-AF65-F5344CB8AC3E}">
        <p14:creationId xmlns:p14="http://schemas.microsoft.com/office/powerpoint/2010/main" val="2864897361"/>
      </p:ext>
    </p:extLst>
  </p:cSld>
  <p:clrMapOvr>
    <a:masterClrMapping/>
  </p:clrMapOvr>
  <p:extLst>
    <p:ext uri="{DCECCB84-F9BA-43D5-87BE-67443E8EF086}">
      <p15:sldGuideLst xmlns:p15="http://schemas.microsoft.com/office/powerpoint/2012/main">
        <p15:guide id="1" orient="horz" pos="3974"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6.9 Adjust Content - Adjust_Title, Text, linbe">
    <p:spTree>
      <p:nvGrpSpPr>
        <p:cNvPr id="1" name=""/>
        <p:cNvGrpSpPr/>
        <p:nvPr/>
      </p:nvGrpSpPr>
      <p:grpSpPr>
        <a:xfrm>
          <a:off x="0" y="0"/>
          <a:ext cx="0" cy="0"/>
          <a:chOff x="0" y="0"/>
          <a:chExt cx="0" cy="0"/>
        </a:xfrm>
      </p:grpSpPr>
      <p:sp>
        <p:nvSpPr>
          <p:cNvPr id="2" name="Recolor 2">
            <a:extLst>
              <a:ext uri="{FF2B5EF4-FFF2-40B4-BE49-F238E27FC236}">
                <a16:creationId xmlns:a16="http://schemas.microsoft.com/office/drawing/2014/main" id="{90F2AE39-4F28-164F-B61E-AAD0004AD31C}"/>
              </a:ext>
            </a:extLst>
          </p:cNvPr>
          <p:cNvSpPr>
            <a:spLocks noGrp="1"/>
          </p:cNvSpPr>
          <p:nvPr>
            <p:ph type="body" sz="quarter" idx="15" hasCustomPrompt="1"/>
            <p:custDataLst>
              <p:tags r:id="rId1"/>
            </p:custDataLst>
          </p:nvPr>
        </p:nvSpPr>
        <p:spPr>
          <a:xfrm>
            <a:off x="0" y="6356350"/>
            <a:ext cx="12192000" cy="549316"/>
          </a:xfrm>
          <a:custGeom>
            <a:avLst/>
            <a:gdLst>
              <a:gd name="connsiteX0" fmla="*/ 0 w 12192000"/>
              <a:gd name="connsiteY0" fmla="*/ 0 h 876426"/>
              <a:gd name="connsiteX1" fmla="*/ 12192000 w 12192000"/>
              <a:gd name="connsiteY1" fmla="*/ 0 h 876426"/>
              <a:gd name="connsiteX2" fmla="*/ 12192000 w 12192000"/>
              <a:gd name="connsiteY2" fmla="*/ 876426 h 876426"/>
              <a:gd name="connsiteX3" fmla="*/ 0 w 12192000"/>
              <a:gd name="connsiteY3" fmla="*/ 876426 h 876426"/>
            </a:gdLst>
            <a:ahLst/>
            <a:cxnLst>
              <a:cxn ang="0">
                <a:pos x="connsiteX0" y="connsiteY0"/>
              </a:cxn>
              <a:cxn ang="0">
                <a:pos x="connsiteX1" y="connsiteY1"/>
              </a:cxn>
              <a:cxn ang="0">
                <a:pos x="connsiteX2" y="connsiteY2"/>
              </a:cxn>
              <a:cxn ang="0">
                <a:pos x="connsiteX3" y="connsiteY3"/>
              </a:cxn>
            </a:cxnLst>
            <a:rect l="l" t="t" r="r" b="b"/>
            <a:pathLst>
              <a:path w="12192000" h="876426">
                <a:moveTo>
                  <a:pt x="0" y="0"/>
                </a:moveTo>
                <a:lnTo>
                  <a:pt x="12192000" y="0"/>
                </a:lnTo>
                <a:lnTo>
                  <a:pt x="12192000" y="876426"/>
                </a:lnTo>
                <a:lnTo>
                  <a:pt x="0" y="876426"/>
                </a:lnTo>
                <a:close/>
              </a:path>
            </a:pathLst>
          </a:custGeom>
          <a:solidFill>
            <a:srgbClr val="335286"/>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3" name="Recolor 1">
            <a:extLst>
              <a:ext uri="{FF2B5EF4-FFF2-40B4-BE49-F238E27FC236}">
                <a16:creationId xmlns:a16="http://schemas.microsoft.com/office/drawing/2014/main" id="{DE6D56D6-A070-1E01-6496-1F044F8700F9}"/>
              </a:ext>
            </a:extLst>
          </p:cNvPr>
          <p:cNvSpPr>
            <a:spLocks noGrp="1"/>
          </p:cNvSpPr>
          <p:nvPr>
            <p:ph type="body" sz="quarter" idx="14" hasCustomPrompt="1"/>
            <p:custDataLst>
              <p:tags r:id="rId2"/>
            </p:custDataLst>
          </p:nvPr>
        </p:nvSpPr>
        <p:spPr>
          <a:xfrm>
            <a:off x="0" y="6356350"/>
            <a:ext cx="2317315" cy="434924"/>
          </a:xfrm>
          <a:custGeom>
            <a:avLst/>
            <a:gdLst>
              <a:gd name="connsiteX0" fmla="*/ 0 w 4060191"/>
              <a:gd name="connsiteY0" fmla="*/ 0 h 762034"/>
              <a:gd name="connsiteX1" fmla="*/ 4060191 w 4060191"/>
              <a:gd name="connsiteY1" fmla="*/ 0 h 762034"/>
              <a:gd name="connsiteX2" fmla="*/ 0 w 4060191"/>
              <a:gd name="connsiteY2" fmla="*/ 762034 h 762034"/>
            </a:gdLst>
            <a:ahLst/>
            <a:cxnLst>
              <a:cxn ang="0">
                <a:pos x="connsiteX0" y="connsiteY0"/>
              </a:cxn>
              <a:cxn ang="0">
                <a:pos x="connsiteX1" y="connsiteY1"/>
              </a:cxn>
              <a:cxn ang="0">
                <a:pos x="connsiteX2" y="connsiteY2"/>
              </a:cxn>
            </a:cxnLst>
            <a:rect l="l" t="t" r="r" b="b"/>
            <a:pathLst>
              <a:path w="4060191" h="762034">
                <a:moveTo>
                  <a:pt x="0" y="0"/>
                </a:moveTo>
                <a:lnTo>
                  <a:pt x="4060191" y="0"/>
                </a:lnTo>
                <a:cubicBezTo>
                  <a:pt x="2770286" y="437272"/>
                  <a:pt x="1364106" y="709475"/>
                  <a:pt x="0" y="762034"/>
                </a:cubicBezTo>
                <a:close/>
              </a:path>
            </a:pathLst>
          </a:custGeom>
          <a:solidFill>
            <a:srgbClr val="002768"/>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7" name="Title 6">
            <a:extLst>
              <a:ext uri="{FF2B5EF4-FFF2-40B4-BE49-F238E27FC236}">
                <a16:creationId xmlns:a16="http://schemas.microsoft.com/office/drawing/2014/main" id="{5A6A5F45-9EF8-D384-7F08-1E7DBE6C0B50}"/>
              </a:ext>
            </a:extLst>
          </p:cNvPr>
          <p:cNvSpPr>
            <a:spLocks noGrp="1"/>
          </p:cNvSpPr>
          <p:nvPr>
            <p:ph type="title" hasCustomPrompt="1"/>
            <p:custDataLst>
              <p:tags r:id="rId3"/>
            </p:custDataLst>
          </p:nvPr>
        </p:nvSpPr>
        <p:spPr>
          <a:xfrm>
            <a:off x="457200" y="419954"/>
            <a:ext cx="11280002" cy="518746"/>
          </a:xfrm>
        </p:spPr>
        <p:txBody>
          <a:bodyPr tIns="93600" anchor="t" anchorCtr="0"/>
          <a:lstStyle/>
          <a:p>
            <a:r>
              <a:rPr lang="en-US" dirty="0"/>
              <a:t>Click to edit title</a:t>
            </a:r>
          </a:p>
        </p:txBody>
      </p:sp>
      <p:grpSp>
        <p:nvGrpSpPr>
          <p:cNvPr id="10" name="LOGO RED">
            <a:extLst>
              <a:ext uri="{FF2B5EF4-FFF2-40B4-BE49-F238E27FC236}">
                <a16:creationId xmlns:a16="http://schemas.microsoft.com/office/drawing/2014/main" id="{76BB226A-D2AE-E932-4465-15686F2CC835}"/>
              </a:ext>
            </a:extLst>
          </p:cNvPr>
          <p:cNvGrpSpPr/>
          <p:nvPr userDrawn="1">
            <p:custDataLst>
              <p:tags r:id="rId4"/>
            </p:custDataLst>
          </p:nvPr>
        </p:nvGrpSpPr>
        <p:grpSpPr>
          <a:xfrm>
            <a:off x="10344711" y="4267371"/>
            <a:ext cx="1407869" cy="245006"/>
            <a:chOff x="3245241" y="3110528"/>
            <a:chExt cx="5696307" cy="991307"/>
          </a:xfrm>
          <a:solidFill>
            <a:srgbClr val="FFFFFF"/>
          </a:solidFill>
        </p:grpSpPr>
        <p:sp>
          <p:nvSpPr>
            <p:cNvPr id="11" name="Freeform: Shape 10">
              <a:extLst>
                <a:ext uri="{FF2B5EF4-FFF2-40B4-BE49-F238E27FC236}">
                  <a16:creationId xmlns:a16="http://schemas.microsoft.com/office/drawing/2014/main" id="{161581E0-3847-6AA2-8063-5B1F6C436F85}"/>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8E435CB-D370-0252-EC4E-869D6BB1C545}"/>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38E8DCB-9A41-5FCA-3711-219FE9087C8B}"/>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0EF9975-4214-7147-C85A-5211DA737B71}"/>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2B3D5FC-D9DE-5449-BCCC-A528D4355D5B}"/>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a:p>
          </p:txBody>
        </p:sp>
      </p:grpSp>
      <p:sp>
        <p:nvSpPr>
          <p:cNvPr id="18" name="Text Placeholder 15">
            <a:extLst>
              <a:ext uri="{FF2B5EF4-FFF2-40B4-BE49-F238E27FC236}">
                <a16:creationId xmlns:a16="http://schemas.microsoft.com/office/drawing/2014/main" id="{87DB0653-6205-7658-15FE-8991791F0B89}"/>
              </a:ext>
            </a:extLst>
          </p:cNvPr>
          <p:cNvSpPr>
            <a:spLocks noGrp="1"/>
          </p:cNvSpPr>
          <p:nvPr>
            <p:ph type="body" sz="quarter" idx="18"/>
            <p:custDataLst>
              <p:tags r:id="rId5"/>
            </p:custDataLst>
          </p:nvPr>
        </p:nvSpPr>
        <p:spPr>
          <a:xfrm>
            <a:off x="457200" y="1196975"/>
            <a:ext cx="11280002" cy="4975183"/>
          </a:xfrm>
        </p:spPr>
        <p:txBody>
          <a:bodyPr lIns="0"/>
          <a:lstStyle/>
          <a:p>
            <a:pPr lvl="0"/>
            <a:r>
              <a:rPr lang="en-US" altLang="ja-JP"/>
              <a:t>Click to edit Master text styles</a:t>
            </a:r>
          </a:p>
        </p:txBody>
      </p:sp>
      <p:sp>
        <p:nvSpPr>
          <p:cNvPr id="19" name="Date Placeholder 18">
            <a:extLst>
              <a:ext uri="{FF2B5EF4-FFF2-40B4-BE49-F238E27FC236}">
                <a16:creationId xmlns:a16="http://schemas.microsoft.com/office/drawing/2014/main" id="{16E2A5EE-D2EA-40FB-A5D9-F1076135E4EF}"/>
              </a:ext>
            </a:extLst>
          </p:cNvPr>
          <p:cNvSpPr>
            <a:spLocks noGrp="1"/>
          </p:cNvSpPr>
          <p:nvPr>
            <p:ph type="dt" sz="half" idx="19"/>
            <p:custDataLst>
              <p:tags r:id="rId6"/>
            </p:custDataLst>
          </p:nvPr>
        </p:nvSpPr>
        <p:spPr/>
        <p:txBody>
          <a:bodyPr/>
          <a:lstStyle>
            <a:lvl1pPr>
              <a:defRPr>
                <a:solidFill>
                  <a:schemeClr val="bg1"/>
                </a:solidFill>
              </a:defRPr>
            </a:lvl1pPr>
          </a:lstStyle>
          <a:p>
            <a:fld id="{9B5B6A92-BAB5-4B22-BAA8-718F1C55AEE9}" type="datetime1">
              <a:rPr lang="en-US" smtClean="0"/>
              <a:t>5/28/2026</a:t>
            </a:fld>
            <a:endParaRPr lang="en-US" dirty="0"/>
          </a:p>
        </p:txBody>
      </p:sp>
      <p:sp>
        <p:nvSpPr>
          <p:cNvPr id="20" name="Footer Placeholder 19">
            <a:extLst>
              <a:ext uri="{FF2B5EF4-FFF2-40B4-BE49-F238E27FC236}">
                <a16:creationId xmlns:a16="http://schemas.microsoft.com/office/drawing/2014/main" id="{9642BDF0-3A71-40BD-31C4-3EE1BB8EA02D}"/>
              </a:ext>
            </a:extLst>
          </p:cNvPr>
          <p:cNvSpPr>
            <a:spLocks noGrp="1"/>
          </p:cNvSpPr>
          <p:nvPr>
            <p:ph type="ftr" sz="quarter" idx="20"/>
            <p:custDataLst>
              <p:tags r:id="rId7"/>
            </p:custDataLst>
          </p:nvPr>
        </p:nvSpPr>
        <p:spPr/>
        <p:txBody>
          <a:bodyPr/>
          <a:lstStyle>
            <a:lvl1pPr>
              <a:defRPr lang="en-US" dirty="0">
                <a:solidFill>
                  <a:schemeClr val="bg1"/>
                </a:solidFill>
              </a:defRPr>
            </a:lvl1pPr>
          </a:lstStyle>
          <a:p>
            <a:endParaRPr lang="en-SE" dirty="0"/>
          </a:p>
        </p:txBody>
      </p:sp>
      <p:sp>
        <p:nvSpPr>
          <p:cNvPr id="21" name="Slide Number Placeholder 20">
            <a:extLst>
              <a:ext uri="{FF2B5EF4-FFF2-40B4-BE49-F238E27FC236}">
                <a16:creationId xmlns:a16="http://schemas.microsoft.com/office/drawing/2014/main" id="{59C6B342-09AD-4A86-5F2B-9EEA42905176}"/>
              </a:ext>
            </a:extLst>
          </p:cNvPr>
          <p:cNvSpPr>
            <a:spLocks noGrp="1"/>
          </p:cNvSpPr>
          <p:nvPr>
            <p:ph type="sldNum" sz="quarter" idx="21"/>
            <p:custDataLst>
              <p:tags r:id="rId8"/>
            </p:custDataLst>
          </p:nvPr>
        </p:nvSpPr>
        <p:spPr>
          <a:xfrm>
            <a:off x="8610600" y="6356350"/>
            <a:ext cx="1407869" cy="365125"/>
          </a:xfrm>
        </p:spPr>
        <p:txBody>
          <a:bodyPr/>
          <a:lstStyle>
            <a:lvl1pPr>
              <a:defRPr>
                <a:solidFill>
                  <a:schemeClr val="bg1"/>
                </a:solidFill>
              </a:defRPr>
            </a:lvl1pPr>
          </a:lstStyle>
          <a:p>
            <a:fld id="{35EA36FB-EA35-45B6-87A5-93E7705983EC}" type="slidenum">
              <a:rPr lang="en-US" smtClean="0"/>
              <a:pPr/>
              <a:t>‹#›</a:t>
            </a:fld>
            <a:endParaRPr lang="en-US" dirty="0"/>
          </a:p>
        </p:txBody>
      </p:sp>
      <p:sp>
        <p:nvSpPr>
          <p:cNvPr id="4" name="Logo">
            <a:extLst>
              <a:ext uri="{FF2B5EF4-FFF2-40B4-BE49-F238E27FC236}">
                <a16:creationId xmlns:a16="http://schemas.microsoft.com/office/drawing/2014/main" id="{19A0B834-0BB6-A2A7-3400-C484CC0CEF42}"/>
              </a:ext>
            </a:extLst>
          </p:cNvPr>
          <p:cNvSpPr>
            <a:spLocks noGrp="1"/>
          </p:cNvSpPr>
          <p:nvPr>
            <p:ph type="body" sz="quarter" idx="17" hasCustomPrompt="1"/>
            <p:custDataLst>
              <p:tags r:id="rId9"/>
            </p:custDataLst>
          </p:nvPr>
        </p:nvSpPr>
        <p:spPr>
          <a:xfrm>
            <a:off x="10326930" y="6444000"/>
            <a:ext cx="1407869" cy="245006"/>
          </a:xfrm>
          <a:prstGeom prst="rect">
            <a:avLst/>
          </a:prstGeom>
          <a:blipFill>
            <a:blip>
              <a:extLst>
                <a:ext uri="{96DAC541-7B7A-43D3-8B79-37D633B846F1}">
                  <asvg:svgBlip xmlns:asvg="http://schemas.microsoft.com/office/drawing/2016/SVG/main" r:embed="rId11"/>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Tree>
    <p:extLst>
      <p:ext uri="{BB962C8B-B14F-4D97-AF65-F5344CB8AC3E}">
        <p14:creationId xmlns:p14="http://schemas.microsoft.com/office/powerpoint/2010/main" val="729634873"/>
      </p:ext>
    </p:extLst>
  </p:cSld>
  <p:clrMapOvr>
    <a:masterClrMapping/>
  </p:clrMapOvr>
  <p:extLst>
    <p:ext uri="{DCECCB84-F9BA-43D5-87BE-67443E8EF086}">
      <p15:sldGuideLst xmlns:p15="http://schemas.microsoft.com/office/powerpoint/2012/main">
        <p15:guide id="1" orient="horz" pos="3974"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6.10 Content Adjust - Title, Text; line, img.">
    <p:spTree>
      <p:nvGrpSpPr>
        <p:cNvPr id="1" name=""/>
        <p:cNvGrpSpPr/>
        <p:nvPr/>
      </p:nvGrpSpPr>
      <p:grpSpPr>
        <a:xfrm>
          <a:off x="0" y="0"/>
          <a:ext cx="0" cy="0"/>
          <a:chOff x="0" y="0"/>
          <a:chExt cx="0" cy="0"/>
        </a:xfrm>
      </p:grpSpPr>
      <p:sp>
        <p:nvSpPr>
          <p:cNvPr id="2" name="Picture Placeholder 7">
            <a:extLst>
              <a:ext uri="{FF2B5EF4-FFF2-40B4-BE49-F238E27FC236}">
                <a16:creationId xmlns:a16="http://schemas.microsoft.com/office/drawing/2014/main" id="{EDDDF1AF-220D-007B-7E1E-7789887B47A6}"/>
              </a:ext>
            </a:extLst>
          </p:cNvPr>
          <p:cNvSpPr>
            <a:spLocks noGrp="1"/>
          </p:cNvSpPr>
          <p:nvPr>
            <p:ph type="pic" sz="quarter" idx="16" hasCustomPrompt="1"/>
            <p:custDataLst>
              <p:tags r:id="rId1"/>
            </p:custDataLst>
          </p:nvPr>
        </p:nvSpPr>
        <p:spPr>
          <a:xfrm>
            <a:off x="0" y="0"/>
            <a:ext cx="12192000" cy="6858000"/>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en-US" dirty="0"/>
              <a:t> </a:t>
            </a:r>
          </a:p>
        </p:txBody>
      </p:sp>
      <p:sp>
        <p:nvSpPr>
          <p:cNvPr id="3" name="Text Placeholder 18">
            <a:extLst>
              <a:ext uri="{FF2B5EF4-FFF2-40B4-BE49-F238E27FC236}">
                <a16:creationId xmlns:a16="http://schemas.microsoft.com/office/drawing/2014/main" id="{80DEB21E-64DC-4DB4-FD34-C75974E926E0}"/>
              </a:ext>
            </a:extLst>
          </p:cNvPr>
          <p:cNvSpPr>
            <a:spLocks noGrp="1"/>
          </p:cNvSpPr>
          <p:nvPr>
            <p:ph type="body" sz="quarter" idx="15" hasCustomPrompt="1"/>
            <p:custDataLst>
              <p:tags r:id="rId2"/>
            </p:custDataLst>
          </p:nvPr>
        </p:nvSpPr>
        <p:spPr>
          <a:xfrm>
            <a:off x="0" y="5981575"/>
            <a:ext cx="12192000" cy="876426"/>
          </a:xfrm>
          <a:custGeom>
            <a:avLst/>
            <a:gdLst>
              <a:gd name="connsiteX0" fmla="*/ 0 w 12192000"/>
              <a:gd name="connsiteY0" fmla="*/ 0 h 876426"/>
              <a:gd name="connsiteX1" fmla="*/ 12192000 w 12192000"/>
              <a:gd name="connsiteY1" fmla="*/ 0 h 876426"/>
              <a:gd name="connsiteX2" fmla="*/ 12192000 w 12192000"/>
              <a:gd name="connsiteY2" fmla="*/ 876426 h 876426"/>
              <a:gd name="connsiteX3" fmla="*/ 0 w 12192000"/>
              <a:gd name="connsiteY3" fmla="*/ 876426 h 876426"/>
            </a:gdLst>
            <a:ahLst/>
            <a:cxnLst>
              <a:cxn ang="0">
                <a:pos x="connsiteX0" y="connsiteY0"/>
              </a:cxn>
              <a:cxn ang="0">
                <a:pos x="connsiteX1" y="connsiteY1"/>
              </a:cxn>
              <a:cxn ang="0">
                <a:pos x="connsiteX2" y="connsiteY2"/>
              </a:cxn>
              <a:cxn ang="0">
                <a:pos x="connsiteX3" y="connsiteY3"/>
              </a:cxn>
            </a:cxnLst>
            <a:rect l="l" t="t" r="r" b="b"/>
            <a:pathLst>
              <a:path w="12192000" h="876426">
                <a:moveTo>
                  <a:pt x="0" y="0"/>
                </a:moveTo>
                <a:lnTo>
                  <a:pt x="12192000" y="0"/>
                </a:lnTo>
                <a:lnTo>
                  <a:pt x="12192000" y="876426"/>
                </a:lnTo>
                <a:lnTo>
                  <a:pt x="0" y="876426"/>
                </a:lnTo>
                <a:close/>
              </a:path>
            </a:pathLst>
          </a:custGeom>
          <a:solidFill>
            <a:srgbClr val="93C643"/>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5" name="Text Placeholder 16">
            <a:extLst>
              <a:ext uri="{FF2B5EF4-FFF2-40B4-BE49-F238E27FC236}">
                <a16:creationId xmlns:a16="http://schemas.microsoft.com/office/drawing/2014/main" id="{33D82EC1-FE3B-7B8F-D860-667F561465FB}"/>
              </a:ext>
            </a:extLst>
          </p:cNvPr>
          <p:cNvSpPr>
            <a:spLocks noGrp="1"/>
          </p:cNvSpPr>
          <p:nvPr>
            <p:ph type="body" sz="quarter" idx="14" hasCustomPrompt="1"/>
            <p:custDataLst>
              <p:tags r:id="rId3"/>
            </p:custDataLst>
          </p:nvPr>
        </p:nvSpPr>
        <p:spPr>
          <a:xfrm>
            <a:off x="0" y="5981575"/>
            <a:ext cx="4060191" cy="762034"/>
          </a:xfrm>
          <a:custGeom>
            <a:avLst/>
            <a:gdLst>
              <a:gd name="connsiteX0" fmla="*/ 0 w 4060191"/>
              <a:gd name="connsiteY0" fmla="*/ 0 h 762034"/>
              <a:gd name="connsiteX1" fmla="*/ 4060191 w 4060191"/>
              <a:gd name="connsiteY1" fmla="*/ 0 h 762034"/>
              <a:gd name="connsiteX2" fmla="*/ 0 w 4060191"/>
              <a:gd name="connsiteY2" fmla="*/ 762034 h 762034"/>
            </a:gdLst>
            <a:ahLst/>
            <a:cxnLst>
              <a:cxn ang="0">
                <a:pos x="connsiteX0" y="connsiteY0"/>
              </a:cxn>
              <a:cxn ang="0">
                <a:pos x="connsiteX1" y="connsiteY1"/>
              </a:cxn>
              <a:cxn ang="0">
                <a:pos x="connsiteX2" y="connsiteY2"/>
              </a:cxn>
            </a:cxnLst>
            <a:rect l="l" t="t" r="r" b="b"/>
            <a:pathLst>
              <a:path w="4060191" h="762034">
                <a:moveTo>
                  <a:pt x="0" y="0"/>
                </a:moveTo>
                <a:lnTo>
                  <a:pt x="4060191" y="0"/>
                </a:lnTo>
                <a:cubicBezTo>
                  <a:pt x="2770286" y="437272"/>
                  <a:pt x="1364106" y="709475"/>
                  <a:pt x="0" y="762034"/>
                </a:cubicBezTo>
                <a:close/>
              </a:path>
            </a:pathLst>
          </a:custGeom>
          <a:solidFill>
            <a:srgbClr val="71B200"/>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7" name="Recolor 3">
            <a:extLst>
              <a:ext uri="{FF2B5EF4-FFF2-40B4-BE49-F238E27FC236}">
                <a16:creationId xmlns:a16="http://schemas.microsoft.com/office/drawing/2014/main" id="{852EFE7E-B843-03DE-1F81-39112AFFAF44}"/>
              </a:ext>
            </a:extLst>
          </p:cNvPr>
          <p:cNvSpPr>
            <a:spLocks noGrp="1"/>
          </p:cNvSpPr>
          <p:nvPr>
            <p:ph type="body" sz="quarter" idx="13" hasCustomPrompt="1"/>
            <p:custDataLst>
              <p:tags r:id="rId4"/>
            </p:custDataLst>
          </p:nvPr>
        </p:nvSpPr>
        <p:spPr>
          <a:xfrm>
            <a:off x="4038600" y="3695341"/>
            <a:ext cx="8154611" cy="2286235"/>
          </a:xfrm>
          <a:custGeom>
            <a:avLst/>
            <a:gdLst>
              <a:gd name="connsiteX0" fmla="*/ 8133019 w 8133019"/>
              <a:gd name="connsiteY0" fmla="*/ 0 h 2286235"/>
              <a:gd name="connsiteX1" fmla="*/ 8133019 w 8133019"/>
              <a:gd name="connsiteY1" fmla="*/ 2286235 h 2286235"/>
              <a:gd name="connsiteX2" fmla="*/ 1892113 w 8133019"/>
              <a:gd name="connsiteY2" fmla="*/ 2286235 h 2286235"/>
              <a:gd name="connsiteX3" fmla="*/ 0 w 8133019"/>
              <a:gd name="connsiteY3" fmla="*/ 2286235 h 2286235"/>
              <a:gd name="connsiteX4" fmla="*/ 4071752 w 8133019"/>
              <a:gd name="connsiteY4" fmla="*/ 762034 h 2286235"/>
              <a:gd name="connsiteX5" fmla="*/ 8133019 w 8133019"/>
              <a:gd name="connsiteY5" fmla="*/ 0 h 2286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3019" h="2286235">
                <a:moveTo>
                  <a:pt x="8133019" y="0"/>
                </a:moveTo>
                <a:cubicBezTo>
                  <a:pt x="8133019" y="0"/>
                  <a:pt x="8133019" y="2286235"/>
                  <a:pt x="8133019" y="2286235"/>
                </a:cubicBezTo>
                <a:lnTo>
                  <a:pt x="1892113" y="2286235"/>
                </a:lnTo>
                <a:lnTo>
                  <a:pt x="0" y="2286235"/>
                </a:lnTo>
                <a:cubicBezTo>
                  <a:pt x="771578" y="2024651"/>
                  <a:pt x="2715039" y="1166910"/>
                  <a:pt x="4071752" y="762034"/>
                </a:cubicBezTo>
                <a:cubicBezTo>
                  <a:pt x="5326977" y="387536"/>
                  <a:pt x="6687319" y="72587"/>
                  <a:pt x="8133019" y="0"/>
                </a:cubicBezTo>
                <a:close/>
              </a:path>
            </a:pathLst>
          </a:custGeom>
          <a:solidFill>
            <a:srgbClr val="FFFFFF">
              <a:alpha val="30000"/>
            </a:srgbClr>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9" name="Date Placeholder 8">
            <a:extLst>
              <a:ext uri="{FF2B5EF4-FFF2-40B4-BE49-F238E27FC236}">
                <a16:creationId xmlns:a16="http://schemas.microsoft.com/office/drawing/2014/main" id="{9C4EE1EA-A7E3-1E0F-E9FE-45598945A87C}"/>
              </a:ext>
            </a:extLst>
          </p:cNvPr>
          <p:cNvSpPr>
            <a:spLocks noGrp="1"/>
          </p:cNvSpPr>
          <p:nvPr>
            <p:ph type="dt" sz="half" idx="17"/>
            <p:custDataLst>
              <p:tags r:id="rId5"/>
            </p:custDataLst>
          </p:nvPr>
        </p:nvSpPr>
        <p:spPr/>
        <p:txBody>
          <a:bodyPr/>
          <a:lstStyle>
            <a:lvl1pPr>
              <a:defRPr>
                <a:solidFill>
                  <a:schemeClr val="bg1"/>
                </a:solidFill>
              </a:defRPr>
            </a:lvl1pPr>
          </a:lstStyle>
          <a:p>
            <a:fld id="{CFAC15DA-DA52-4E9F-819F-A6153798B14D}" type="datetime1">
              <a:rPr lang="en-US" smtClean="0"/>
              <a:t>5/28/2026</a:t>
            </a:fld>
            <a:endParaRPr lang="en-US" dirty="0"/>
          </a:p>
        </p:txBody>
      </p:sp>
      <p:sp>
        <p:nvSpPr>
          <p:cNvPr id="10" name="Footer Placeholder 9">
            <a:extLst>
              <a:ext uri="{FF2B5EF4-FFF2-40B4-BE49-F238E27FC236}">
                <a16:creationId xmlns:a16="http://schemas.microsoft.com/office/drawing/2014/main" id="{726FADCD-DD0E-3CE7-A4C4-29126890F0DE}"/>
              </a:ext>
            </a:extLst>
          </p:cNvPr>
          <p:cNvSpPr>
            <a:spLocks noGrp="1"/>
          </p:cNvSpPr>
          <p:nvPr>
            <p:ph type="ftr" sz="quarter" idx="18"/>
            <p:custDataLst>
              <p:tags r:id="rId6"/>
            </p:custDataLst>
          </p:nvPr>
        </p:nvSpPr>
        <p:spPr/>
        <p:txBody>
          <a:bodyPr/>
          <a:lstStyle>
            <a:lvl1pPr>
              <a:defRPr lang="en-US" dirty="0">
                <a:solidFill>
                  <a:schemeClr val="bg1"/>
                </a:solidFill>
              </a:defRPr>
            </a:lvl1pPr>
          </a:lstStyle>
          <a:p>
            <a:endParaRPr lang="en-US" dirty="0"/>
          </a:p>
        </p:txBody>
      </p:sp>
      <p:sp>
        <p:nvSpPr>
          <p:cNvPr id="11" name="Slide Number Placeholder 10">
            <a:extLst>
              <a:ext uri="{FF2B5EF4-FFF2-40B4-BE49-F238E27FC236}">
                <a16:creationId xmlns:a16="http://schemas.microsoft.com/office/drawing/2014/main" id="{7B359BA8-917E-4713-AA9A-96733D0C072C}"/>
              </a:ext>
            </a:extLst>
          </p:cNvPr>
          <p:cNvSpPr>
            <a:spLocks noGrp="1"/>
          </p:cNvSpPr>
          <p:nvPr>
            <p:ph type="sldNum" sz="quarter" idx="19"/>
            <p:custDataLst>
              <p:tags r:id="rId7"/>
            </p:custDataLst>
          </p:nvPr>
        </p:nvSpPr>
        <p:spPr/>
        <p:txBody>
          <a:bodyPr/>
          <a:lstStyle>
            <a:lvl1pPr>
              <a:defRPr>
                <a:solidFill>
                  <a:schemeClr val="bg1"/>
                </a:solidFill>
              </a:defRPr>
            </a:lvl1pPr>
          </a:lstStyle>
          <a:p>
            <a:fld id="{35EA36FB-EA35-45B6-87A5-93E7705983EC}" type="slidenum">
              <a:rPr lang="en-US" smtClean="0"/>
              <a:pPr/>
              <a:t>‹#›</a:t>
            </a:fld>
            <a:endParaRPr lang="en-US" dirty="0"/>
          </a:p>
        </p:txBody>
      </p:sp>
      <p:sp>
        <p:nvSpPr>
          <p:cNvPr id="4" name="Title 3">
            <a:extLst>
              <a:ext uri="{FF2B5EF4-FFF2-40B4-BE49-F238E27FC236}">
                <a16:creationId xmlns:a16="http://schemas.microsoft.com/office/drawing/2014/main" id="{809FAA2C-0EC7-38C6-459B-6F0C54D04B64}"/>
              </a:ext>
            </a:extLst>
          </p:cNvPr>
          <p:cNvSpPr>
            <a:spLocks noGrp="1"/>
          </p:cNvSpPr>
          <p:nvPr>
            <p:ph type="title" hasCustomPrompt="1"/>
            <p:custDataLst>
              <p:tags r:id="rId8"/>
            </p:custDataLst>
          </p:nvPr>
        </p:nvSpPr>
        <p:spPr>
          <a:xfrm>
            <a:off x="457199" y="2124000"/>
            <a:ext cx="11276389" cy="518746"/>
          </a:xfrm>
        </p:spPr>
        <p:txBody>
          <a:bodyPr/>
          <a:lstStyle>
            <a:lvl1pPr>
              <a:defRPr>
                <a:solidFill>
                  <a:schemeClr val="bg1"/>
                </a:solidFill>
              </a:defRPr>
            </a:lvl1pPr>
          </a:lstStyle>
          <a:p>
            <a:r>
              <a:rPr lang="en-US" dirty="0"/>
              <a:t>Click to edit title</a:t>
            </a:r>
          </a:p>
        </p:txBody>
      </p:sp>
      <p:sp>
        <p:nvSpPr>
          <p:cNvPr id="6" name="Logo">
            <a:extLst>
              <a:ext uri="{FF2B5EF4-FFF2-40B4-BE49-F238E27FC236}">
                <a16:creationId xmlns:a16="http://schemas.microsoft.com/office/drawing/2014/main" id="{FE77A2C0-8740-667F-21D5-831FAE0518AD}"/>
              </a:ext>
            </a:extLst>
          </p:cNvPr>
          <p:cNvSpPr>
            <a:spLocks noGrp="1"/>
          </p:cNvSpPr>
          <p:nvPr>
            <p:ph type="body" sz="quarter" idx="20" hasCustomPrompt="1"/>
            <p:custDataLst>
              <p:tags r:id="rId9"/>
            </p:custDataLst>
          </p:nvPr>
        </p:nvSpPr>
        <p:spPr>
          <a:xfrm>
            <a:off x="454798" y="419954"/>
            <a:ext cx="1407869" cy="245006"/>
          </a:xfrm>
          <a:prstGeom prst="rect">
            <a:avLst/>
          </a:prstGeom>
          <a:blipFill>
            <a:blip>
              <a:extLst>
                <a:ext uri="{96DAC541-7B7A-43D3-8B79-37D633B846F1}">
                  <asvg:svgBlip xmlns:asvg="http://schemas.microsoft.com/office/drawing/2016/SVG/main" r:embed="rId11"/>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Tree>
    <p:extLst>
      <p:ext uri="{BB962C8B-B14F-4D97-AF65-F5344CB8AC3E}">
        <p14:creationId xmlns:p14="http://schemas.microsoft.com/office/powerpoint/2010/main" val="9620584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6.11 Content Adjust - Title, line">
    <p:spTree>
      <p:nvGrpSpPr>
        <p:cNvPr id="1" name=""/>
        <p:cNvGrpSpPr/>
        <p:nvPr/>
      </p:nvGrpSpPr>
      <p:grpSpPr>
        <a:xfrm>
          <a:off x="0" y="0"/>
          <a:ext cx="0" cy="0"/>
          <a:chOff x="0" y="0"/>
          <a:chExt cx="0" cy="0"/>
        </a:xfrm>
      </p:grpSpPr>
      <p:grpSp>
        <p:nvGrpSpPr>
          <p:cNvPr id="3" name="LOGO RED">
            <a:extLst>
              <a:ext uri="{FF2B5EF4-FFF2-40B4-BE49-F238E27FC236}">
                <a16:creationId xmlns:a16="http://schemas.microsoft.com/office/drawing/2014/main" id="{3EA28A97-A9E6-859F-1F2B-40F71D1B9850}"/>
              </a:ext>
            </a:extLst>
          </p:cNvPr>
          <p:cNvGrpSpPr/>
          <p:nvPr userDrawn="1">
            <p:custDataLst>
              <p:tags r:id="rId1"/>
            </p:custDataLst>
          </p:nvPr>
        </p:nvGrpSpPr>
        <p:grpSpPr>
          <a:xfrm>
            <a:off x="454798" y="6444000"/>
            <a:ext cx="1407869" cy="245006"/>
            <a:chOff x="3245241" y="3110528"/>
            <a:chExt cx="5696307" cy="991307"/>
          </a:xfrm>
          <a:solidFill>
            <a:srgbClr val="ED1C24"/>
          </a:solidFill>
        </p:grpSpPr>
        <p:sp>
          <p:nvSpPr>
            <p:cNvPr id="7" name="Freeform: Shape 6">
              <a:extLst>
                <a:ext uri="{FF2B5EF4-FFF2-40B4-BE49-F238E27FC236}">
                  <a16:creationId xmlns:a16="http://schemas.microsoft.com/office/drawing/2014/main" id="{8007054D-31F2-6F88-AFFA-72F2D41CE643}"/>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B5B8D029-7DC5-1699-E194-98233BCF1718}"/>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BD1A3AE6-382E-E3D4-5F1F-12CD86FEFC54}"/>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0447885E-7AF4-AC15-CBF7-6F21B55FF56C}"/>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0F61B1C3-2DFB-B4C8-BD77-A89E23E0653F}"/>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4" name="Date Placeholder 3">
            <a:extLst>
              <a:ext uri="{FF2B5EF4-FFF2-40B4-BE49-F238E27FC236}">
                <a16:creationId xmlns:a16="http://schemas.microsoft.com/office/drawing/2014/main" id="{BCACDAF7-0CFF-63E6-C5B6-39AC172CF70C}"/>
              </a:ext>
            </a:extLst>
          </p:cNvPr>
          <p:cNvSpPr>
            <a:spLocks noGrp="1"/>
          </p:cNvSpPr>
          <p:nvPr>
            <p:ph type="dt" sz="half" idx="10"/>
            <p:custDataLst>
              <p:tags r:id="rId2"/>
            </p:custDataLst>
          </p:nvPr>
        </p:nvSpPr>
        <p:spPr/>
        <p:txBody>
          <a:bodyPr/>
          <a:lstStyle/>
          <a:p>
            <a:fld id="{8C8F2ABD-FCA0-47C5-A88C-489A5B534B77}" type="datetime1">
              <a:rPr lang="en-US" smtClean="0"/>
              <a:t>5/28/2026</a:t>
            </a:fld>
            <a:endParaRPr lang="en-US" dirty="0"/>
          </a:p>
        </p:txBody>
      </p:sp>
      <p:sp>
        <p:nvSpPr>
          <p:cNvPr id="5" name="Footer Placeholder 4">
            <a:extLst>
              <a:ext uri="{FF2B5EF4-FFF2-40B4-BE49-F238E27FC236}">
                <a16:creationId xmlns:a16="http://schemas.microsoft.com/office/drawing/2014/main" id="{12BF6C78-CB1A-9841-2E87-D5E93664BC14}"/>
              </a:ext>
            </a:extLst>
          </p:cNvPr>
          <p:cNvSpPr>
            <a:spLocks noGrp="1"/>
          </p:cNvSpPr>
          <p:nvPr>
            <p:ph type="ftr" sz="quarter" idx="11"/>
            <p:custDataLst>
              <p:tags r:id="rId3"/>
            </p:custDataLst>
          </p:nvPr>
        </p:nvSpPr>
        <p:spPr/>
        <p:txBody>
          <a:bodyPr/>
          <a:lstStyle>
            <a:lvl1pPr>
              <a:defRPr lang="en-US" dirty="0"/>
            </a:lvl1pPr>
          </a:lstStyle>
          <a:p>
            <a:endParaRPr lang="en-US" dirty="0"/>
          </a:p>
        </p:txBody>
      </p:sp>
      <p:sp>
        <p:nvSpPr>
          <p:cNvPr id="6" name="Slide Number Placeholder 5">
            <a:extLst>
              <a:ext uri="{FF2B5EF4-FFF2-40B4-BE49-F238E27FC236}">
                <a16:creationId xmlns:a16="http://schemas.microsoft.com/office/drawing/2014/main" id="{88798A95-7A82-11FF-EEE1-A9BAA23FD511}"/>
              </a:ext>
            </a:extLst>
          </p:cNvPr>
          <p:cNvSpPr>
            <a:spLocks noGrp="1"/>
          </p:cNvSpPr>
          <p:nvPr>
            <p:ph type="sldNum" sz="quarter" idx="12"/>
            <p:custDataLst>
              <p:tags r:id="rId4"/>
            </p:custDataLst>
          </p:nvPr>
        </p:nvSpPr>
        <p:spPr/>
        <p:txBody>
          <a:bodyPr/>
          <a:lstStyle/>
          <a:p>
            <a:fld id="{35EA36FB-EA35-45B6-87A5-93E7705983EC}" type="slidenum">
              <a:rPr lang="en-US" smtClean="0"/>
              <a:t>‹#›</a:t>
            </a:fld>
            <a:endParaRPr lang="en-US" dirty="0"/>
          </a:p>
        </p:txBody>
      </p:sp>
      <p:sp>
        <p:nvSpPr>
          <p:cNvPr id="18" name="Recolor 2">
            <a:extLst>
              <a:ext uri="{FF2B5EF4-FFF2-40B4-BE49-F238E27FC236}">
                <a16:creationId xmlns:a16="http://schemas.microsoft.com/office/drawing/2014/main" id="{86049027-768F-5D0C-974D-F23F89A18C02}"/>
              </a:ext>
            </a:extLst>
          </p:cNvPr>
          <p:cNvSpPr>
            <a:spLocks noGrp="1"/>
          </p:cNvSpPr>
          <p:nvPr>
            <p:ph type="body" sz="quarter" idx="15" hasCustomPrompt="1"/>
            <p:custDataLst>
              <p:tags r:id="rId5"/>
            </p:custDataLst>
          </p:nvPr>
        </p:nvSpPr>
        <p:spPr>
          <a:xfrm flipH="1">
            <a:off x="0" y="3147823"/>
            <a:ext cx="12192601" cy="3061677"/>
          </a:xfrm>
          <a:custGeom>
            <a:avLst/>
            <a:gdLst>
              <a:gd name="connsiteX0" fmla="*/ 0 w 12192601"/>
              <a:gd name="connsiteY0" fmla="*/ 0 h 3061677"/>
              <a:gd name="connsiteX1" fmla="*/ 0 w 12192601"/>
              <a:gd name="connsiteY1" fmla="*/ 13487 h 3061677"/>
              <a:gd name="connsiteX2" fmla="*/ 465296 w 12192601"/>
              <a:gd name="connsiteY2" fmla="*/ 45204 h 3061677"/>
              <a:gd name="connsiteX3" fmla="*/ 4058507 w 12192601"/>
              <a:gd name="connsiteY3" fmla="*/ 775174 h 3061677"/>
              <a:gd name="connsiteX4" fmla="*/ 6886325 w 12192601"/>
              <a:gd name="connsiteY4" fmla="*/ 1819223 h 3061677"/>
              <a:gd name="connsiteX5" fmla="*/ 8129990 w 12192601"/>
              <a:gd name="connsiteY5" fmla="*/ 2299241 h 3061677"/>
              <a:gd name="connsiteX6" fmla="*/ 12192063 w 12192601"/>
              <a:gd name="connsiteY6" fmla="*/ 3061677 h 3061677"/>
              <a:gd name="connsiteX7" fmla="*/ 12192601 w 12192601"/>
              <a:gd name="connsiteY7" fmla="*/ 3048235 h 3061677"/>
              <a:gd name="connsiteX8" fmla="*/ 8134291 w 12192601"/>
              <a:gd name="connsiteY8" fmla="*/ 2286471 h 3061677"/>
              <a:gd name="connsiteX9" fmla="*/ 6891299 w 12192601"/>
              <a:gd name="connsiteY9" fmla="*/ 1806722 h 3061677"/>
              <a:gd name="connsiteX10" fmla="*/ 4062270 w 12192601"/>
              <a:gd name="connsiteY10" fmla="*/ 762269 h 3061677"/>
              <a:gd name="connsiteX11" fmla="*/ 466371 w 12192601"/>
              <a:gd name="connsiteY11" fmla="*/ 31769 h 3061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601" h="3061677">
                <a:moveTo>
                  <a:pt x="0" y="0"/>
                </a:moveTo>
                <a:lnTo>
                  <a:pt x="0" y="13487"/>
                </a:lnTo>
                <a:lnTo>
                  <a:pt x="465296" y="45204"/>
                </a:lnTo>
                <a:cubicBezTo>
                  <a:pt x="1561275" y="139402"/>
                  <a:pt x="2716597" y="374800"/>
                  <a:pt x="4058507" y="775174"/>
                </a:cubicBezTo>
                <a:cubicBezTo>
                  <a:pt x="4914636" y="1030708"/>
                  <a:pt x="6007883" y="1467846"/>
                  <a:pt x="6886325" y="1819223"/>
                </a:cubicBezTo>
                <a:cubicBezTo>
                  <a:pt x="7400889" y="2025021"/>
                  <a:pt x="7845286" y="2202726"/>
                  <a:pt x="8129990" y="2299241"/>
                </a:cubicBezTo>
                <a:cubicBezTo>
                  <a:pt x="9449199" y="2746460"/>
                  <a:pt x="10853766" y="3010060"/>
                  <a:pt x="12192063" y="3061677"/>
                </a:cubicBezTo>
                <a:lnTo>
                  <a:pt x="12192601" y="3048235"/>
                </a:lnTo>
                <a:cubicBezTo>
                  <a:pt x="10855648" y="2996752"/>
                  <a:pt x="9452291" y="2733287"/>
                  <a:pt x="8134291" y="2286471"/>
                </a:cubicBezTo>
                <a:cubicBezTo>
                  <a:pt x="7849991" y="2190091"/>
                  <a:pt x="7405729" y="2012386"/>
                  <a:pt x="6891299" y="1806722"/>
                </a:cubicBezTo>
                <a:cubicBezTo>
                  <a:pt x="6012588" y="1455345"/>
                  <a:pt x="4919072" y="1017938"/>
                  <a:pt x="4062270" y="762269"/>
                </a:cubicBezTo>
                <a:cubicBezTo>
                  <a:pt x="2719538" y="361543"/>
                  <a:pt x="1563289" y="125998"/>
                  <a:pt x="466371" y="31769"/>
                </a:cubicBezTo>
                <a:close/>
              </a:path>
            </a:pathLst>
          </a:custGeom>
          <a:solidFill>
            <a:srgbClr val="304352"/>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16" name="Recolor 1">
            <a:extLst>
              <a:ext uri="{FF2B5EF4-FFF2-40B4-BE49-F238E27FC236}">
                <a16:creationId xmlns:a16="http://schemas.microsoft.com/office/drawing/2014/main" id="{1F3985D2-6664-2FF2-91FE-945E00F977C8}"/>
              </a:ext>
            </a:extLst>
          </p:cNvPr>
          <p:cNvSpPr>
            <a:spLocks noGrp="1"/>
          </p:cNvSpPr>
          <p:nvPr>
            <p:ph type="body" sz="quarter" idx="14" hasCustomPrompt="1"/>
            <p:custDataLst>
              <p:tags r:id="rId6"/>
            </p:custDataLst>
          </p:nvPr>
        </p:nvSpPr>
        <p:spPr>
          <a:xfrm flipH="1">
            <a:off x="0" y="5447240"/>
            <a:ext cx="12193209" cy="13442"/>
          </a:xfrm>
          <a:prstGeom prst="rect">
            <a:avLst/>
          </a:prstGeom>
          <a:solidFill>
            <a:srgbClr val="304352"/>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  </a:t>
            </a:r>
          </a:p>
        </p:txBody>
      </p:sp>
      <p:sp>
        <p:nvSpPr>
          <p:cNvPr id="13" name="Title 12">
            <a:extLst>
              <a:ext uri="{FF2B5EF4-FFF2-40B4-BE49-F238E27FC236}">
                <a16:creationId xmlns:a16="http://schemas.microsoft.com/office/drawing/2014/main" id="{09C64CAA-675B-E675-DFD9-34C8DE3AFCC1}"/>
              </a:ext>
            </a:extLst>
          </p:cNvPr>
          <p:cNvSpPr>
            <a:spLocks noGrp="1"/>
          </p:cNvSpPr>
          <p:nvPr>
            <p:ph type="title" hasCustomPrompt="1"/>
            <p:custDataLst>
              <p:tags r:id="rId7"/>
            </p:custDataLst>
          </p:nvPr>
        </p:nvSpPr>
        <p:spPr/>
        <p:txBody>
          <a:bodyPr tIns="93600" anchor="t" anchorCtr="0"/>
          <a:lstStyle/>
          <a:p>
            <a:r>
              <a:rPr lang="en-US" dirty="0"/>
              <a:t>Click to edit title</a:t>
            </a:r>
          </a:p>
        </p:txBody>
      </p:sp>
    </p:spTree>
    <p:extLst>
      <p:ext uri="{BB962C8B-B14F-4D97-AF65-F5344CB8AC3E}">
        <p14:creationId xmlns:p14="http://schemas.microsoft.com/office/powerpoint/2010/main" val="164017401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ags" Target="../tags/tag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ags" Target="../tags/tag6.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ags" Target="../tags/tag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tags" Target="../tags/tag4.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2AE600-C2A6-1EDB-B246-A18C04F0670A}"/>
              </a:ext>
            </a:extLst>
          </p:cNvPr>
          <p:cNvSpPr>
            <a:spLocks noGrp="1"/>
          </p:cNvSpPr>
          <p:nvPr>
            <p:ph type="title"/>
            <p:custDataLst>
              <p:tags r:id="rId49"/>
            </p:custDataLst>
          </p:nvPr>
        </p:nvSpPr>
        <p:spPr>
          <a:xfrm>
            <a:off x="457200" y="419954"/>
            <a:ext cx="11277600" cy="518746"/>
          </a:xfrm>
          <a:prstGeom prst="rect">
            <a:avLst/>
          </a:prstGeom>
        </p:spPr>
        <p:txBody>
          <a:bodyPr vert="horz" lIns="0" tIns="108000" rIns="0" bIns="0" rtlCol="0" anchor="ctr">
            <a:noAutofit/>
          </a:bodyPr>
          <a:lstStyle/>
          <a:p>
            <a:r>
              <a:rPr lang="en-US" dirty="0"/>
              <a:t>Click to edit title</a:t>
            </a:r>
          </a:p>
        </p:txBody>
      </p:sp>
      <p:sp>
        <p:nvSpPr>
          <p:cNvPr id="3" name="Text Placeholder 2">
            <a:extLst>
              <a:ext uri="{FF2B5EF4-FFF2-40B4-BE49-F238E27FC236}">
                <a16:creationId xmlns:a16="http://schemas.microsoft.com/office/drawing/2014/main" id="{C52097CC-E049-FF7A-0DA3-BE73850E959E}"/>
              </a:ext>
            </a:extLst>
          </p:cNvPr>
          <p:cNvSpPr>
            <a:spLocks noGrp="1"/>
          </p:cNvSpPr>
          <p:nvPr>
            <p:ph type="body" idx="1"/>
            <p:custDataLst>
              <p:tags r:id="rId50"/>
            </p:custDataLst>
          </p:nvPr>
        </p:nvSpPr>
        <p:spPr>
          <a:xfrm>
            <a:off x="457200" y="1196975"/>
            <a:ext cx="11277600" cy="5111750"/>
          </a:xfrm>
          <a:prstGeom prst="rect">
            <a:avLst/>
          </a:prstGeom>
        </p:spPr>
        <p:txBody>
          <a:bodyPr vert="horz" lIns="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55339C8-4A96-38C9-2F90-C90B2102F119}"/>
              </a:ext>
            </a:extLst>
          </p:cNvPr>
          <p:cNvSpPr>
            <a:spLocks noGrp="1"/>
          </p:cNvSpPr>
          <p:nvPr>
            <p:ph type="dt" sz="half" idx="2"/>
            <p:custDataLst>
              <p:tags r:id="rId51"/>
            </p:custDataLst>
          </p:nvPr>
        </p:nvSpPr>
        <p:spPr>
          <a:xfrm>
            <a:off x="2486346" y="6356350"/>
            <a:ext cx="1552254" cy="365125"/>
          </a:xfrm>
          <a:prstGeom prst="rect">
            <a:avLst/>
          </a:prstGeom>
        </p:spPr>
        <p:txBody>
          <a:bodyPr vert="horz" lIns="91440" tIns="45720" rIns="91440" bIns="45720" rtlCol="0" anchor="ctr"/>
          <a:lstStyle>
            <a:lvl1pPr algn="ctr">
              <a:defRPr sz="800">
                <a:solidFill>
                  <a:srgbClr val="767676"/>
                </a:solidFill>
              </a:defRPr>
            </a:lvl1pPr>
          </a:lstStyle>
          <a:p>
            <a:fld id="{1400BBF8-8D68-4D55-87A4-AF55F80DB99F}" type="datetime1">
              <a:rPr lang="en-US" smtClean="0"/>
              <a:t>5/28/2026</a:t>
            </a:fld>
            <a:endParaRPr lang="en-US" dirty="0"/>
          </a:p>
        </p:txBody>
      </p:sp>
      <p:sp>
        <p:nvSpPr>
          <p:cNvPr id="5" name="Footer Placeholder 4">
            <a:extLst>
              <a:ext uri="{FF2B5EF4-FFF2-40B4-BE49-F238E27FC236}">
                <a16:creationId xmlns:a16="http://schemas.microsoft.com/office/drawing/2014/main" id="{1B42D493-24E0-5FD6-CF03-8429638162BD}"/>
              </a:ext>
            </a:extLst>
          </p:cNvPr>
          <p:cNvSpPr>
            <a:spLocks noGrp="1"/>
          </p:cNvSpPr>
          <p:nvPr>
            <p:ph type="ftr" sz="quarter" idx="3"/>
            <p:custDataLst>
              <p:tags r:id="rId52"/>
            </p:custDataLst>
          </p:nvPr>
        </p:nvSpPr>
        <p:spPr>
          <a:xfrm>
            <a:off x="4038600" y="6356350"/>
            <a:ext cx="4114800" cy="365125"/>
          </a:xfrm>
          <a:prstGeom prst="rect">
            <a:avLst/>
          </a:prstGeom>
        </p:spPr>
        <p:txBody>
          <a:bodyPr vert="horz" lIns="91440" tIns="45720" rIns="91440" bIns="45720" rtlCol="0" anchor="ctr"/>
          <a:lstStyle>
            <a:lvl1pPr algn="ctr">
              <a:defRPr lang="en-US" sz="800" dirty="0">
                <a:solidFill>
                  <a:srgbClr val="767676"/>
                </a:solidFill>
              </a:defRPr>
            </a:lvl1pPr>
          </a:lstStyle>
          <a:p>
            <a:endParaRPr lang="en-SE"/>
          </a:p>
        </p:txBody>
      </p:sp>
      <p:sp>
        <p:nvSpPr>
          <p:cNvPr id="6" name="Slide Number Placeholder 5">
            <a:extLst>
              <a:ext uri="{FF2B5EF4-FFF2-40B4-BE49-F238E27FC236}">
                <a16:creationId xmlns:a16="http://schemas.microsoft.com/office/drawing/2014/main" id="{D9174630-4D49-4583-F81E-86CC1B735246}"/>
              </a:ext>
            </a:extLst>
          </p:cNvPr>
          <p:cNvSpPr>
            <a:spLocks noGrp="1"/>
          </p:cNvSpPr>
          <p:nvPr>
            <p:ph type="sldNum" sz="quarter" idx="4"/>
            <p:custDataLst>
              <p:tags r:id="rId53"/>
            </p:custDataLst>
          </p:nvPr>
        </p:nvSpPr>
        <p:spPr>
          <a:xfrm>
            <a:off x="8610600" y="6356350"/>
            <a:ext cx="3124200" cy="365125"/>
          </a:xfrm>
          <a:prstGeom prst="rect">
            <a:avLst/>
          </a:prstGeom>
        </p:spPr>
        <p:txBody>
          <a:bodyPr vert="horz" lIns="91440" tIns="45720" rIns="91440" bIns="45720" rtlCol="0" anchor="ctr"/>
          <a:lstStyle>
            <a:lvl1pPr algn="r">
              <a:defRPr sz="800">
                <a:solidFill>
                  <a:schemeClr val="tx1">
                    <a:tint val="82000"/>
                  </a:schemeClr>
                </a:solidFill>
              </a:defRPr>
            </a:lvl1pPr>
          </a:lstStyle>
          <a:p>
            <a:fld id="{35EA36FB-EA35-45B6-87A5-93E7705983EC}" type="slidenum">
              <a:rPr lang="en-US" smtClean="0"/>
              <a:pPr/>
              <a:t>‹#›</a:t>
            </a:fld>
            <a:endParaRPr lang="en-US" dirty="0"/>
          </a:p>
        </p:txBody>
      </p:sp>
    </p:spTree>
    <p:extLst>
      <p:ext uri="{BB962C8B-B14F-4D97-AF65-F5344CB8AC3E}">
        <p14:creationId xmlns:p14="http://schemas.microsoft.com/office/powerpoint/2010/main" val="1375290074"/>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60" r:id="rId3"/>
    <p:sldLayoutId id="2147483662" r:id="rId4"/>
    <p:sldLayoutId id="2147483690" r:id="rId5"/>
    <p:sldLayoutId id="2147483666" r:id="rId6"/>
    <p:sldLayoutId id="2147483665" r:id="rId7"/>
    <p:sldLayoutId id="2147483664" r:id="rId8"/>
    <p:sldLayoutId id="2147483691" r:id="rId9"/>
    <p:sldLayoutId id="2147483692" r:id="rId10"/>
    <p:sldLayoutId id="2147483651" r:id="rId11"/>
    <p:sldLayoutId id="2147483668" r:id="rId12"/>
    <p:sldLayoutId id="2147483687" r:id="rId13"/>
    <p:sldLayoutId id="2147483688" r:id="rId14"/>
    <p:sldLayoutId id="2147483650" r:id="rId15"/>
    <p:sldLayoutId id="2147483689" r:id="rId16"/>
    <p:sldLayoutId id="2147483669" r:id="rId17"/>
    <p:sldLayoutId id="2147483670" r:id="rId18"/>
    <p:sldLayoutId id="2147483671" r:id="rId19"/>
    <p:sldLayoutId id="2147483672" r:id="rId20"/>
    <p:sldLayoutId id="2147483673" r:id="rId21"/>
    <p:sldLayoutId id="2147483674" r:id="rId22"/>
    <p:sldLayoutId id="2147483677" r:id="rId23"/>
    <p:sldLayoutId id="2147483678" r:id="rId24"/>
    <p:sldLayoutId id="2147483675" r:id="rId25"/>
    <p:sldLayoutId id="2147483676" r:id="rId26"/>
    <p:sldLayoutId id="2147483679" r:id="rId27"/>
    <p:sldLayoutId id="2147483680" r:id="rId28"/>
    <p:sldLayoutId id="2147483681" r:id="rId29"/>
    <p:sldLayoutId id="2147483693" r:id="rId30"/>
    <p:sldLayoutId id="2147483655" r:id="rId31"/>
    <p:sldLayoutId id="2147483683" r:id="rId32"/>
    <p:sldLayoutId id="2147483682" r:id="rId33"/>
    <p:sldLayoutId id="2147483684" r:id="rId34"/>
    <p:sldLayoutId id="2147483694" r:id="rId35"/>
    <p:sldLayoutId id="2147483695" r:id="rId36"/>
    <p:sldLayoutId id="2147483696" r:id="rId37"/>
    <p:sldLayoutId id="2147483697" r:id="rId38"/>
    <p:sldLayoutId id="2147483706"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Lst>
  <p:hf sldNum="0"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6800" indent="-226800" algn="l" defTabSz="914400" rtl="0" eaLnBrk="1" latinLnBrk="0" hangingPunct="1">
        <a:lnSpc>
          <a:spcPct val="90000"/>
        </a:lnSpc>
        <a:spcBef>
          <a:spcPts val="1000"/>
        </a:spcBef>
        <a:buSzPct val="120000"/>
        <a:buFont typeface="Arial" panose="020B0604020202020204" pitchFamily="34" charset="0"/>
        <a:buChar char="•"/>
        <a:defRPr sz="2000" kern="1200">
          <a:solidFill>
            <a:schemeClr val="tx1"/>
          </a:solidFill>
          <a:latin typeface="+mn-lt"/>
          <a:ea typeface="+mn-ea"/>
          <a:cs typeface="+mn-cs"/>
        </a:defRPr>
      </a:lvl1pPr>
      <a:lvl2pPr marL="464400" indent="-237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687600" indent="-2268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914400" indent="-2268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1141200" indent="-2268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754" userDrawn="1">
          <p15:clr>
            <a:srgbClr val="F26B43"/>
          </p15:clr>
        </p15:guide>
        <p15:guide id="4"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5.xml"/><Relationship Id="rId5" Type="http://schemas.openxmlformats.org/officeDocument/2006/relationships/chart" Target="../charts/chart1.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EAA64-ED6A-4D3B-AF9D-F877A02A0754}"/>
              </a:ext>
            </a:extLst>
          </p:cNvPr>
          <p:cNvSpPr>
            <a:spLocks noGrp="1"/>
          </p:cNvSpPr>
          <p:nvPr>
            <p:ph type="ctrTitle"/>
          </p:nvPr>
        </p:nvSpPr>
        <p:spPr/>
        <p:txBody>
          <a:bodyPr/>
          <a:lstStyle/>
          <a:p>
            <a:r>
              <a:rPr lang="en-US" sz="4800" dirty="0"/>
              <a:t>ISZE Team Meeting</a:t>
            </a:r>
            <a:br>
              <a:rPr lang="en-US" dirty="0"/>
            </a:br>
            <a:r>
              <a:rPr lang="en-US" dirty="0"/>
              <a:t>Sales Department</a:t>
            </a:r>
          </a:p>
        </p:txBody>
      </p:sp>
      <p:sp>
        <p:nvSpPr>
          <p:cNvPr id="3" name="Subtitle 2">
            <a:extLst>
              <a:ext uri="{FF2B5EF4-FFF2-40B4-BE49-F238E27FC236}">
                <a16:creationId xmlns:a16="http://schemas.microsoft.com/office/drawing/2014/main" id="{02F5E85F-453D-407D-9602-0D619B187E49}"/>
              </a:ext>
            </a:extLst>
          </p:cNvPr>
          <p:cNvSpPr>
            <a:spLocks noGrp="1"/>
          </p:cNvSpPr>
          <p:nvPr>
            <p:ph type="subTitle" idx="1"/>
          </p:nvPr>
        </p:nvSpPr>
        <p:spPr/>
        <p:txBody>
          <a:bodyPr/>
          <a:lstStyle/>
          <a:p>
            <a:r>
              <a:rPr lang="en-US" dirty="0"/>
              <a:t>27 March 2026</a:t>
            </a:r>
          </a:p>
        </p:txBody>
      </p:sp>
    </p:spTree>
    <p:extLst>
      <p:ext uri="{BB962C8B-B14F-4D97-AF65-F5344CB8AC3E}">
        <p14:creationId xmlns:p14="http://schemas.microsoft.com/office/powerpoint/2010/main" val="1435183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B19AB5A-D38A-4783-BDFD-B75C577292DC}"/>
              </a:ext>
            </a:extLst>
          </p:cNvPr>
          <p:cNvCxnSpPr/>
          <p:nvPr/>
        </p:nvCxnSpPr>
        <p:spPr>
          <a:xfrm>
            <a:off x="358219" y="938700"/>
            <a:ext cx="11376581" cy="0"/>
          </a:xfrm>
          <a:prstGeom prst="line">
            <a:avLst/>
          </a:prstGeom>
          <a:ln w="38100">
            <a:solidFill>
              <a:srgbClr val="304352"/>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C2228CD6-40B6-071D-09C3-32475EFA755B}"/>
              </a:ext>
            </a:extLst>
          </p:cNvPr>
          <p:cNvSpPr txBox="1"/>
          <p:nvPr/>
        </p:nvSpPr>
        <p:spPr>
          <a:xfrm>
            <a:off x="619889" y="293342"/>
            <a:ext cx="10755086" cy="707886"/>
          </a:xfrm>
          <a:prstGeom prst="rect">
            <a:avLst/>
          </a:prstGeom>
          <a:noFill/>
        </p:spPr>
        <p:txBody>
          <a:bodyPr wrap="square">
            <a:spAutoFit/>
          </a:bodyPr>
          <a:lstStyle/>
          <a:p>
            <a:r>
              <a:rPr lang="en-US" sz="4000" b="1" dirty="0"/>
              <a:t>Sales results &amp; future Sales plan</a:t>
            </a:r>
          </a:p>
        </p:txBody>
      </p:sp>
      <p:sp>
        <p:nvSpPr>
          <p:cNvPr id="12" name="Speech Bubble: Rectangle with Corners Rounded 11">
            <a:extLst>
              <a:ext uri="{FF2B5EF4-FFF2-40B4-BE49-F238E27FC236}">
                <a16:creationId xmlns:a16="http://schemas.microsoft.com/office/drawing/2014/main" id="{7FFC1C44-74CF-3645-D252-801F7CE014D1}"/>
              </a:ext>
            </a:extLst>
          </p:cNvPr>
          <p:cNvSpPr/>
          <p:nvPr/>
        </p:nvSpPr>
        <p:spPr>
          <a:xfrm>
            <a:off x="6027985" y="6083571"/>
            <a:ext cx="1584176" cy="720000"/>
          </a:xfrm>
          <a:prstGeom prst="wedgeRoundRectCallout">
            <a:avLst>
              <a:gd name="adj1" fmla="val 20820"/>
              <a:gd name="adj2" fmla="val -80097"/>
              <a:gd name="adj3" fmla="val 16667"/>
            </a:avLst>
          </a:prstGeom>
          <a:solidFill>
            <a:schemeClr val="bg2">
              <a:lumMod val="20000"/>
              <a:lumOff val="80000"/>
            </a:schemeClr>
          </a:solidFill>
          <a:ln w="6350">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GB" sz="1600" dirty="0">
                <a:solidFill>
                  <a:schemeClr val="tx1">
                    <a:lumMod val="65000"/>
                    <a:lumOff val="35000"/>
                  </a:schemeClr>
                </a:solidFill>
              </a:rPr>
              <a:t>IFRS transition period</a:t>
            </a:r>
            <a:endParaRPr lang="LID4096" sz="1600" dirty="0" err="1">
              <a:solidFill>
                <a:schemeClr val="tx1">
                  <a:lumMod val="65000"/>
                  <a:lumOff val="35000"/>
                </a:schemeClr>
              </a:solidFill>
            </a:endParaRPr>
          </a:p>
        </p:txBody>
      </p:sp>
      <p:sp>
        <p:nvSpPr>
          <p:cNvPr id="13" name="TextBox 12">
            <a:extLst>
              <a:ext uri="{FF2B5EF4-FFF2-40B4-BE49-F238E27FC236}">
                <a16:creationId xmlns:a16="http://schemas.microsoft.com/office/drawing/2014/main" id="{6AA1CAA2-FE96-662C-64BE-B4440BC021C7}"/>
              </a:ext>
            </a:extLst>
          </p:cNvPr>
          <p:cNvSpPr txBox="1"/>
          <p:nvPr/>
        </p:nvSpPr>
        <p:spPr>
          <a:xfrm>
            <a:off x="10378379" y="964539"/>
            <a:ext cx="1563249" cy="286232"/>
          </a:xfrm>
          <a:prstGeom prst="rect">
            <a:avLst/>
          </a:prstGeom>
          <a:noFill/>
        </p:spPr>
        <p:txBody>
          <a:bodyPr wrap="square" rtlCol="0">
            <a:spAutoFit/>
          </a:bodyPr>
          <a:lstStyle/>
          <a:p>
            <a:pPr algn="l">
              <a:lnSpc>
                <a:spcPct val="90000"/>
              </a:lnSpc>
              <a:spcBef>
                <a:spcPts val="600"/>
              </a:spcBef>
            </a:pPr>
            <a:r>
              <a:rPr lang="en-GB" sz="1400" dirty="0">
                <a:solidFill>
                  <a:schemeClr val="tx1">
                    <a:lumMod val="65000"/>
                    <a:lumOff val="35000"/>
                  </a:schemeClr>
                </a:solidFill>
              </a:rPr>
              <a:t>Unit: 1,000 EUR</a:t>
            </a:r>
            <a:endParaRPr lang="LID4096" sz="1400" dirty="0" err="1">
              <a:solidFill>
                <a:schemeClr val="tx1">
                  <a:lumMod val="65000"/>
                  <a:lumOff val="35000"/>
                </a:schemeClr>
              </a:solidFill>
            </a:endParaRPr>
          </a:p>
        </p:txBody>
      </p:sp>
      <p:pic>
        <p:nvPicPr>
          <p:cNvPr id="15" name="Picture 14">
            <a:extLst>
              <a:ext uri="{FF2B5EF4-FFF2-40B4-BE49-F238E27FC236}">
                <a16:creationId xmlns:a16="http://schemas.microsoft.com/office/drawing/2014/main" id="{5B1A731C-FECF-F566-3CEE-265175D046CD}"/>
              </a:ext>
            </a:extLst>
          </p:cNvPr>
          <p:cNvPicPr>
            <a:picLocks noChangeAspect="1"/>
          </p:cNvPicPr>
          <p:nvPr/>
        </p:nvPicPr>
        <p:blipFill>
          <a:blip r:embed="rId3"/>
          <a:stretch>
            <a:fillRect/>
          </a:stretch>
        </p:blipFill>
        <p:spPr>
          <a:xfrm>
            <a:off x="6800174" y="5704702"/>
            <a:ext cx="726420" cy="183793"/>
          </a:xfrm>
          <a:prstGeom prst="rect">
            <a:avLst/>
          </a:prstGeom>
        </p:spPr>
      </p:pic>
      <p:pic>
        <p:nvPicPr>
          <p:cNvPr id="17" name="Picture 16">
            <a:extLst>
              <a:ext uri="{FF2B5EF4-FFF2-40B4-BE49-F238E27FC236}">
                <a16:creationId xmlns:a16="http://schemas.microsoft.com/office/drawing/2014/main" id="{784731C1-D16F-1B7E-85D6-4AB67FBD217D}"/>
              </a:ext>
            </a:extLst>
          </p:cNvPr>
          <p:cNvPicPr>
            <a:picLocks noChangeAspect="1"/>
          </p:cNvPicPr>
          <p:nvPr/>
        </p:nvPicPr>
        <p:blipFill>
          <a:blip r:embed="rId4"/>
          <a:stretch>
            <a:fillRect/>
          </a:stretch>
        </p:blipFill>
        <p:spPr>
          <a:xfrm>
            <a:off x="7601634" y="5681867"/>
            <a:ext cx="790575" cy="206628"/>
          </a:xfrm>
          <a:prstGeom prst="rect">
            <a:avLst/>
          </a:prstGeom>
        </p:spPr>
      </p:pic>
      <p:graphicFrame>
        <p:nvGraphicFramePr>
          <p:cNvPr id="3" name="Chart 2">
            <a:extLst>
              <a:ext uri="{FF2B5EF4-FFF2-40B4-BE49-F238E27FC236}">
                <a16:creationId xmlns:a16="http://schemas.microsoft.com/office/drawing/2014/main" id="{83B0F419-A101-2A32-72DD-FEE01FA64C21}"/>
              </a:ext>
            </a:extLst>
          </p:cNvPr>
          <p:cNvGraphicFramePr>
            <a:graphicFrameLocks/>
          </p:cNvGraphicFramePr>
          <p:nvPr/>
        </p:nvGraphicFramePr>
        <p:xfrm>
          <a:off x="707571" y="1250771"/>
          <a:ext cx="11027229" cy="4456251"/>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596060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96D20-222E-CEE5-27DE-D945E2F71E37}"/>
            </a:ext>
          </a:extLst>
        </p:cNvPr>
        <p:cNvGrpSpPr/>
        <p:nvPr/>
      </p:nvGrpSpPr>
      <p:grpSpPr>
        <a:xfrm>
          <a:off x="0" y="0"/>
          <a:ext cx="0" cy="0"/>
          <a:chOff x="0" y="0"/>
          <a:chExt cx="0" cy="0"/>
        </a:xfrm>
      </p:grpSpPr>
      <p:sp>
        <p:nvSpPr>
          <p:cNvPr id="12" name="Text Placeholder 4">
            <a:extLst>
              <a:ext uri="{FF2B5EF4-FFF2-40B4-BE49-F238E27FC236}">
                <a16:creationId xmlns:a16="http://schemas.microsoft.com/office/drawing/2014/main" id="{8141418F-FAF5-09CF-9CE3-DE880B4CC593}"/>
              </a:ext>
            </a:extLst>
          </p:cNvPr>
          <p:cNvSpPr txBox="1">
            <a:spLocks/>
          </p:cNvSpPr>
          <p:nvPr/>
        </p:nvSpPr>
        <p:spPr>
          <a:xfrm>
            <a:off x="457200" y="1196975"/>
            <a:ext cx="11282404" cy="5111750"/>
          </a:xfrm>
          <a:prstGeom prst="rect">
            <a:avLst/>
          </a:prstGeom>
        </p:spPr>
        <p:txBody>
          <a:bodyPr/>
          <a:lstStyle>
            <a:lvl1pPr marL="226800" indent="-226800" algn="l" defTabSz="914400" rtl="0" eaLnBrk="1" latinLnBrk="0" hangingPunct="1">
              <a:lnSpc>
                <a:spcPct val="90000"/>
              </a:lnSpc>
              <a:spcBef>
                <a:spcPts val="1000"/>
              </a:spcBef>
              <a:buSzPct val="120000"/>
              <a:buFont typeface="Arial" panose="020B0604020202020204" pitchFamily="34" charset="0"/>
              <a:buChar char="•"/>
              <a:defRPr sz="2000" kern="1200">
                <a:solidFill>
                  <a:schemeClr val="tx1"/>
                </a:solidFill>
                <a:latin typeface="+mn-lt"/>
                <a:ea typeface="+mn-ea"/>
                <a:cs typeface="+mn-cs"/>
              </a:defRPr>
            </a:lvl1pPr>
            <a:lvl2pPr marL="464400" indent="-237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687600" indent="-2268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914400" indent="-2268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1141200" indent="-2268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VP: Vehicle Parts business  </a:t>
            </a:r>
          </a:p>
          <a:p>
            <a:r>
              <a:rPr lang="en-US" dirty="0"/>
              <a:t>ACC: Accessory business </a:t>
            </a:r>
          </a:p>
          <a:p>
            <a:r>
              <a:rPr lang="en-US" dirty="0"/>
              <a:t>IE: Industrial engine Parts business </a:t>
            </a:r>
          </a:p>
          <a:p>
            <a:r>
              <a:rPr lang="en-US" dirty="0"/>
              <a:t>PT: Powertrain (replacement engines)</a:t>
            </a:r>
          </a:p>
          <a:p>
            <a:pPr marL="0" indent="0">
              <a:buNone/>
            </a:pPr>
            <a:endParaRPr lang="en-US" dirty="0"/>
          </a:p>
          <a:p>
            <a:endParaRPr lang="en-US" i="1" dirty="0"/>
          </a:p>
          <a:p>
            <a:pPr marL="0" indent="0">
              <a:buNone/>
            </a:pPr>
            <a:endParaRPr lang="en-US" dirty="0"/>
          </a:p>
        </p:txBody>
      </p:sp>
      <p:cxnSp>
        <p:nvCxnSpPr>
          <p:cNvPr id="14" name="Straight Connector 13">
            <a:extLst>
              <a:ext uri="{FF2B5EF4-FFF2-40B4-BE49-F238E27FC236}">
                <a16:creationId xmlns:a16="http://schemas.microsoft.com/office/drawing/2014/main" id="{7BD5A7AC-30E9-941A-2F9F-C4F5D07EC324}"/>
              </a:ext>
            </a:extLst>
          </p:cNvPr>
          <p:cNvCxnSpPr/>
          <p:nvPr/>
        </p:nvCxnSpPr>
        <p:spPr>
          <a:xfrm>
            <a:off x="358219" y="938700"/>
            <a:ext cx="11376581" cy="0"/>
          </a:xfrm>
          <a:prstGeom prst="line">
            <a:avLst/>
          </a:prstGeom>
          <a:ln w="38100">
            <a:solidFill>
              <a:srgbClr val="304352"/>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5E0E7E68-D847-74BA-41C3-E084B6897C04}"/>
              </a:ext>
            </a:extLst>
          </p:cNvPr>
          <p:cNvSpPr txBox="1"/>
          <p:nvPr/>
        </p:nvSpPr>
        <p:spPr>
          <a:xfrm>
            <a:off x="613775" y="293342"/>
            <a:ext cx="10723622" cy="707886"/>
          </a:xfrm>
          <a:prstGeom prst="rect">
            <a:avLst/>
          </a:prstGeom>
          <a:noFill/>
        </p:spPr>
        <p:txBody>
          <a:bodyPr wrap="square">
            <a:spAutoFit/>
          </a:bodyPr>
          <a:lstStyle/>
          <a:p>
            <a:r>
              <a:rPr lang="en-US" sz="4000" b="1" dirty="0"/>
              <a:t>Sales results - Split business lines FY26</a:t>
            </a:r>
          </a:p>
        </p:txBody>
      </p:sp>
      <p:graphicFrame>
        <p:nvGraphicFramePr>
          <p:cNvPr id="2" name="Chart 1">
            <a:extLst>
              <a:ext uri="{FF2B5EF4-FFF2-40B4-BE49-F238E27FC236}">
                <a16:creationId xmlns:a16="http://schemas.microsoft.com/office/drawing/2014/main" id="{10BF0294-830E-B2D4-B105-CA20F4BA15F4}"/>
              </a:ext>
            </a:extLst>
          </p:cNvPr>
          <p:cNvGraphicFramePr>
            <a:graphicFrameLocks/>
          </p:cNvGraphicFramePr>
          <p:nvPr/>
        </p:nvGraphicFramePr>
        <p:xfrm>
          <a:off x="2631505" y="2739655"/>
          <a:ext cx="6849649" cy="411834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65974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EB12C-7765-D3BD-BE0A-B7141A528D03}"/>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A5E5DCC4-1E9B-A97B-8A47-6678783D449C}"/>
              </a:ext>
            </a:extLst>
          </p:cNvPr>
          <p:cNvCxnSpPr/>
          <p:nvPr/>
        </p:nvCxnSpPr>
        <p:spPr>
          <a:xfrm>
            <a:off x="358219" y="938700"/>
            <a:ext cx="11376581" cy="0"/>
          </a:xfrm>
          <a:prstGeom prst="line">
            <a:avLst/>
          </a:prstGeom>
          <a:ln w="38100">
            <a:solidFill>
              <a:srgbClr val="304352"/>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80910990-8C8F-535C-8049-7CB7EB07762A}"/>
              </a:ext>
            </a:extLst>
          </p:cNvPr>
          <p:cNvSpPr txBox="1"/>
          <p:nvPr/>
        </p:nvSpPr>
        <p:spPr>
          <a:xfrm>
            <a:off x="707571" y="293342"/>
            <a:ext cx="10755086" cy="707886"/>
          </a:xfrm>
          <a:prstGeom prst="rect">
            <a:avLst/>
          </a:prstGeom>
          <a:noFill/>
        </p:spPr>
        <p:txBody>
          <a:bodyPr wrap="square">
            <a:spAutoFit/>
          </a:bodyPr>
          <a:lstStyle/>
          <a:p>
            <a:r>
              <a:rPr lang="en-US" sz="4000" b="1" dirty="0"/>
              <a:t>FY26: Current Projects</a:t>
            </a:r>
          </a:p>
        </p:txBody>
      </p:sp>
      <p:sp>
        <p:nvSpPr>
          <p:cNvPr id="3" name="TextBox 2">
            <a:extLst>
              <a:ext uri="{FF2B5EF4-FFF2-40B4-BE49-F238E27FC236}">
                <a16:creationId xmlns:a16="http://schemas.microsoft.com/office/drawing/2014/main" id="{ED9923C1-DDE6-6D52-A48F-73958AACD32E}"/>
              </a:ext>
            </a:extLst>
          </p:cNvPr>
          <p:cNvSpPr txBox="1"/>
          <p:nvPr/>
        </p:nvSpPr>
        <p:spPr>
          <a:xfrm>
            <a:off x="1404258" y="1926772"/>
            <a:ext cx="10417628" cy="2893100"/>
          </a:xfrm>
          <a:prstGeom prst="rect">
            <a:avLst/>
          </a:prstGeom>
          <a:noFill/>
        </p:spPr>
        <p:txBody>
          <a:bodyPr wrap="square" rtlCol="0">
            <a:spAutoFit/>
          </a:bodyPr>
          <a:lstStyle/>
          <a:p>
            <a:pPr algn="l">
              <a:lnSpc>
                <a:spcPct val="90000"/>
              </a:lnSpc>
              <a:spcBef>
                <a:spcPts val="600"/>
              </a:spcBef>
            </a:pPr>
            <a:r>
              <a:rPr lang="en-US" sz="4000" b="1" dirty="0"/>
              <a:t>Isuzu distributor training</a:t>
            </a:r>
          </a:p>
          <a:p>
            <a:pPr algn="l">
              <a:lnSpc>
                <a:spcPct val="90000"/>
              </a:lnSpc>
              <a:spcBef>
                <a:spcPts val="600"/>
              </a:spcBef>
            </a:pPr>
            <a:r>
              <a:rPr lang="en-US" sz="4000" b="1" dirty="0"/>
              <a:t>Isuzu dealer standard (= IDS)</a:t>
            </a:r>
          </a:p>
          <a:p>
            <a:pPr algn="l">
              <a:lnSpc>
                <a:spcPct val="90000"/>
              </a:lnSpc>
              <a:spcBef>
                <a:spcPts val="600"/>
              </a:spcBef>
            </a:pPr>
            <a:r>
              <a:rPr lang="en-US" sz="4000" b="1" dirty="0"/>
              <a:t>Repair &amp; maintenance contracts (= R&amp;M)</a:t>
            </a:r>
          </a:p>
          <a:p>
            <a:pPr algn="l">
              <a:lnSpc>
                <a:spcPct val="90000"/>
              </a:lnSpc>
              <a:spcBef>
                <a:spcPts val="600"/>
              </a:spcBef>
            </a:pPr>
            <a:r>
              <a:rPr lang="en-US" sz="4000" b="1" dirty="0"/>
              <a:t>Genuine parts share</a:t>
            </a:r>
          </a:p>
          <a:p>
            <a:pPr algn="l">
              <a:lnSpc>
                <a:spcPct val="90000"/>
              </a:lnSpc>
              <a:spcBef>
                <a:spcPts val="600"/>
              </a:spcBef>
            </a:pPr>
            <a:endParaRPr lang="en-BE" sz="2000" dirty="0" err="1"/>
          </a:p>
        </p:txBody>
      </p:sp>
    </p:spTree>
    <p:extLst>
      <p:ext uri="{BB962C8B-B14F-4D97-AF65-F5344CB8AC3E}">
        <p14:creationId xmlns:p14="http://schemas.microsoft.com/office/powerpoint/2010/main" val="311966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0D194-785B-C045-7238-B26A0B29DE02}"/>
            </a:ext>
          </a:extLst>
        </p:cNvPr>
        <p:cNvGrpSpPr/>
        <p:nvPr/>
      </p:nvGrpSpPr>
      <p:grpSpPr>
        <a:xfrm>
          <a:off x="0" y="0"/>
          <a:ext cx="0" cy="0"/>
          <a:chOff x="0" y="0"/>
          <a:chExt cx="0" cy="0"/>
        </a:xfrm>
      </p:grpSpPr>
      <p:sp>
        <p:nvSpPr>
          <p:cNvPr id="11" name="テキスト ボックス 10">
            <a:extLst>
              <a:ext uri="{FF2B5EF4-FFF2-40B4-BE49-F238E27FC236}">
                <a16:creationId xmlns:a16="http://schemas.microsoft.com/office/drawing/2014/main" id="{4E21527E-52FB-7460-2582-3406EFDD1154}"/>
              </a:ext>
            </a:extLst>
          </p:cNvPr>
          <p:cNvSpPr txBox="1"/>
          <p:nvPr/>
        </p:nvSpPr>
        <p:spPr>
          <a:xfrm>
            <a:off x="875575" y="575346"/>
            <a:ext cx="9769046" cy="430887"/>
          </a:xfrm>
          <a:prstGeom prst="rect">
            <a:avLst/>
          </a:prstGeom>
          <a:noFill/>
        </p:spPr>
        <p:txBody>
          <a:bodyPr wrap="square" rtlCol="0">
            <a:spAutoFit/>
          </a:bodyPr>
          <a:lstStyle/>
          <a:p>
            <a:pPr algn="ctr">
              <a:spcBef>
                <a:spcPts val="600"/>
              </a:spcBef>
            </a:pPr>
            <a:r>
              <a:rPr lang="en-US" altLang="ja-JP" sz="2200" b="1" dirty="0">
                <a:latin typeface="Arial" panose="020B0604020202020204" pitchFamily="34" charset="0"/>
                <a:ea typeface="Yu Gothic UI" panose="020B0500000000000000" pitchFamily="34" charset="-128"/>
                <a:cs typeface="Arial" panose="020B0604020202020204" pitchFamily="34" charset="0"/>
              </a:rPr>
              <a:t>Distributor Training</a:t>
            </a:r>
          </a:p>
        </p:txBody>
      </p:sp>
      <p:sp>
        <p:nvSpPr>
          <p:cNvPr id="2" name="TextBox 1">
            <a:extLst>
              <a:ext uri="{FF2B5EF4-FFF2-40B4-BE49-F238E27FC236}">
                <a16:creationId xmlns:a16="http://schemas.microsoft.com/office/drawing/2014/main" id="{AE511755-0A4A-3AD9-0945-8D7567D49362}"/>
              </a:ext>
            </a:extLst>
          </p:cNvPr>
          <p:cNvSpPr txBox="1"/>
          <p:nvPr/>
        </p:nvSpPr>
        <p:spPr>
          <a:xfrm>
            <a:off x="1354388" y="1190846"/>
            <a:ext cx="9700938" cy="5401479"/>
          </a:xfrm>
          <a:prstGeom prst="rect">
            <a:avLst/>
          </a:prstGeom>
          <a:noFill/>
        </p:spPr>
        <p:txBody>
          <a:bodyPr wrap="square" rtlCol="0">
            <a:spAutoFit/>
          </a:bodyPr>
          <a:lstStyle/>
          <a:p>
            <a:r>
              <a:rPr lang="en-US" sz="1800" b="1" dirty="0">
                <a:latin typeface="Arial" panose="020B0604020202020204" pitchFamily="34" charset="0"/>
              </a:rPr>
              <a:t>Why it matters</a:t>
            </a:r>
          </a:p>
          <a:p>
            <a:pPr marL="742950" lvl="1" indent="-285750">
              <a:buFont typeface="Arial" panose="020B0604020202020204" pitchFamily="34" charset="0"/>
              <a:buChar char="•"/>
            </a:pPr>
            <a:r>
              <a:rPr lang="en-US" sz="1700" b="0" dirty="0">
                <a:latin typeface="Arial" panose="020B0604020202020204" pitchFamily="34" charset="0"/>
              </a:rPr>
              <a:t>Parts knowledge at distributor &amp; dealer level directly translates to genuine parts sales.</a:t>
            </a:r>
          </a:p>
          <a:p>
            <a:pPr marL="742950" lvl="1" indent="-285750">
              <a:buFont typeface="Arial" panose="020B0604020202020204" pitchFamily="34" charset="0"/>
              <a:buChar char="•"/>
            </a:pPr>
            <a:r>
              <a:rPr lang="en-US" sz="1700" b="0" dirty="0">
                <a:latin typeface="Arial" panose="020B0604020202020204" pitchFamily="34" charset="0"/>
              </a:rPr>
              <a:t>Trained staff use Electronic parts catalogue effectively, recommend the right part, and reduce costly mis-orders.</a:t>
            </a:r>
          </a:p>
          <a:p>
            <a:endParaRPr lang="en-US" sz="1800" dirty="0"/>
          </a:p>
          <a:p>
            <a:r>
              <a:rPr lang="en-US" sz="1800" b="1" dirty="0">
                <a:latin typeface="Arial" panose="020B0604020202020204" pitchFamily="34" charset="0"/>
              </a:rPr>
              <a:t>What we are doing</a:t>
            </a:r>
          </a:p>
          <a:p>
            <a:pPr marL="742950" indent="-285750">
              <a:buFont typeface="Arial" pitchFamily="34" charset="0"/>
              <a:buChar char="•"/>
            </a:pPr>
            <a:r>
              <a:rPr lang="en-US" sz="1700" b="0" dirty="0">
                <a:latin typeface="Arial" panose="020B0604020202020204" pitchFamily="34" charset="0"/>
              </a:rPr>
              <a:t>Integrating IIF (Dubai) training manuals into ISZE internal training materials</a:t>
            </a:r>
          </a:p>
          <a:p>
            <a:pPr marL="742950" indent="-285750">
              <a:buFont typeface="Arial" pitchFamily="34" charset="0"/>
              <a:buChar char="•"/>
            </a:pPr>
            <a:r>
              <a:rPr lang="en-US" sz="1700" b="0" dirty="0">
                <a:latin typeface="Arial" panose="020B0604020202020204" pitchFamily="34" charset="0"/>
              </a:rPr>
              <a:t>Electronic parts catalogue online training targeted for launch March 2026 — mandatory items first</a:t>
            </a:r>
          </a:p>
          <a:p>
            <a:pPr marL="742950" indent="-285750">
              <a:buFont typeface="Arial" pitchFamily="34" charset="0"/>
              <a:buChar char="•"/>
            </a:pPr>
            <a:r>
              <a:rPr lang="en-US" sz="1700" b="0" dirty="0">
                <a:latin typeface="Arial" panose="020B0604020202020204" pitchFamily="34" charset="0"/>
              </a:rPr>
              <a:t>Training structure defined</a:t>
            </a:r>
            <a:r>
              <a:rPr lang="en-US" sz="1700" dirty="0">
                <a:latin typeface="Arial" panose="020B0604020202020204" pitchFamily="34" charset="0"/>
              </a:rPr>
              <a:t> through digital </a:t>
            </a:r>
            <a:r>
              <a:rPr lang="en-US" sz="1700" b="0" dirty="0">
                <a:latin typeface="Arial" panose="020B0604020202020204" pitchFamily="34" charset="0"/>
              </a:rPr>
              <a:t>platform </a:t>
            </a:r>
          </a:p>
          <a:p>
            <a:pPr marL="742950" indent="-285750">
              <a:buFont typeface="Arial" pitchFamily="34" charset="0"/>
              <a:buChar char="•"/>
            </a:pPr>
            <a:r>
              <a:rPr lang="en-US" sz="1700" b="0" dirty="0">
                <a:latin typeface="Arial" panose="020B0604020202020204" pitchFamily="34" charset="0"/>
              </a:rPr>
              <a:t>Parts competition in </a:t>
            </a:r>
            <a:r>
              <a:rPr lang="en-US" sz="1700" dirty="0">
                <a:latin typeface="Arial" panose="020B0604020202020204" pitchFamily="34" charset="0"/>
              </a:rPr>
              <a:t>FY27</a:t>
            </a:r>
          </a:p>
          <a:p>
            <a:pPr marL="742950" indent="-285750">
              <a:buFont typeface="Arial" pitchFamily="34" charset="0"/>
              <a:buChar char="•"/>
            </a:pPr>
            <a:endParaRPr lang="en-US" sz="1800" dirty="0"/>
          </a:p>
          <a:p>
            <a:r>
              <a:rPr lang="en-US" sz="1800" b="1" dirty="0">
                <a:latin typeface="Arial" panose="020B0604020202020204" pitchFamily="34" charset="0"/>
              </a:rPr>
              <a:t>Status</a:t>
            </a:r>
          </a:p>
          <a:p>
            <a:pPr marL="742950" lvl="1" indent="-285750">
              <a:buFont typeface="Arial" panose="020B0604020202020204" pitchFamily="34" charset="0"/>
              <a:buChar char="•"/>
            </a:pPr>
            <a:r>
              <a:rPr lang="en-US" sz="1700" b="0" dirty="0">
                <a:latin typeface="Arial" panose="020B0604020202020204" pitchFamily="34" charset="0"/>
              </a:rPr>
              <a:t>Training materials</a:t>
            </a:r>
            <a:r>
              <a:rPr lang="en-US" sz="1700" dirty="0">
                <a:latin typeface="Arial" panose="020B0604020202020204" pitchFamily="34" charset="0"/>
              </a:rPr>
              <a:t> scheduled: </a:t>
            </a:r>
          </a:p>
          <a:p>
            <a:r>
              <a:rPr lang="en-US" sz="1700" dirty="0">
                <a:latin typeface="Arial" panose="020B0604020202020204" pitchFamily="34" charset="0"/>
              </a:rPr>
              <a:t>	–Electronic parts catalogue (03/2026)</a:t>
            </a:r>
          </a:p>
          <a:p>
            <a:r>
              <a:rPr lang="en-US" sz="1700" dirty="0">
                <a:latin typeface="Arial" panose="020B0604020202020204" pitchFamily="34" charset="0"/>
              </a:rPr>
              <a:t>	–IDS (07/2026)</a:t>
            </a:r>
          </a:p>
          <a:p>
            <a:r>
              <a:rPr lang="en-US" sz="1700" dirty="0">
                <a:latin typeface="Arial" panose="020B0604020202020204" pitchFamily="34" charset="0"/>
              </a:rPr>
              <a:t>	–Operational structure &amp; digital ordering methods (10/2026)</a:t>
            </a:r>
          </a:p>
          <a:p>
            <a:r>
              <a:rPr lang="en-US" sz="1700" dirty="0">
                <a:latin typeface="Arial" panose="020B0604020202020204" pitchFamily="34" charset="0"/>
              </a:rPr>
              <a:t>	–Parts types (02/2027)</a:t>
            </a:r>
          </a:p>
          <a:p>
            <a:endParaRPr lang="en-US" sz="1700" b="0" dirty="0">
              <a:latin typeface="Arial" panose="020B0604020202020204" pitchFamily="34" charset="0"/>
            </a:endParaRPr>
          </a:p>
          <a:p>
            <a:pPr marL="742950" lvl="1" indent="-285750">
              <a:buFont typeface="Arial" panose="020B0604020202020204" pitchFamily="34" charset="0"/>
              <a:buChar char="•"/>
            </a:pPr>
            <a:r>
              <a:rPr lang="en-US" sz="1700" dirty="0">
                <a:latin typeface="Arial" panose="020B0604020202020204" pitchFamily="34" charset="0"/>
              </a:rPr>
              <a:t>E</a:t>
            </a:r>
            <a:r>
              <a:rPr lang="en-US" sz="1700" b="0" dirty="0">
                <a:latin typeface="Arial" panose="020B0604020202020204" pitchFamily="34" charset="0"/>
              </a:rPr>
              <a:t>-learning platform launch March 2026</a:t>
            </a:r>
          </a:p>
        </p:txBody>
      </p:sp>
      <p:pic>
        <p:nvPicPr>
          <p:cNvPr id="3" name="Picture 2" descr="train_frame_0.png">
            <a:extLst>
              <a:ext uri="{FF2B5EF4-FFF2-40B4-BE49-F238E27FC236}">
                <a16:creationId xmlns:a16="http://schemas.microsoft.com/office/drawing/2014/main" id="{C813287D-7A93-7567-7CA3-A4C0009055EF}"/>
              </a:ext>
            </a:extLst>
          </p:cNvPr>
          <p:cNvPicPr>
            <a:picLocks noChangeAspect="1"/>
          </p:cNvPicPr>
          <p:nvPr/>
        </p:nvPicPr>
        <p:blipFill>
          <a:blip r:embed="rId2"/>
          <a:stretch>
            <a:fillRect/>
          </a:stretch>
        </p:blipFill>
        <p:spPr>
          <a:xfrm>
            <a:off x="8150942" y="4443116"/>
            <a:ext cx="3820816" cy="2149209"/>
          </a:xfrm>
          <a:prstGeom prst="rect">
            <a:avLst/>
          </a:prstGeom>
        </p:spPr>
      </p:pic>
    </p:spTree>
    <p:extLst>
      <p:ext uri="{BB962C8B-B14F-4D97-AF65-F5344CB8AC3E}">
        <p14:creationId xmlns:p14="http://schemas.microsoft.com/office/powerpoint/2010/main" val="3874653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0D194-785B-C045-7238-B26A0B29DE02}"/>
            </a:ext>
          </a:extLst>
        </p:cNvPr>
        <p:cNvGrpSpPr/>
        <p:nvPr/>
      </p:nvGrpSpPr>
      <p:grpSpPr>
        <a:xfrm>
          <a:off x="0" y="0"/>
          <a:ext cx="0" cy="0"/>
          <a:chOff x="0" y="0"/>
          <a:chExt cx="0" cy="0"/>
        </a:xfrm>
      </p:grpSpPr>
      <p:sp>
        <p:nvSpPr>
          <p:cNvPr id="11" name="テキスト ボックス 10">
            <a:extLst>
              <a:ext uri="{FF2B5EF4-FFF2-40B4-BE49-F238E27FC236}">
                <a16:creationId xmlns:a16="http://schemas.microsoft.com/office/drawing/2014/main" id="{4E21527E-52FB-7460-2582-3406EFDD1154}"/>
              </a:ext>
            </a:extLst>
          </p:cNvPr>
          <p:cNvSpPr txBox="1"/>
          <p:nvPr/>
        </p:nvSpPr>
        <p:spPr>
          <a:xfrm>
            <a:off x="875575" y="575346"/>
            <a:ext cx="9769046" cy="430887"/>
          </a:xfrm>
          <a:prstGeom prst="rect">
            <a:avLst/>
          </a:prstGeom>
          <a:noFill/>
        </p:spPr>
        <p:txBody>
          <a:bodyPr wrap="square" rtlCol="0">
            <a:spAutoFit/>
          </a:bodyPr>
          <a:lstStyle/>
          <a:p>
            <a:pPr algn="ctr">
              <a:spcBef>
                <a:spcPts val="600"/>
              </a:spcBef>
            </a:pPr>
            <a:r>
              <a:rPr lang="en-US" altLang="ja-JP" sz="2200" b="1" dirty="0">
                <a:latin typeface="Arial" panose="020B0604020202020204" pitchFamily="34" charset="0"/>
                <a:ea typeface="Yu Gothic UI" panose="020B0500000000000000" pitchFamily="34" charset="-128"/>
                <a:cs typeface="Arial" panose="020B0604020202020204" pitchFamily="34" charset="0"/>
              </a:rPr>
              <a:t>Isuzu Dealer Standard (IDS)</a:t>
            </a:r>
          </a:p>
        </p:txBody>
      </p:sp>
      <p:sp>
        <p:nvSpPr>
          <p:cNvPr id="2" name="TextBox 1">
            <a:extLst>
              <a:ext uri="{FF2B5EF4-FFF2-40B4-BE49-F238E27FC236}">
                <a16:creationId xmlns:a16="http://schemas.microsoft.com/office/drawing/2014/main" id="{AE511755-0A4A-3AD9-0945-8D7567D49362}"/>
              </a:ext>
            </a:extLst>
          </p:cNvPr>
          <p:cNvSpPr txBox="1"/>
          <p:nvPr/>
        </p:nvSpPr>
        <p:spPr>
          <a:xfrm>
            <a:off x="943683" y="1397674"/>
            <a:ext cx="9700938" cy="4370427"/>
          </a:xfrm>
          <a:prstGeom prst="rect">
            <a:avLst/>
          </a:prstGeom>
          <a:noFill/>
        </p:spPr>
        <p:txBody>
          <a:bodyPr wrap="square" rtlCol="0">
            <a:spAutoFit/>
          </a:bodyPr>
          <a:lstStyle/>
          <a:p>
            <a:r>
              <a:rPr lang="en-US" sz="1800" b="1" dirty="0">
                <a:latin typeface="Arial" panose="020B0604020202020204" pitchFamily="34" charset="0"/>
              </a:rPr>
              <a:t>What it is</a:t>
            </a:r>
          </a:p>
          <a:p>
            <a:pPr marL="742950" lvl="1" indent="-285750">
              <a:buFont typeface="Arial" panose="020B0604020202020204" pitchFamily="34" charset="0"/>
              <a:buChar char="•"/>
            </a:pPr>
            <a:r>
              <a:rPr lang="en-US" sz="1700" b="0" dirty="0">
                <a:latin typeface="Arial" panose="020B0604020202020204" pitchFamily="34" charset="0"/>
              </a:rPr>
              <a:t>The Isuzu Dealer Standard (IDS) is ISZE’s audit framework to evaluate and improve dealer quality.</a:t>
            </a:r>
          </a:p>
          <a:p>
            <a:pPr marL="742950" lvl="1" indent="-285750">
              <a:buFont typeface="Arial" panose="020B0604020202020204" pitchFamily="34" charset="0"/>
              <a:buChar char="•"/>
            </a:pPr>
            <a:r>
              <a:rPr lang="en-US" sz="1700" b="0" dirty="0">
                <a:latin typeface="Arial" panose="020B0604020202020204" pitchFamily="34" charset="0"/>
              </a:rPr>
              <a:t>IDS covers </a:t>
            </a:r>
            <a:r>
              <a:rPr lang="en-US" sz="1700" dirty="0">
                <a:latin typeface="Arial" panose="020B0604020202020204" pitchFamily="34" charset="0"/>
              </a:rPr>
              <a:t>5 pillars : Premises &amp; facility, Organization &amp; management, Service management, Parts &amp; accessories, Vehicle sales</a:t>
            </a:r>
          </a:p>
          <a:p>
            <a:endParaRPr lang="en-US" sz="1800" dirty="0"/>
          </a:p>
          <a:p>
            <a:r>
              <a:rPr lang="en-US" sz="1800" b="1" dirty="0">
                <a:latin typeface="Arial" panose="020B0604020202020204" pitchFamily="34" charset="0"/>
              </a:rPr>
              <a:t>Why it matters</a:t>
            </a:r>
          </a:p>
          <a:p>
            <a:pPr marL="742950" indent="-285750">
              <a:buFont typeface="Arial" pitchFamily="34" charset="0"/>
              <a:buChar char="•"/>
            </a:pPr>
            <a:r>
              <a:rPr lang="en-US" sz="1700" b="0" dirty="0">
                <a:latin typeface="Arial" panose="020B0604020202020204" pitchFamily="34" charset="0"/>
              </a:rPr>
              <a:t>Consistent audit standards across all markets create a baseline for improvement and protect the Isuzu brand.</a:t>
            </a:r>
          </a:p>
          <a:p>
            <a:pPr marL="742950" indent="-285750">
              <a:buFont typeface="Arial" pitchFamily="34" charset="0"/>
              <a:buChar char="•"/>
            </a:pPr>
            <a:r>
              <a:rPr lang="en-US" sz="1700" dirty="0">
                <a:latin typeface="Arial" panose="020B0604020202020204" pitchFamily="34" charset="0"/>
              </a:rPr>
              <a:t>D</a:t>
            </a:r>
            <a:r>
              <a:rPr lang="en-US" sz="1700" b="0" dirty="0">
                <a:latin typeface="Arial" panose="020B0604020202020204" pitchFamily="34" charset="0"/>
              </a:rPr>
              <a:t>ealers with higher IDS scores correlate with better KPI performance and genuine parts retention.</a:t>
            </a:r>
          </a:p>
          <a:p>
            <a:endParaRPr lang="en-US" sz="1800" dirty="0"/>
          </a:p>
          <a:p>
            <a:endParaRPr lang="en-US" sz="1800" dirty="0"/>
          </a:p>
          <a:p>
            <a:r>
              <a:rPr lang="en-US" sz="1800" b="1" dirty="0">
                <a:latin typeface="Arial" panose="020B0604020202020204" pitchFamily="34" charset="0"/>
              </a:rPr>
              <a:t>Progress</a:t>
            </a:r>
          </a:p>
          <a:p>
            <a:pPr marL="742950" lvl="1" indent="-285750">
              <a:buFont typeface="Arial" panose="020B0604020202020204" pitchFamily="34" charset="0"/>
              <a:buChar char="•"/>
            </a:pPr>
            <a:r>
              <a:rPr lang="en-US" sz="1700" b="0" dirty="0">
                <a:latin typeface="Arial" panose="020B0604020202020204" pitchFamily="34" charset="0"/>
              </a:rPr>
              <a:t>IDS framework is developed &amp; digitalized.  </a:t>
            </a:r>
          </a:p>
          <a:p>
            <a:pPr marL="742950" lvl="1" indent="-285750">
              <a:buFont typeface="Arial" panose="020B0604020202020204" pitchFamily="34" charset="0"/>
              <a:buChar char="•"/>
            </a:pPr>
            <a:r>
              <a:rPr lang="en-US" sz="1700" b="0" dirty="0">
                <a:latin typeface="Arial" panose="020B0604020202020204" pitchFamily="34" charset="0"/>
              </a:rPr>
              <a:t>IDS rollout </a:t>
            </a:r>
            <a:r>
              <a:rPr lang="en-US" sz="1700" dirty="0">
                <a:latin typeface="Arial" panose="020B0604020202020204" pitchFamily="34" charset="0"/>
              </a:rPr>
              <a:t>in</a:t>
            </a:r>
            <a:r>
              <a:rPr lang="en-US" sz="1700" b="0" dirty="0">
                <a:latin typeface="Arial" panose="020B0604020202020204" pitchFamily="34" charset="0"/>
              </a:rPr>
              <a:t> selected markets is planned for FY27.</a:t>
            </a:r>
          </a:p>
        </p:txBody>
      </p:sp>
      <p:graphicFrame>
        <p:nvGraphicFramePr>
          <p:cNvPr id="3" name="Chart 2">
            <a:extLst>
              <a:ext uri="{FF2B5EF4-FFF2-40B4-BE49-F238E27FC236}">
                <a16:creationId xmlns:a16="http://schemas.microsoft.com/office/drawing/2014/main" id="{5A411EBC-5DAF-03DD-668E-2A66AF07F4CA}"/>
              </a:ext>
            </a:extLst>
          </p:cNvPr>
          <p:cNvGraphicFramePr>
            <a:graphicFrameLocks/>
          </p:cNvGraphicFramePr>
          <p:nvPr>
            <p:extLst>
              <p:ext uri="{D42A27DB-BD31-4B8C-83A1-F6EECF244321}">
                <p14:modId xmlns:p14="http://schemas.microsoft.com/office/powerpoint/2010/main" val="2619391041"/>
              </p:ext>
            </p:extLst>
          </p:nvPr>
        </p:nvGraphicFramePr>
        <p:xfrm>
          <a:off x="8111612" y="4247514"/>
          <a:ext cx="3962615" cy="242562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74653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0D194-785B-C045-7238-B26A0B29DE02}"/>
            </a:ext>
          </a:extLst>
        </p:cNvPr>
        <p:cNvGrpSpPr/>
        <p:nvPr/>
      </p:nvGrpSpPr>
      <p:grpSpPr>
        <a:xfrm>
          <a:off x="0" y="0"/>
          <a:ext cx="0" cy="0"/>
          <a:chOff x="0" y="0"/>
          <a:chExt cx="0" cy="0"/>
        </a:xfrm>
      </p:grpSpPr>
      <p:sp>
        <p:nvSpPr>
          <p:cNvPr id="11" name="テキスト ボックス 10">
            <a:extLst>
              <a:ext uri="{FF2B5EF4-FFF2-40B4-BE49-F238E27FC236}">
                <a16:creationId xmlns:a16="http://schemas.microsoft.com/office/drawing/2014/main" id="{4E21527E-52FB-7460-2582-3406EFDD1154}"/>
              </a:ext>
            </a:extLst>
          </p:cNvPr>
          <p:cNvSpPr txBox="1"/>
          <p:nvPr/>
        </p:nvSpPr>
        <p:spPr>
          <a:xfrm>
            <a:off x="875575" y="575346"/>
            <a:ext cx="9769046" cy="430887"/>
          </a:xfrm>
          <a:prstGeom prst="rect">
            <a:avLst/>
          </a:prstGeom>
          <a:noFill/>
        </p:spPr>
        <p:txBody>
          <a:bodyPr wrap="square" rtlCol="0">
            <a:spAutoFit/>
          </a:bodyPr>
          <a:lstStyle/>
          <a:p>
            <a:pPr algn="ctr">
              <a:spcBef>
                <a:spcPts val="600"/>
              </a:spcBef>
            </a:pPr>
            <a:r>
              <a:rPr lang="en-US" altLang="ja-JP" sz="2200" b="1" dirty="0">
                <a:latin typeface="Arial" panose="020B0604020202020204" pitchFamily="34" charset="0"/>
                <a:ea typeface="Yu Gothic UI" panose="020B0500000000000000" pitchFamily="34" charset="-128"/>
                <a:cs typeface="Arial" panose="020B0604020202020204" pitchFamily="34" charset="0"/>
              </a:rPr>
              <a:t>Genuine Parts Share</a:t>
            </a:r>
          </a:p>
        </p:txBody>
      </p:sp>
      <p:sp>
        <p:nvSpPr>
          <p:cNvPr id="2" name="TextBox 1">
            <a:extLst>
              <a:ext uri="{FF2B5EF4-FFF2-40B4-BE49-F238E27FC236}">
                <a16:creationId xmlns:a16="http://schemas.microsoft.com/office/drawing/2014/main" id="{AE511755-0A4A-3AD9-0945-8D7567D49362}"/>
              </a:ext>
            </a:extLst>
          </p:cNvPr>
          <p:cNvSpPr txBox="1"/>
          <p:nvPr/>
        </p:nvSpPr>
        <p:spPr>
          <a:xfrm>
            <a:off x="943683" y="1397674"/>
            <a:ext cx="9700938" cy="4108817"/>
          </a:xfrm>
          <a:prstGeom prst="rect">
            <a:avLst/>
          </a:prstGeom>
          <a:noFill/>
        </p:spPr>
        <p:txBody>
          <a:bodyPr wrap="square" rtlCol="0">
            <a:spAutoFit/>
          </a:bodyPr>
          <a:lstStyle/>
          <a:p>
            <a:r>
              <a:rPr lang="en-US" sz="1800" b="1" dirty="0">
                <a:latin typeface="Arial" panose="020B0604020202020204" pitchFamily="34" charset="0"/>
              </a:rPr>
              <a:t>Why it matters</a:t>
            </a:r>
          </a:p>
          <a:p>
            <a:pPr marL="742950" lvl="1" indent="-285750">
              <a:buFont typeface="Arial" panose="020B0604020202020204" pitchFamily="34" charset="0"/>
              <a:buChar char="•"/>
            </a:pPr>
            <a:r>
              <a:rPr lang="en-US" sz="1700" b="0" dirty="0">
                <a:latin typeface="Arial" panose="020B0604020202020204" pitchFamily="34" charset="0"/>
              </a:rPr>
              <a:t>Genuine parts share measures how much of the parts spend per vehicle goes to ISZE vs. aftermarket.</a:t>
            </a:r>
          </a:p>
          <a:p>
            <a:pPr marL="742950" lvl="1" indent="-285750">
              <a:buFont typeface="Arial" panose="020B0604020202020204" pitchFamily="34" charset="0"/>
              <a:buChar char="•"/>
            </a:pPr>
            <a:r>
              <a:rPr lang="en-US" sz="1700" b="0" dirty="0">
                <a:latin typeface="Arial" panose="020B0604020202020204" pitchFamily="34" charset="0"/>
              </a:rPr>
              <a:t>Even a small increase in genuine parts retention per unit in operation (UIO) represents significant revenue at scale.</a:t>
            </a:r>
          </a:p>
          <a:p>
            <a:endParaRPr lang="en-US" sz="1800" dirty="0"/>
          </a:p>
          <a:p>
            <a:endParaRPr lang="en-US" dirty="0"/>
          </a:p>
          <a:p>
            <a:endParaRPr lang="en-US" sz="1800" dirty="0"/>
          </a:p>
          <a:p>
            <a:r>
              <a:rPr lang="en-US" sz="1800" b="1" dirty="0">
                <a:latin typeface="Arial" panose="020B0604020202020204" pitchFamily="34" charset="0"/>
              </a:rPr>
              <a:t>What we are doing</a:t>
            </a:r>
          </a:p>
          <a:p>
            <a:pPr marL="742950" indent="-285750">
              <a:buFont typeface="Arial" pitchFamily="34" charset="0"/>
              <a:buChar char="•"/>
            </a:pPr>
            <a:r>
              <a:rPr lang="en-US" sz="1700" b="0" dirty="0">
                <a:latin typeface="Arial" panose="020B0604020202020204" pitchFamily="34" charset="0"/>
              </a:rPr>
              <a:t>Methodology agreed with 3 pilot DBs — using spend-per-unit data benchmarked against Isuzu Ireland</a:t>
            </a:r>
            <a:r>
              <a:rPr lang="en-US" sz="1700" dirty="0">
                <a:latin typeface="Arial" panose="020B0604020202020204" pitchFamily="34" charset="0"/>
              </a:rPr>
              <a:t>, </a:t>
            </a:r>
            <a:r>
              <a:rPr lang="en-US" sz="1700" b="0" dirty="0">
                <a:latin typeface="Arial" panose="020B0604020202020204" pitchFamily="34" charset="0"/>
              </a:rPr>
              <a:t>I-Motors and ITUK </a:t>
            </a:r>
          </a:p>
          <a:p>
            <a:pPr marL="742950" indent="-285750">
              <a:buFont typeface="Arial" pitchFamily="34" charset="0"/>
              <a:buChar char="•"/>
            </a:pPr>
            <a:r>
              <a:rPr lang="en-US" sz="1700" b="0" dirty="0">
                <a:latin typeface="Arial" panose="020B0604020202020204" pitchFamily="34" charset="0"/>
              </a:rPr>
              <a:t>Theoretical car parc calculated for</a:t>
            </a:r>
            <a:r>
              <a:rPr lang="en-US" sz="1700" dirty="0">
                <a:latin typeface="Arial" panose="020B0604020202020204" pitchFamily="34" charset="0"/>
              </a:rPr>
              <a:t> Isuzu Ireland, I-Motors and ITUK </a:t>
            </a:r>
            <a:endParaRPr lang="en-US" sz="1700" b="0" dirty="0">
              <a:latin typeface="Arial" panose="020B0604020202020204" pitchFamily="34" charset="0"/>
            </a:endParaRPr>
          </a:p>
          <a:p>
            <a:pPr marL="742950" indent="-285750">
              <a:buFont typeface="Arial" pitchFamily="34" charset="0"/>
              <a:buChar char="•"/>
            </a:pPr>
            <a:r>
              <a:rPr lang="en-US" sz="1700" b="0" dirty="0">
                <a:latin typeface="Arial" panose="020B0604020202020204" pitchFamily="34" charset="0"/>
              </a:rPr>
              <a:t>Genuine parts share scheme proposed</a:t>
            </a:r>
            <a:endParaRPr lang="en-US" sz="1700" dirty="0">
              <a:latin typeface="Arial" panose="020B0604020202020204" pitchFamily="34" charset="0"/>
            </a:endParaRPr>
          </a:p>
          <a:p>
            <a:pPr marL="742950" indent="-285750">
              <a:buFont typeface="Arial" pitchFamily="34" charset="0"/>
              <a:buChar char="•"/>
            </a:pPr>
            <a:r>
              <a:rPr lang="en-US" sz="1700" b="0" dirty="0">
                <a:latin typeface="Arial" panose="020B0604020202020204" pitchFamily="34" charset="0"/>
              </a:rPr>
              <a:t>Create a Kickback/incentive structure</a:t>
            </a:r>
            <a:endParaRPr lang="en-US" sz="1700" dirty="0">
              <a:latin typeface="Arial" panose="020B0604020202020204" pitchFamily="34" charset="0"/>
            </a:endParaRPr>
          </a:p>
          <a:p>
            <a:pPr marL="742950" indent="-285750">
              <a:buFont typeface="Arial" pitchFamily="34" charset="0"/>
              <a:buChar char="•"/>
            </a:pPr>
            <a:endParaRPr lang="en-US" sz="1800" dirty="0"/>
          </a:p>
        </p:txBody>
      </p:sp>
    </p:spTree>
    <p:extLst>
      <p:ext uri="{BB962C8B-B14F-4D97-AF65-F5344CB8AC3E}">
        <p14:creationId xmlns:p14="http://schemas.microsoft.com/office/powerpoint/2010/main" val="3874653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EB12C-7765-D3BD-BE0A-B7141A528D03}"/>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A5E5DCC4-1E9B-A97B-8A47-6678783D449C}"/>
              </a:ext>
            </a:extLst>
          </p:cNvPr>
          <p:cNvCxnSpPr/>
          <p:nvPr/>
        </p:nvCxnSpPr>
        <p:spPr>
          <a:xfrm>
            <a:off x="358219" y="938700"/>
            <a:ext cx="11376581" cy="0"/>
          </a:xfrm>
          <a:prstGeom prst="line">
            <a:avLst/>
          </a:prstGeom>
          <a:ln w="38100">
            <a:solidFill>
              <a:srgbClr val="304352"/>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80910990-8C8F-535C-8049-7CB7EB07762A}"/>
              </a:ext>
            </a:extLst>
          </p:cNvPr>
          <p:cNvSpPr txBox="1"/>
          <p:nvPr/>
        </p:nvSpPr>
        <p:spPr>
          <a:xfrm>
            <a:off x="707571" y="293342"/>
            <a:ext cx="10755086" cy="707886"/>
          </a:xfrm>
          <a:prstGeom prst="rect">
            <a:avLst/>
          </a:prstGeom>
          <a:noFill/>
        </p:spPr>
        <p:txBody>
          <a:bodyPr wrap="square">
            <a:spAutoFit/>
          </a:bodyPr>
          <a:lstStyle/>
          <a:p>
            <a:r>
              <a:rPr lang="en-US" sz="4000" b="1" dirty="0"/>
              <a:t>			FY27 New projects</a:t>
            </a:r>
          </a:p>
        </p:txBody>
      </p:sp>
      <p:sp>
        <p:nvSpPr>
          <p:cNvPr id="2" name="TextBox 1">
            <a:extLst>
              <a:ext uri="{FF2B5EF4-FFF2-40B4-BE49-F238E27FC236}">
                <a16:creationId xmlns:a16="http://schemas.microsoft.com/office/drawing/2014/main" id="{F9756004-4143-BA8F-3762-6008A980B110}"/>
              </a:ext>
            </a:extLst>
          </p:cNvPr>
          <p:cNvSpPr txBox="1"/>
          <p:nvPr/>
        </p:nvSpPr>
        <p:spPr>
          <a:xfrm>
            <a:off x="2171700" y="2950030"/>
            <a:ext cx="7848600" cy="1908215"/>
          </a:xfrm>
          <a:prstGeom prst="rect">
            <a:avLst/>
          </a:prstGeom>
          <a:noFill/>
        </p:spPr>
        <p:txBody>
          <a:bodyPr wrap="square" rtlCol="0">
            <a:spAutoFit/>
          </a:bodyPr>
          <a:lstStyle/>
          <a:p>
            <a:pPr>
              <a:lnSpc>
                <a:spcPct val="90000"/>
              </a:lnSpc>
              <a:spcBef>
                <a:spcPts val="600"/>
              </a:spcBef>
            </a:pPr>
            <a:r>
              <a:rPr lang="en-US" sz="4000" b="1" dirty="0"/>
              <a:t>PMS Coverage </a:t>
            </a:r>
          </a:p>
          <a:p>
            <a:pPr>
              <a:lnSpc>
                <a:spcPct val="90000"/>
              </a:lnSpc>
              <a:spcBef>
                <a:spcPts val="600"/>
              </a:spcBef>
            </a:pPr>
            <a:r>
              <a:rPr lang="en-US" sz="4000" b="1" dirty="0"/>
              <a:t>Lubricants </a:t>
            </a:r>
          </a:p>
          <a:p>
            <a:pPr>
              <a:lnSpc>
                <a:spcPct val="90000"/>
              </a:lnSpc>
              <a:spcBef>
                <a:spcPts val="600"/>
              </a:spcBef>
            </a:pPr>
            <a:r>
              <a:rPr lang="en-US" sz="4000" b="1" dirty="0"/>
              <a:t>Long block</a:t>
            </a:r>
            <a:endParaRPr lang="en-BE" sz="4000" b="1" dirty="0" err="1"/>
          </a:p>
        </p:txBody>
      </p:sp>
    </p:spTree>
    <p:extLst>
      <p:ext uri="{BB962C8B-B14F-4D97-AF65-F5344CB8AC3E}">
        <p14:creationId xmlns:p14="http://schemas.microsoft.com/office/powerpoint/2010/main" val="311966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0D194-785B-C045-7238-B26A0B29DE02}"/>
            </a:ext>
          </a:extLst>
        </p:cNvPr>
        <p:cNvGrpSpPr/>
        <p:nvPr/>
      </p:nvGrpSpPr>
      <p:grpSpPr>
        <a:xfrm>
          <a:off x="0" y="0"/>
          <a:ext cx="0" cy="0"/>
          <a:chOff x="0" y="0"/>
          <a:chExt cx="0" cy="0"/>
        </a:xfrm>
      </p:grpSpPr>
      <p:sp>
        <p:nvSpPr>
          <p:cNvPr id="11" name="テキスト ボックス 10">
            <a:extLst>
              <a:ext uri="{FF2B5EF4-FFF2-40B4-BE49-F238E27FC236}">
                <a16:creationId xmlns:a16="http://schemas.microsoft.com/office/drawing/2014/main" id="{4E21527E-52FB-7460-2582-3406EFDD1154}"/>
              </a:ext>
            </a:extLst>
          </p:cNvPr>
          <p:cNvSpPr txBox="1"/>
          <p:nvPr/>
        </p:nvSpPr>
        <p:spPr>
          <a:xfrm>
            <a:off x="875575" y="575346"/>
            <a:ext cx="9769046" cy="430887"/>
          </a:xfrm>
          <a:prstGeom prst="rect">
            <a:avLst/>
          </a:prstGeom>
          <a:noFill/>
        </p:spPr>
        <p:txBody>
          <a:bodyPr wrap="square" rtlCol="0">
            <a:spAutoFit/>
          </a:bodyPr>
          <a:lstStyle/>
          <a:p>
            <a:pPr algn="ctr">
              <a:spcBef>
                <a:spcPts val="600"/>
              </a:spcBef>
            </a:pPr>
            <a:r>
              <a:rPr lang="en-US" altLang="ja-JP" sz="2200" b="1" dirty="0">
                <a:latin typeface="Arial" panose="020B0604020202020204" pitchFamily="34" charset="0"/>
                <a:ea typeface="Yu Gothic UI" panose="020B0500000000000000" pitchFamily="34" charset="-128"/>
                <a:cs typeface="Arial" panose="020B0604020202020204" pitchFamily="34" charset="0"/>
              </a:rPr>
              <a:t>Periodical Maintenance Services  (FY27)</a:t>
            </a:r>
          </a:p>
        </p:txBody>
      </p:sp>
      <p:sp>
        <p:nvSpPr>
          <p:cNvPr id="2" name="TextBox 1">
            <a:extLst>
              <a:ext uri="{FF2B5EF4-FFF2-40B4-BE49-F238E27FC236}">
                <a16:creationId xmlns:a16="http://schemas.microsoft.com/office/drawing/2014/main" id="{AE511755-0A4A-3AD9-0945-8D7567D49362}"/>
              </a:ext>
            </a:extLst>
          </p:cNvPr>
          <p:cNvSpPr txBox="1"/>
          <p:nvPr/>
        </p:nvSpPr>
        <p:spPr>
          <a:xfrm>
            <a:off x="943683" y="1397674"/>
            <a:ext cx="9700938" cy="3354765"/>
          </a:xfrm>
          <a:prstGeom prst="rect">
            <a:avLst/>
          </a:prstGeom>
          <a:noFill/>
        </p:spPr>
        <p:txBody>
          <a:bodyPr wrap="square" rtlCol="0">
            <a:spAutoFit/>
          </a:bodyPr>
          <a:lstStyle/>
          <a:p>
            <a:r>
              <a:rPr lang="en-US" sz="1800" b="1" dirty="0">
                <a:latin typeface="Arial" panose="020B0604020202020204" pitchFamily="34" charset="0"/>
              </a:rPr>
              <a:t>What it is</a:t>
            </a:r>
          </a:p>
          <a:p>
            <a:pPr marL="742950" lvl="1" indent="-285750">
              <a:buFont typeface="Arial" panose="020B0604020202020204" pitchFamily="34" charset="0"/>
              <a:buChar char="•"/>
            </a:pPr>
            <a:r>
              <a:rPr lang="en-US" sz="1700" b="0" dirty="0">
                <a:latin typeface="Arial" panose="020B0604020202020204" pitchFamily="34" charset="0"/>
              </a:rPr>
              <a:t>Joint ISZE – IML project to identify and capture untapped PMS parts sales potential.</a:t>
            </a:r>
          </a:p>
          <a:p>
            <a:pPr marL="742950" lvl="1" indent="-285750">
              <a:buFont typeface="Arial" panose="020B0604020202020204" pitchFamily="34" charset="0"/>
              <a:buChar char="•"/>
            </a:pPr>
            <a:r>
              <a:rPr lang="en-US" sz="1700" b="0" dirty="0">
                <a:latin typeface="Arial" panose="020B0604020202020204" pitchFamily="34" charset="0"/>
              </a:rPr>
              <a:t>PMS = Periodical Maintenance Services parts: oil, fuel &amp; air filters, clutch, brake.</a:t>
            </a:r>
          </a:p>
          <a:p>
            <a:endParaRPr lang="en-US" sz="1800" dirty="0"/>
          </a:p>
          <a:p>
            <a:endParaRPr lang="en-US" dirty="0"/>
          </a:p>
          <a:p>
            <a:endParaRPr lang="en-US" sz="1800" dirty="0"/>
          </a:p>
          <a:p>
            <a:endParaRPr lang="en-US" sz="1800" dirty="0"/>
          </a:p>
          <a:p>
            <a:r>
              <a:rPr lang="en-US" sz="1800" b="1" dirty="0">
                <a:latin typeface="Arial" panose="020B0604020202020204" pitchFamily="34" charset="0"/>
              </a:rPr>
              <a:t>Opportunity</a:t>
            </a:r>
          </a:p>
          <a:p>
            <a:pPr marL="742950" indent="-285750">
              <a:buFont typeface="Arial" pitchFamily="34" charset="0"/>
              <a:buChar char="•"/>
            </a:pPr>
            <a:r>
              <a:rPr lang="en-US" sz="1700" b="0" dirty="0">
                <a:latin typeface="Arial" panose="020B0604020202020204" pitchFamily="34" charset="0"/>
              </a:rPr>
              <a:t>PMS parts are the most frequent and predictable maintenance need across the car parc.</a:t>
            </a:r>
          </a:p>
          <a:p>
            <a:pPr marL="742950" indent="-285750">
              <a:buFont typeface="Arial" pitchFamily="34" charset="0"/>
              <a:buChar char="•"/>
            </a:pPr>
            <a:r>
              <a:rPr lang="en-US" sz="1700" dirty="0">
                <a:latin typeface="Arial" panose="020B0604020202020204" pitchFamily="34" charset="0"/>
              </a:rPr>
              <a:t>A</a:t>
            </a:r>
            <a:r>
              <a:rPr lang="en-US" sz="1700" b="0" dirty="0">
                <a:latin typeface="Arial" panose="020B0604020202020204" pitchFamily="34" charset="0"/>
              </a:rPr>
              <a:t>nalysis reveals how much of the theoretical potential ISZE is capturing.</a:t>
            </a:r>
          </a:p>
          <a:p>
            <a:endParaRPr lang="en-US" dirty="0"/>
          </a:p>
          <a:p>
            <a:endParaRPr lang="en-US" sz="1800" dirty="0"/>
          </a:p>
        </p:txBody>
      </p:sp>
    </p:spTree>
    <p:extLst>
      <p:ext uri="{BB962C8B-B14F-4D97-AF65-F5344CB8AC3E}">
        <p14:creationId xmlns:p14="http://schemas.microsoft.com/office/powerpoint/2010/main" val="3874653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0D194-785B-C045-7238-B26A0B29DE02}"/>
            </a:ext>
          </a:extLst>
        </p:cNvPr>
        <p:cNvGrpSpPr/>
        <p:nvPr/>
      </p:nvGrpSpPr>
      <p:grpSpPr>
        <a:xfrm>
          <a:off x="0" y="0"/>
          <a:ext cx="0" cy="0"/>
          <a:chOff x="0" y="0"/>
          <a:chExt cx="0" cy="0"/>
        </a:xfrm>
      </p:grpSpPr>
      <p:sp>
        <p:nvSpPr>
          <p:cNvPr id="11" name="テキスト ボックス 10">
            <a:extLst>
              <a:ext uri="{FF2B5EF4-FFF2-40B4-BE49-F238E27FC236}">
                <a16:creationId xmlns:a16="http://schemas.microsoft.com/office/drawing/2014/main" id="{4E21527E-52FB-7460-2582-3406EFDD1154}"/>
              </a:ext>
            </a:extLst>
          </p:cNvPr>
          <p:cNvSpPr txBox="1"/>
          <p:nvPr/>
        </p:nvSpPr>
        <p:spPr>
          <a:xfrm>
            <a:off x="875575" y="575346"/>
            <a:ext cx="9769046" cy="430887"/>
          </a:xfrm>
          <a:prstGeom prst="rect">
            <a:avLst/>
          </a:prstGeom>
          <a:noFill/>
        </p:spPr>
        <p:txBody>
          <a:bodyPr wrap="square" rtlCol="0">
            <a:spAutoFit/>
          </a:bodyPr>
          <a:lstStyle/>
          <a:p>
            <a:pPr algn="ctr">
              <a:spcBef>
                <a:spcPts val="600"/>
              </a:spcBef>
            </a:pPr>
            <a:r>
              <a:rPr lang="en-US" altLang="ja-JP" sz="2200" b="1" dirty="0">
                <a:latin typeface="Arial" panose="020B0604020202020204" pitchFamily="34" charset="0"/>
                <a:ea typeface="Yu Gothic UI" panose="020B0500000000000000" pitchFamily="34" charset="-128"/>
                <a:cs typeface="Arial" panose="020B0604020202020204" pitchFamily="34" charset="0"/>
              </a:rPr>
              <a:t>Lubricants Centralized Purchasing (FY27)</a:t>
            </a:r>
          </a:p>
        </p:txBody>
      </p:sp>
      <p:sp>
        <p:nvSpPr>
          <p:cNvPr id="2" name="TextBox 1">
            <a:extLst>
              <a:ext uri="{FF2B5EF4-FFF2-40B4-BE49-F238E27FC236}">
                <a16:creationId xmlns:a16="http://schemas.microsoft.com/office/drawing/2014/main" id="{AE511755-0A4A-3AD9-0945-8D7567D49362}"/>
              </a:ext>
            </a:extLst>
          </p:cNvPr>
          <p:cNvSpPr txBox="1"/>
          <p:nvPr/>
        </p:nvSpPr>
        <p:spPr>
          <a:xfrm>
            <a:off x="1019883" y="1332360"/>
            <a:ext cx="9700938" cy="3385542"/>
          </a:xfrm>
          <a:prstGeom prst="rect">
            <a:avLst/>
          </a:prstGeom>
          <a:noFill/>
        </p:spPr>
        <p:txBody>
          <a:bodyPr wrap="square" rtlCol="0">
            <a:spAutoFit/>
          </a:bodyPr>
          <a:lstStyle/>
          <a:p>
            <a:r>
              <a:rPr lang="en-US" b="1" dirty="0">
                <a:latin typeface="Arial" panose="020B0604020202020204" pitchFamily="34" charset="0"/>
              </a:rPr>
              <a:t>W</a:t>
            </a:r>
            <a:r>
              <a:rPr lang="en-US" sz="1800" b="1" dirty="0">
                <a:latin typeface="Arial" panose="020B0604020202020204" pitchFamily="34" charset="0"/>
              </a:rPr>
              <a:t>hat it is </a:t>
            </a:r>
          </a:p>
          <a:p>
            <a:pPr marL="742950" lvl="1" indent="-285750">
              <a:buFont typeface="Arial" panose="020B0604020202020204" pitchFamily="34" charset="0"/>
              <a:buChar char="•"/>
            </a:pPr>
            <a:r>
              <a:rPr lang="en-US" dirty="0"/>
              <a:t>Isuzu Europe can access better lubricant pricing by leveraging the Isuzu Group’s global purchasing power and long‑term supplier contracts. This consolidated volume unlocks preferential rates that individual regions can’t achieve alone.</a:t>
            </a:r>
            <a:endParaRPr lang="en-US" sz="1700" dirty="0">
              <a:latin typeface="Arial" panose="020B0604020202020204" pitchFamily="34" charset="0"/>
            </a:endParaRPr>
          </a:p>
          <a:p>
            <a:endParaRPr lang="en-US" sz="1800" dirty="0"/>
          </a:p>
          <a:p>
            <a:endParaRPr lang="en-US" dirty="0"/>
          </a:p>
          <a:p>
            <a:endParaRPr lang="en-US" sz="1800" dirty="0"/>
          </a:p>
          <a:p>
            <a:endParaRPr lang="en-US" sz="1800" dirty="0"/>
          </a:p>
          <a:p>
            <a:r>
              <a:rPr lang="en-US" sz="1800" b="1" dirty="0">
                <a:latin typeface="Arial" panose="020B0604020202020204" pitchFamily="34" charset="0"/>
              </a:rPr>
              <a:t>Why centralized purchasing works</a:t>
            </a:r>
          </a:p>
          <a:p>
            <a:pPr marL="742950" indent="-285750">
              <a:buFont typeface="Arial" pitchFamily="34" charset="0"/>
              <a:buChar char="•"/>
            </a:pPr>
            <a:r>
              <a:rPr lang="en-US" sz="1700" b="0" dirty="0">
                <a:latin typeface="Arial" panose="020B0604020202020204" pitchFamily="34" charset="0"/>
              </a:rPr>
              <a:t>Scale advantage + competition principle</a:t>
            </a:r>
            <a:endParaRPr lang="en-US" sz="1700" dirty="0">
              <a:latin typeface="Arial" panose="020B0604020202020204" pitchFamily="34" charset="0"/>
            </a:endParaRPr>
          </a:p>
          <a:p>
            <a:pPr marL="742950" indent="-285750">
              <a:buFont typeface="Arial" pitchFamily="34" charset="0"/>
              <a:buChar char="•"/>
            </a:pPr>
            <a:r>
              <a:rPr lang="en-US" sz="1700" b="0" dirty="0">
                <a:latin typeface="Arial" panose="020B0604020202020204" pitchFamily="34" charset="0"/>
              </a:rPr>
              <a:t>Superi</a:t>
            </a:r>
            <a:r>
              <a:rPr lang="en-US" sz="1700" dirty="0">
                <a:latin typeface="Arial" panose="020B0604020202020204" pitchFamily="34" charset="0"/>
              </a:rPr>
              <a:t>or quality</a:t>
            </a:r>
            <a:r>
              <a:rPr lang="en-US" sz="1700" b="0" dirty="0">
                <a:latin typeface="Arial" panose="020B0604020202020204" pitchFamily="34" charset="0"/>
              </a:rPr>
              <a:t> lubricants = longer DPD life, fewer breakdowns, better uptime.</a:t>
            </a:r>
          </a:p>
          <a:p>
            <a:endParaRPr lang="en-US" sz="1800" dirty="0"/>
          </a:p>
        </p:txBody>
      </p:sp>
    </p:spTree>
    <p:extLst>
      <p:ext uri="{BB962C8B-B14F-4D97-AF65-F5344CB8AC3E}">
        <p14:creationId xmlns:p14="http://schemas.microsoft.com/office/powerpoint/2010/main" val="38746533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NG_DEF" val="1033"/>
  <p:tag name="LANG_NAME" val="English USA"/>
  <p:tag name="MASTCOUNT" val="1"/>
  <p:tag name="DES1LAYOUTCOUNT" val="47"/>
  <p:tag name="LINGO_COUNT" val="53"/>
</p:tagLst>
</file>

<file path=ppt/tags/tag2.xml><?xml version="1.0" encoding="utf-8"?>
<p:tagLst xmlns:a="http://schemas.openxmlformats.org/drawingml/2006/main" xmlns:r="http://schemas.openxmlformats.org/officeDocument/2006/relationships" xmlns:p="http://schemas.openxmlformats.org/presentationml/2006/main">
  <p:tag name="SHAPE" val="OLD"/>
</p:tagLst>
</file>

<file path=ppt/tags/tag3.xml><?xml version="1.0" encoding="utf-8"?>
<p:tagLst xmlns:a="http://schemas.openxmlformats.org/drawingml/2006/main" xmlns:r="http://schemas.openxmlformats.org/officeDocument/2006/relationships" xmlns:p="http://schemas.openxmlformats.org/presentationml/2006/main">
  <p:tag name="SHAPE" val="OLD"/>
</p:tagLst>
</file>

<file path=ppt/tags/tag4.xml><?xml version="1.0" encoding="utf-8"?>
<p:tagLst xmlns:a="http://schemas.openxmlformats.org/drawingml/2006/main" xmlns:r="http://schemas.openxmlformats.org/officeDocument/2006/relationships" xmlns:p="http://schemas.openxmlformats.org/presentationml/2006/main">
  <p:tag name="SHAPE" val="OLD"/>
</p:tagLst>
</file>

<file path=ppt/tags/tag5.xml><?xml version="1.0" encoding="utf-8"?>
<p:tagLst xmlns:a="http://schemas.openxmlformats.org/drawingml/2006/main" xmlns:r="http://schemas.openxmlformats.org/officeDocument/2006/relationships" xmlns:p="http://schemas.openxmlformats.org/presentationml/2006/main">
  <p:tag name="SHAPE" val="OLD"/>
</p:tagLst>
</file>

<file path=ppt/tags/tag6.xml><?xml version="1.0" encoding="utf-8"?>
<p:tagLst xmlns:a="http://schemas.openxmlformats.org/drawingml/2006/main" xmlns:r="http://schemas.openxmlformats.org/officeDocument/2006/relationships" xmlns:p="http://schemas.openxmlformats.org/presentationml/2006/main">
  <p:tag name="SHAPE" val="OLD"/>
</p:tagLst>
</file>

<file path=ppt/tags/tag7.xml><?xml version="1.0" encoding="utf-8"?>
<p:tagLst xmlns:a="http://schemas.openxmlformats.org/drawingml/2006/main" xmlns:r="http://schemas.openxmlformats.org/officeDocument/2006/relationships" xmlns:p="http://schemas.openxmlformats.org/presentationml/2006/main">
  <p:tag name="SHAPE" val="OLD"/>
</p:tagLst>
</file>

<file path=ppt/tags/tag8.xml><?xml version="1.0" encoding="utf-8"?>
<p:tagLst xmlns:a="http://schemas.openxmlformats.org/drawingml/2006/main" xmlns:r="http://schemas.openxmlformats.org/officeDocument/2006/relationships" xmlns:p="http://schemas.openxmlformats.org/presentationml/2006/main">
  <p:tag name="SHAPE" val="OLD"/>
</p:tagLst>
</file>

<file path=ppt/tags/tag9.xml><?xml version="1.0" encoding="utf-8"?>
<p:tagLst xmlns:a="http://schemas.openxmlformats.org/drawingml/2006/main" xmlns:r="http://schemas.openxmlformats.org/officeDocument/2006/relationships" xmlns:p="http://schemas.openxmlformats.org/presentationml/2006/main">
  <p:tag name="SHAPE" val="OLD"/>
</p:tagLst>
</file>

<file path=ppt/tags/tag10.xml><?xml version="1.0" encoding="utf-8"?>
<p:tagLst xmlns:a="http://schemas.openxmlformats.org/drawingml/2006/main" xmlns:r="http://schemas.openxmlformats.org/officeDocument/2006/relationships" xmlns:p="http://schemas.openxmlformats.org/presentationml/2006/main">
  <p:tag name="SHAPE" val="OLD"/>
</p:tagLst>
</file>

<file path=ppt/tags/tag11.xml><?xml version="1.0" encoding="utf-8"?>
<p:tagLst xmlns:a="http://schemas.openxmlformats.org/drawingml/2006/main" xmlns:r="http://schemas.openxmlformats.org/officeDocument/2006/relationships" xmlns:p="http://schemas.openxmlformats.org/presentationml/2006/main">
  <p:tag name="SHAPE" val="OLD"/>
</p:tagLst>
</file>

<file path=ppt/tags/tag12.xml><?xml version="1.0" encoding="utf-8"?>
<p:tagLst xmlns:a="http://schemas.openxmlformats.org/drawingml/2006/main" xmlns:r="http://schemas.openxmlformats.org/officeDocument/2006/relationships" xmlns:p="http://schemas.openxmlformats.org/presentationml/2006/main">
  <p:tag name="SHAPE" val="OLD"/>
</p:tagLst>
</file>

<file path=ppt/tags/tag13.xml><?xml version="1.0" encoding="utf-8"?>
<p:tagLst xmlns:a="http://schemas.openxmlformats.org/drawingml/2006/main" xmlns:r="http://schemas.openxmlformats.org/officeDocument/2006/relationships" xmlns:p="http://schemas.openxmlformats.org/presentationml/2006/main">
  <p:tag name="SHAPE" val="OLD"/>
</p:tagLst>
</file>

<file path=ppt/tags/tag14.xml><?xml version="1.0" encoding="utf-8"?>
<p:tagLst xmlns:a="http://schemas.openxmlformats.org/drawingml/2006/main" xmlns:r="http://schemas.openxmlformats.org/officeDocument/2006/relationships" xmlns:p="http://schemas.openxmlformats.org/presentationml/2006/main">
  <p:tag name="SHAPE" val="OLD"/>
</p:tagLst>
</file>

<file path=ppt/tags/tag15.xml><?xml version="1.0" encoding="utf-8"?>
<p:tagLst xmlns:a="http://schemas.openxmlformats.org/drawingml/2006/main" xmlns:r="http://schemas.openxmlformats.org/officeDocument/2006/relationships" xmlns:p="http://schemas.openxmlformats.org/presentationml/2006/main">
  <p:tag name="SHAPE" val="OLD"/>
</p:tagLst>
</file>

<file path=ppt/tags/tag16.xml><?xml version="1.0" encoding="utf-8"?>
<p:tagLst xmlns:a="http://schemas.openxmlformats.org/drawingml/2006/main" xmlns:r="http://schemas.openxmlformats.org/officeDocument/2006/relationships" xmlns:p="http://schemas.openxmlformats.org/presentationml/2006/main">
  <p:tag name="SHAPE" val="OLD"/>
</p:tagLst>
</file>

<file path=ppt/tags/tag17.xml><?xml version="1.0" encoding="utf-8"?>
<p:tagLst xmlns:a="http://schemas.openxmlformats.org/drawingml/2006/main" xmlns:r="http://schemas.openxmlformats.org/officeDocument/2006/relationships" xmlns:p="http://schemas.openxmlformats.org/presentationml/2006/main">
  <p:tag name="SHAPE" val="OLD"/>
</p:tagLst>
</file>

<file path=ppt/tags/tag18.xml><?xml version="1.0" encoding="utf-8"?>
<p:tagLst xmlns:a="http://schemas.openxmlformats.org/drawingml/2006/main" xmlns:r="http://schemas.openxmlformats.org/officeDocument/2006/relationships" xmlns:p="http://schemas.openxmlformats.org/presentationml/2006/main">
  <p:tag name="SHAPE" val="OLD"/>
</p:tagLst>
</file>

<file path=ppt/tags/tag19.xml><?xml version="1.0" encoding="utf-8"?>
<p:tagLst xmlns:a="http://schemas.openxmlformats.org/drawingml/2006/main" xmlns:r="http://schemas.openxmlformats.org/officeDocument/2006/relationships" xmlns:p="http://schemas.openxmlformats.org/presentationml/2006/main">
  <p:tag name="SHAPE" val="OLD"/>
</p:tagLst>
</file>

<file path=ppt/tags/tag20.xml><?xml version="1.0" encoding="utf-8"?>
<p:tagLst xmlns:a="http://schemas.openxmlformats.org/drawingml/2006/main" xmlns:r="http://schemas.openxmlformats.org/officeDocument/2006/relationships" xmlns:p="http://schemas.openxmlformats.org/presentationml/2006/main">
  <p:tag name="SHAPE" val="OLD"/>
</p:tagLst>
</file>

<file path=ppt/tags/tag21.xml><?xml version="1.0" encoding="utf-8"?>
<p:tagLst xmlns:a="http://schemas.openxmlformats.org/drawingml/2006/main" xmlns:r="http://schemas.openxmlformats.org/officeDocument/2006/relationships" xmlns:p="http://schemas.openxmlformats.org/presentationml/2006/main">
  <p:tag name="SHAPE" val="OLD"/>
</p:tagLst>
</file>

<file path=ppt/tags/tag22.xml><?xml version="1.0" encoding="utf-8"?>
<p:tagLst xmlns:a="http://schemas.openxmlformats.org/drawingml/2006/main" xmlns:r="http://schemas.openxmlformats.org/officeDocument/2006/relationships" xmlns:p="http://schemas.openxmlformats.org/presentationml/2006/main">
  <p:tag name="SHAPE" val="OLD"/>
</p:tagLst>
</file>

<file path=ppt/tags/tag23.xml><?xml version="1.0" encoding="utf-8"?>
<p:tagLst xmlns:a="http://schemas.openxmlformats.org/drawingml/2006/main" xmlns:r="http://schemas.openxmlformats.org/officeDocument/2006/relationships" xmlns:p="http://schemas.openxmlformats.org/presentationml/2006/main">
  <p:tag name="SHAPE" val="OLD"/>
</p:tagLst>
</file>

<file path=ppt/tags/tag24.xml><?xml version="1.0" encoding="utf-8"?>
<p:tagLst xmlns:a="http://schemas.openxmlformats.org/drawingml/2006/main" xmlns:r="http://schemas.openxmlformats.org/officeDocument/2006/relationships" xmlns:p="http://schemas.openxmlformats.org/presentationml/2006/main">
  <p:tag name="SHAPE" val="OLD"/>
</p:tagLst>
</file>

<file path=ppt/tags/tag25.xml><?xml version="1.0" encoding="utf-8"?>
<p:tagLst xmlns:a="http://schemas.openxmlformats.org/drawingml/2006/main" xmlns:r="http://schemas.openxmlformats.org/officeDocument/2006/relationships" xmlns:p="http://schemas.openxmlformats.org/presentationml/2006/main">
  <p:tag name="SHAPE" val="OLD"/>
</p:tagLst>
</file>

<file path=ppt/tags/tag26.xml><?xml version="1.0" encoding="utf-8"?>
<p:tagLst xmlns:a="http://schemas.openxmlformats.org/drawingml/2006/main" xmlns:r="http://schemas.openxmlformats.org/officeDocument/2006/relationships" xmlns:p="http://schemas.openxmlformats.org/presentationml/2006/main">
  <p:tag name="SHAPE" val="OLD"/>
</p:tagLst>
</file>

<file path=ppt/tags/tag27.xml><?xml version="1.0" encoding="utf-8"?>
<p:tagLst xmlns:a="http://schemas.openxmlformats.org/drawingml/2006/main" xmlns:r="http://schemas.openxmlformats.org/officeDocument/2006/relationships" xmlns:p="http://schemas.openxmlformats.org/presentationml/2006/main">
  <p:tag name="SHAPE" val="OLD"/>
</p:tagLst>
</file>

<file path=ppt/tags/tag28.xml><?xml version="1.0" encoding="utf-8"?>
<p:tagLst xmlns:a="http://schemas.openxmlformats.org/drawingml/2006/main" xmlns:r="http://schemas.openxmlformats.org/officeDocument/2006/relationships" xmlns:p="http://schemas.openxmlformats.org/presentationml/2006/main">
  <p:tag name="SHAPE" val="OLD"/>
</p:tagLst>
</file>

<file path=ppt/tags/tag29.xml><?xml version="1.0" encoding="utf-8"?>
<p:tagLst xmlns:a="http://schemas.openxmlformats.org/drawingml/2006/main" xmlns:r="http://schemas.openxmlformats.org/officeDocument/2006/relationships" xmlns:p="http://schemas.openxmlformats.org/presentationml/2006/main">
  <p:tag name="SHAPE" val="OLD"/>
</p:tagLst>
</file>

<file path=ppt/tags/tag30.xml><?xml version="1.0" encoding="utf-8"?>
<p:tagLst xmlns:a="http://schemas.openxmlformats.org/drawingml/2006/main" xmlns:r="http://schemas.openxmlformats.org/officeDocument/2006/relationships" xmlns:p="http://schemas.openxmlformats.org/presentationml/2006/main">
  <p:tag name="SHAPE" val="OLD"/>
</p:tagLst>
</file>

<file path=ppt/tags/tag31.xml><?xml version="1.0" encoding="utf-8"?>
<p:tagLst xmlns:a="http://schemas.openxmlformats.org/drawingml/2006/main" xmlns:r="http://schemas.openxmlformats.org/officeDocument/2006/relationships" xmlns:p="http://schemas.openxmlformats.org/presentationml/2006/main">
  <p:tag name="SHAPE" val="OLD"/>
</p:tagLst>
</file>

<file path=ppt/tags/tag32.xml><?xml version="1.0" encoding="utf-8"?>
<p:tagLst xmlns:a="http://schemas.openxmlformats.org/drawingml/2006/main" xmlns:r="http://schemas.openxmlformats.org/officeDocument/2006/relationships" xmlns:p="http://schemas.openxmlformats.org/presentationml/2006/main">
  <p:tag name="SHAPE" val="OLD"/>
</p:tagLst>
</file>

<file path=ppt/tags/tag33.xml><?xml version="1.0" encoding="utf-8"?>
<p:tagLst xmlns:a="http://schemas.openxmlformats.org/drawingml/2006/main" xmlns:r="http://schemas.openxmlformats.org/officeDocument/2006/relationships" xmlns:p="http://schemas.openxmlformats.org/presentationml/2006/main">
  <p:tag name="SHAPE" val="OLD"/>
</p:tagLst>
</file>

<file path=ppt/tags/tag34.xml><?xml version="1.0" encoding="utf-8"?>
<p:tagLst xmlns:a="http://schemas.openxmlformats.org/drawingml/2006/main" xmlns:r="http://schemas.openxmlformats.org/officeDocument/2006/relationships" xmlns:p="http://schemas.openxmlformats.org/presentationml/2006/main">
  <p:tag name="SHAPE" val="OLD"/>
</p:tagLst>
</file>

<file path=ppt/tags/tag35.xml><?xml version="1.0" encoding="utf-8"?>
<p:tagLst xmlns:a="http://schemas.openxmlformats.org/drawingml/2006/main" xmlns:r="http://schemas.openxmlformats.org/officeDocument/2006/relationships" xmlns:p="http://schemas.openxmlformats.org/presentationml/2006/main">
  <p:tag name="SHAPE" val="OLD"/>
</p:tagLst>
</file>

<file path=ppt/tags/tag36.xml><?xml version="1.0" encoding="utf-8"?>
<p:tagLst xmlns:a="http://schemas.openxmlformats.org/drawingml/2006/main" xmlns:r="http://schemas.openxmlformats.org/officeDocument/2006/relationships" xmlns:p="http://schemas.openxmlformats.org/presentationml/2006/main">
  <p:tag name="SHAPE" val="OLD"/>
</p:tagLst>
</file>

<file path=ppt/tags/tag37.xml><?xml version="1.0" encoding="utf-8"?>
<p:tagLst xmlns:a="http://schemas.openxmlformats.org/drawingml/2006/main" xmlns:r="http://schemas.openxmlformats.org/officeDocument/2006/relationships" xmlns:p="http://schemas.openxmlformats.org/presentationml/2006/main">
  <p:tag name="SHAPE" val="OLD"/>
</p:tagLst>
</file>

<file path=ppt/tags/tag38.xml><?xml version="1.0" encoding="utf-8"?>
<p:tagLst xmlns:a="http://schemas.openxmlformats.org/drawingml/2006/main" xmlns:r="http://schemas.openxmlformats.org/officeDocument/2006/relationships" xmlns:p="http://schemas.openxmlformats.org/presentationml/2006/main">
  <p:tag name="SHAPE" val="OLD"/>
</p:tagLst>
</file>

<file path=ppt/tags/tag39.xml><?xml version="1.0" encoding="utf-8"?>
<p:tagLst xmlns:a="http://schemas.openxmlformats.org/drawingml/2006/main" xmlns:r="http://schemas.openxmlformats.org/officeDocument/2006/relationships" xmlns:p="http://schemas.openxmlformats.org/presentationml/2006/main">
  <p:tag name="SHAPE" val="OLD"/>
</p:tagLst>
</file>

<file path=ppt/tags/tag40.xml><?xml version="1.0" encoding="utf-8"?>
<p:tagLst xmlns:a="http://schemas.openxmlformats.org/drawingml/2006/main" xmlns:r="http://schemas.openxmlformats.org/officeDocument/2006/relationships" xmlns:p="http://schemas.openxmlformats.org/presentationml/2006/main">
  <p:tag name="SHAPE" val="OLD"/>
</p:tagLst>
</file>

<file path=ppt/tags/tag41.xml><?xml version="1.0" encoding="utf-8"?>
<p:tagLst xmlns:a="http://schemas.openxmlformats.org/drawingml/2006/main" xmlns:r="http://schemas.openxmlformats.org/officeDocument/2006/relationships" xmlns:p="http://schemas.openxmlformats.org/presentationml/2006/main">
  <p:tag name="SHAPE" val="OLD"/>
</p:tagLst>
</file>

<file path=ppt/tags/tag42.xml><?xml version="1.0" encoding="utf-8"?>
<p:tagLst xmlns:a="http://schemas.openxmlformats.org/drawingml/2006/main" xmlns:r="http://schemas.openxmlformats.org/officeDocument/2006/relationships" xmlns:p="http://schemas.openxmlformats.org/presentationml/2006/main">
  <p:tag name="SHAPE" val="OLD"/>
</p:tagLst>
</file>

<file path=ppt/tags/tag43.xml><?xml version="1.0" encoding="utf-8"?>
<p:tagLst xmlns:a="http://schemas.openxmlformats.org/drawingml/2006/main" xmlns:r="http://schemas.openxmlformats.org/officeDocument/2006/relationships" xmlns:p="http://schemas.openxmlformats.org/presentationml/2006/main">
  <p:tag name="SHAPE" val="OLD"/>
</p:tagLst>
</file>

<file path=ppt/tags/tag44.xml><?xml version="1.0" encoding="utf-8"?>
<p:tagLst xmlns:a="http://schemas.openxmlformats.org/drawingml/2006/main" xmlns:r="http://schemas.openxmlformats.org/officeDocument/2006/relationships" xmlns:p="http://schemas.openxmlformats.org/presentationml/2006/main">
  <p:tag name="SHAPE" val="OLD"/>
</p:tagLst>
</file>

<file path=ppt/tags/tag45.xml><?xml version="1.0" encoding="utf-8"?>
<p:tagLst xmlns:a="http://schemas.openxmlformats.org/drawingml/2006/main" xmlns:r="http://schemas.openxmlformats.org/officeDocument/2006/relationships" xmlns:p="http://schemas.openxmlformats.org/presentationml/2006/main">
  <p:tag name="SHAPE" val="OLD"/>
</p:tagLst>
</file>

<file path=ppt/tags/tag46.xml><?xml version="1.0" encoding="utf-8"?>
<p:tagLst xmlns:a="http://schemas.openxmlformats.org/drawingml/2006/main" xmlns:r="http://schemas.openxmlformats.org/officeDocument/2006/relationships" xmlns:p="http://schemas.openxmlformats.org/presentationml/2006/main">
  <p:tag name="SHAPE" val="OLD"/>
</p:tagLst>
</file>

<file path=ppt/tags/tag47.xml><?xml version="1.0" encoding="utf-8"?>
<p:tagLst xmlns:a="http://schemas.openxmlformats.org/drawingml/2006/main" xmlns:r="http://schemas.openxmlformats.org/officeDocument/2006/relationships" xmlns:p="http://schemas.openxmlformats.org/presentationml/2006/main">
  <p:tag name="SHAPE" val="OLD"/>
</p:tagLst>
</file>

<file path=ppt/tags/tag48.xml><?xml version="1.0" encoding="utf-8"?>
<p:tagLst xmlns:a="http://schemas.openxmlformats.org/drawingml/2006/main" xmlns:r="http://schemas.openxmlformats.org/officeDocument/2006/relationships" xmlns:p="http://schemas.openxmlformats.org/presentationml/2006/main">
  <p:tag name="SHAPE" val="OLD"/>
</p:tagLst>
</file>

<file path=ppt/tags/tag49.xml><?xml version="1.0" encoding="utf-8"?>
<p:tagLst xmlns:a="http://schemas.openxmlformats.org/drawingml/2006/main" xmlns:r="http://schemas.openxmlformats.org/officeDocument/2006/relationships" xmlns:p="http://schemas.openxmlformats.org/presentationml/2006/main">
  <p:tag name="SHAPE" val="OLD"/>
</p:tagLst>
</file>

<file path=ppt/tags/tag50.xml><?xml version="1.0" encoding="utf-8"?>
<p:tagLst xmlns:a="http://schemas.openxmlformats.org/drawingml/2006/main" xmlns:r="http://schemas.openxmlformats.org/officeDocument/2006/relationships" xmlns:p="http://schemas.openxmlformats.org/presentationml/2006/main">
  <p:tag name="SHAPE" val="OLD"/>
</p:tagLst>
</file>

<file path=ppt/tags/tag51.xml><?xml version="1.0" encoding="utf-8"?>
<p:tagLst xmlns:a="http://schemas.openxmlformats.org/drawingml/2006/main" xmlns:r="http://schemas.openxmlformats.org/officeDocument/2006/relationships" xmlns:p="http://schemas.openxmlformats.org/presentationml/2006/main">
  <p:tag name="SHAPE" val="OLD"/>
</p:tagLst>
</file>

<file path=ppt/tags/tag52.xml><?xml version="1.0" encoding="utf-8"?>
<p:tagLst xmlns:a="http://schemas.openxmlformats.org/drawingml/2006/main" xmlns:r="http://schemas.openxmlformats.org/officeDocument/2006/relationships" xmlns:p="http://schemas.openxmlformats.org/presentationml/2006/main">
  <p:tag name="SHAPE" val="OLD"/>
</p:tagLst>
</file>

<file path=ppt/tags/tag53.xml><?xml version="1.0" encoding="utf-8"?>
<p:tagLst xmlns:a="http://schemas.openxmlformats.org/drawingml/2006/main" xmlns:r="http://schemas.openxmlformats.org/officeDocument/2006/relationships" xmlns:p="http://schemas.openxmlformats.org/presentationml/2006/main">
  <p:tag name="SHAPE" val="OLD"/>
</p:tagLst>
</file>

<file path=ppt/tags/tag54.xml><?xml version="1.0" encoding="utf-8"?>
<p:tagLst xmlns:a="http://schemas.openxmlformats.org/drawingml/2006/main" xmlns:r="http://schemas.openxmlformats.org/officeDocument/2006/relationships" xmlns:p="http://schemas.openxmlformats.org/presentationml/2006/main">
  <p:tag name="SHAPE" val="OLD"/>
</p:tagLst>
</file>

<file path=ppt/tags/tag55.xml><?xml version="1.0" encoding="utf-8"?>
<p:tagLst xmlns:a="http://schemas.openxmlformats.org/drawingml/2006/main" xmlns:r="http://schemas.openxmlformats.org/officeDocument/2006/relationships" xmlns:p="http://schemas.openxmlformats.org/presentationml/2006/main">
  <p:tag name="SHAPE" val="OLD"/>
</p:tagLst>
</file>

<file path=ppt/tags/tag56.xml><?xml version="1.0" encoding="utf-8"?>
<p:tagLst xmlns:a="http://schemas.openxmlformats.org/drawingml/2006/main" xmlns:r="http://schemas.openxmlformats.org/officeDocument/2006/relationships" xmlns:p="http://schemas.openxmlformats.org/presentationml/2006/main">
  <p:tag name="SHAPE" val="OLD"/>
</p:tagLst>
</file>

<file path=ppt/tags/tag57.xml><?xml version="1.0" encoding="utf-8"?>
<p:tagLst xmlns:a="http://schemas.openxmlformats.org/drawingml/2006/main" xmlns:r="http://schemas.openxmlformats.org/officeDocument/2006/relationships" xmlns:p="http://schemas.openxmlformats.org/presentationml/2006/main">
  <p:tag name="SHAPE" val="OLD"/>
</p:tagLst>
</file>

<file path=ppt/tags/tag58.xml><?xml version="1.0" encoding="utf-8"?>
<p:tagLst xmlns:a="http://schemas.openxmlformats.org/drawingml/2006/main" xmlns:r="http://schemas.openxmlformats.org/officeDocument/2006/relationships" xmlns:p="http://schemas.openxmlformats.org/presentationml/2006/main">
  <p:tag name="SHAPE" val="OLD"/>
</p:tagLst>
</file>

<file path=ppt/tags/tag59.xml><?xml version="1.0" encoding="utf-8"?>
<p:tagLst xmlns:a="http://schemas.openxmlformats.org/drawingml/2006/main" xmlns:r="http://schemas.openxmlformats.org/officeDocument/2006/relationships" xmlns:p="http://schemas.openxmlformats.org/presentationml/2006/main">
  <p:tag name="SHAPE" val="OLD"/>
</p:tagLst>
</file>

<file path=ppt/tags/tag60.xml><?xml version="1.0" encoding="utf-8"?>
<p:tagLst xmlns:a="http://schemas.openxmlformats.org/drawingml/2006/main" xmlns:r="http://schemas.openxmlformats.org/officeDocument/2006/relationships" xmlns:p="http://schemas.openxmlformats.org/presentationml/2006/main">
  <p:tag name="SHAPE" val="OLD"/>
</p:tagLst>
</file>

<file path=ppt/tags/tag61.xml><?xml version="1.0" encoding="utf-8"?>
<p:tagLst xmlns:a="http://schemas.openxmlformats.org/drawingml/2006/main" xmlns:r="http://schemas.openxmlformats.org/officeDocument/2006/relationships" xmlns:p="http://schemas.openxmlformats.org/presentationml/2006/main">
  <p:tag name="SHAPE" val="OLD"/>
</p:tagLst>
</file>

<file path=ppt/tags/tag62.xml><?xml version="1.0" encoding="utf-8"?>
<p:tagLst xmlns:a="http://schemas.openxmlformats.org/drawingml/2006/main" xmlns:r="http://schemas.openxmlformats.org/officeDocument/2006/relationships" xmlns:p="http://schemas.openxmlformats.org/presentationml/2006/main">
  <p:tag name="SHAPE" val="OLD"/>
</p:tagLst>
</file>

<file path=ppt/tags/tag63.xml><?xml version="1.0" encoding="utf-8"?>
<p:tagLst xmlns:a="http://schemas.openxmlformats.org/drawingml/2006/main" xmlns:r="http://schemas.openxmlformats.org/officeDocument/2006/relationships" xmlns:p="http://schemas.openxmlformats.org/presentationml/2006/main">
  <p:tag name="SHAPE" val="OLD"/>
</p:tagLst>
</file>

<file path=ppt/tags/tag64.xml><?xml version="1.0" encoding="utf-8"?>
<p:tagLst xmlns:a="http://schemas.openxmlformats.org/drawingml/2006/main" xmlns:r="http://schemas.openxmlformats.org/officeDocument/2006/relationships" xmlns:p="http://schemas.openxmlformats.org/presentationml/2006/main">
  <p:tag name="SHAPE" val="OLD"/>
</p:tagLst>
</file>

<file path=ppt/tags/tag65.xml><?xml version="1.0" encoding="utf-8"?>
<p:tagLst xmlns:a="http://schemas.openxmlformats.org/drawingml/2006/main" xmlns:r="http://schemas.openxmlformats.org/officeDocument/2006/relationships" xmlns:p="http://schemas.openxmlformats.org/presentationml/2006/main">
  <p:tag name="SHAPE" val="OLD"/>
</p:tagLst>
</file>

<file path=ppt/tags/tag66.xml><?xml version="1.0" encoding="utf-8"?>
<p:tagLst xmlns:a="http://schemas.openxmlformats.org/drawingml/2006/main" xmlns:r="http://schemas.openxmlformats.org/officeDocument/2006/relationships" xmlns:p="http://schemas.openxmlformats.org/presentationml/2006/main">
  <p:tag name="SHAPE" val="OLD"/>
</p:tagLst>
</file>

<file path=ppt/tags/tag67.xml><?xml version="1.0" encoding="utf-8"?>
<p:tagLst xmlns:a="http://schemas.openxmlformats.org/drawingml/2006/main" xmlns:r="http://schemas.openxmlformats.org/officeDocument/2006/relationships" xmlns:p="http://schemas.openxmlformats.org/presentationml/2006/main">
  <p:tag name="SHAPE" val="OLD"/>
</p:tagLst>
</file>

<file path=ppt/tags/tag68.xml><?xml version="1.0" encoding="utf-8"?>
<p:tagLst xmlns:a="http://schemas.openxmlformats.org/drawingml/2006/main" xmlns:r="http://schemas.openxmlformats.org/officeDocument/2006/relationships" xmlns:p="http://schemas.openxmlformats.org/presentationml/2006/main">
  <p:tag name="SHAPE" val="OLD"/>
</p:tagLst>
</file>

<file path=ppt/tags/tag69.xml><?xml version="1.0" encoding="utf-8"?>
<p:tagLst xmlns:a="http://schemas.openxmlformats.org/drawingml/2006/main" xmlns:r="http://schemas.openxmlformats.org/officeDocument/2006/relationships" xmlns:p="http://schemas.openxmlformats.org/presentationml/2006/main">
  <p:tag name="SHAPE" val="OLD"/>
</p:tagLst>
</file>

<file path=ppt/tags/tag70.xml><?xml version="1.0" encoding="utf-8"?>
<p:tagLst xmlns:a="http://schemas.openxmlformats.org/drawingml/2006/main" xmlns:r="http://schemas.openxmlformats.org/officeDocument/2006/relationships" xmlns:p="http://schemas.openxmlformats.org/presentationml/2006/main">
  <p:tag name="SHAPE" val="OLD"/>
</p:tagLst>
</file>

<file path=ppt/tags/tag71.xml><?xml version="1.0" encoding="utf-8"?>
<p:tagLst xmlns:a="http://schemas.openxmlformats.org/drawingml/2006/main" xmlns:r="http://schemas.openxmlformats.org/officeDocument/2006/relationships" xmlns:p="http://schemas.openxmlformats.org/presentationml/2006/main">
  <p:tag name="SHAPE" val="OLD"/>
</p:tagLst>
</file>

<file path=ppt/tags/tag72.xml><?xml version="1.0" encoding="utf-8"?>
<p:tagLst xmlns:a="http://schemas.openxmlformats.org/drawingml/2006/main" xmlns:r="http://schemas.openxmlformats.org/officeDocument/2006/relationships" xmlns:p="http://schemas.openxmlformats.org/presentationml/2006/main">
  <p:tag name="SHAPE" val="OLD"/>
</p:tagLst>
</file>

<file path=ppt/tags/tag73.xml><?xml version="1.0" encoding="utf-8"?>
<p:tagLst xmlns:a="http://schemas.openxmlformats.org/drawingml/2006/main" xmlns:r="http://schemas.openxmlformats.org/officeDocument/2006/relationships" xmlns:p="http://schemas.openxmlformats.org/presentationml/2006/main">
  <p:tag name="SHAPE" val="OLD"/>
</p:tagLst>
</file>

<file path=ppt/tags/tag74.xml><?xml version="1.0" encoding="utf-8"?>
<p:tagLst xmlns:a="http://schemas.openxmlformats.org/drawingml/2006/main" xmlns:r="http://schemas.openxmlformats.org/officeDocument/2006/relationships" xmlns:p="http://schemas.openxmlformats.org/presentationml/2006/main">
  <p:tag name="SHAPE" val="OLD"/>
</p:tagLst>
</file>

<file path=ppt/tags/tag75.xml><?xml version="1.0" encoding="utf-8"?>
<p:tagLst xmlns:a="http://schemas.openxmlformats.org/drawingml/2006/main" xmlns:r="http://schemas.openxmlformats.org/officeDocument/2006/relationships" xmlns:p="http://schemas.openxmlformats.org/presentationml/2006/main">
  <p:tag name="SHAPE" val="OLD"/>
</p:tagLst>
</file>

<file path=ppt/tags/tag76.xml><?xml version="1.0" encoding="utf-8"?>
<p:tagLst xmlns:a="http://schemas.openxmlformats.org/drawingml/2006/main" xmlns:r="http://schemas.openxmlformats.org/officeDocument/2006/relationships" xmlns:p="http://schemas.openxmlformats.org/presentationml/2006/main">
  <p:tag name="SHAPE" val="OLD"/>
</p:tagLst>
</file>

<file path=ppt/tags/tag77.xml><?xml version="1.0" encoding="utf-8"?>
<p:tagLst xmlns:a="http://schemas.openxmlformats.org/drawingml/2006/main" xmlns:r="http://schemas.openxmlformats.org/officeDocument/2006/relationships" xmlns:p="http://schemas.openxmlformats.org/presentationml/2006/main">
  <p:tag name="SHAPE" val="OLD"/>
</p:tagLst>
</file>

<file path=ppt/tags/tag78.xml><?xml version="1.0" encoding="utf-8"?>
<p:tagLst xmlns:a="http://schemas.openxmlformats.org/drawingml/2006/main" xmlns:r="http://schemas.openxmlformats.org/officeDocument/2006/relationships" xmlns:p="http://schemas.openxmlformats.org/presentationml/2006/main">
  <p:tag name="SHAPE" val="OLD"/>
</p:tagLst>
</file>

<file path=ppt/tags/tag79.xml><?xml version="1.0" encoding="utf-8"?>
<p:tagLst xmlns:a="http://schemas.openxmlformats.org/drawingml/2006/main" xmlns:r="http://schemas.openxmlformats.org/officeDocument/2006/relationships" xmlns:p="http://schemas.openxmlformats.org/presentationml/2006/main">
  <p:tag name="SHAPE" val="OLD"/>
</p:tagLst>
</file>

<file path=ppt/tags/tag80.xml><?xml version="1.0" encoding="utf-8"?>
<p:tagLst xmlns:a="http://schemas.openxmlformats.org/drawingml/2006/main" xmlns:r="http://schemas.openxmlformats.org/officeDocument/2006/relationships" xmlns:p="http://schemas.openxmlformats.org/presentationml/2006/main">
  <p:tag name="SHAPE" val="OLD"/>
</p:tagLst>
</file>

<file path=ppt/tags/tag81.xml><?xml version="1.0" encoding="utf-8"?>
<p:tagLst xmlns:a="http://schemas.openxmlformats.org/drawingml/2006/main" xmlns:r="http://schemas.openxmlformats.org/officeDocument/2006/relationships" xmlns:p="http://schemas.openxmlformats.org/presentationml/2006/main">
  <p:tag name="SHAPE" val="OLD"/>
</p:tagLst>
</file>

<file path=ppt/tags/tag82.xml><?xml version="1.0" encoding="utf-8"?>
<p:tagLst xmlns:a="http://schemas.openxmlformats.org/drawingml/2006/main" xmlns:r="http://schemas.openxmlformats.org/officeDocument/2006/relationships" xmlns:p="http://schemas.openxmlformats.org/presentationml/2006/main">
  <p:tag name="SHAPE" val="OLD"/>
</p:tagLst>
</file>

<file path=ppt/tags/tag83.xml><?xml version="1.0" encoding="utf-8"?>
<p:tagLst xmlns:a="http://schemas.openxmlformats.org/drawingml/2006/main" xmlns:r="http://schemas.openxmlformats.org/officeDocument/2006/relationships" xmlns:p="http://schemas.openxmlformats.org/presentationml/2006/main">
  <p:tag name="SHAPE" val="OLD"/>
</p:tagLst>
</file>

<file path=ppt/tags/tag84.xml><?xml version="1.0" encoding="utf-8"?>
<p:tagLst xmlns:a="http://schemas.openxmlformats.org/drawingml/2006/main" xmlns:r="http://schemas.openxmlformats.org/officeDocument/2006/relationships" xmlns:p="http://schemas.openxmlformats.org/presentationml/2006/main">
  <p:tag name="SHAPE" val="OLD"/>
</p:tagLst>
</file>

<file path=ppt/tags/tag85.xml><?xml version="1.0" encoding="utf-8"?>
<p:tagLst xmlns:a="http://schemas.openxmlformats.org/drawingml/2006/main" xmlns:r="http://schemas.openxmlformats.org/officeDocument/2006/relationships" xmlns:p="http://schemas.openxmlformats.org/presentationml/2006/main">
  <p:tag name="SHAPE" val="OLD"/>
</p:tagLst>
</file>

<file path=ppt/tags/tag86.xml><?xml version="1.0" encoding="utf-8"?>
<p:tagLst xmlns:a="http://schemas.openxmlformats.org/drawingml/2006/main" xmlns:r="http://schemas.openxmlformats.org/officeDocument/2006/relationships" xmlns:p="http://schemas.openxmlformats.org/presentationml/2006/main">
  <p:tag name="SHAPE" val="OLD"/>
</p:tagLst>
</file>

<file path=ppt/tags/tag87.xml><?xml version="1.0" encoding="utf-8"?>
<p:tagLst xmlns:a="http://schemas.openxmlformats.org/drawingml/2006/main" xmlns:r="http://schemas.openxmlformats.org/officeDocument/2006/relationships" xmlns:p="http://schemas.openxmlformats.org/presentationml/2006/main">
  <p:tag name="SHAPE" val="OLD"/>
</p:tagLst>
</file>

<file path=ppt/tags/tag88.xml><?xml version="1.0" encoding="utf-8"?>
<p:tagLst xmlns:a="http://schemas.openxmlformats.org/drawingml/2006/main" xmlns:r="http://schemas.openxmlformats.org/officeDocument/2006/relationships" xmlns:p="http://schemas.openxmlformats.org/presentationml/2006/main">
  <p:tag name="SHAPE" val="OLD"/>
</p:tagLst>
</file>

<file path=ppt/tags/tag89.xml><?xml version="1.0" encoding="utf-8"?>
<p:tagLst xmlns:a="http://schemas.openxmlformats.org/drawingml/2006/main" xmlns:r="http://schemas.openxmlformats.org/officeDocument/2006/relationships" xmlns:p="http://schemas.openxmlformats.org/presentationml/2006/main">
  <p:tag name="SHAPE" val="OLD"/>
</p:tagLst>
</file>

<file path=ppt/tags/tag90.xml><?xml version="1.0" encoding="utf-8"?>
<p:tagLst xmlns:a="http://schemas.openxmlformats.org/drawingml/2006/main" xmlns:r="http://schemas.openxmlformats.org/officeDocument/2006/relationships" xmlns:p="http://schemas.openxmlformats.org/presentationml/2006/main">
  <p:tag name="SHAPE" val="OLD"/>
</p:tagLst>
</file>

<file path=ppt/tags/tag91.xml><?xml version="1.0" encoding="utf-8"?>
<p:tagLst xmlns:a="http://schemas.openxmlformats.org/drawingml/2006/main" xmlns:r="http://schemas.openxmlformats.org/officeDocument/2006/relationships" xmlns:p="http://schemas.openxmlformats.org/presentationml/2006/main">
  <p:tag name="SHAPE" val="OLD"/>
</p:tagLst>
</file>

<file path=ppt/tags/tag92.xml><?xml version="1.0" encoding="utf-8"?>
<p:tagLst xmlns:a="http://schemas.openxmlformats.org/drawingml/2006/main" xmlns:r="http://schemas.openxmlformats.org/officeDocument/2006/relationships" xmlns:p="http://schemas.openxmlformats.org/presentationml/2006/main">
  <p:tag name="SHAPE" val="OLD"/>
</p:tagLst>
</file>

<file path=ppt/tags/tag93.xml><?xml version="1.0" encoding="utf-8"?>
<p:tagLst xmlns:a="http://schemas.openxmlformats.org/drawingml/2006/main" xmlns:r="http://schemas.openxmlformats.org/officeDocument/2006/relationships" xmlns:p="http://schemas.openxmlformats.org/presentationml/2006/main">
  <p:tag name="SHAPE" val="OLD"/>
</p:tagLst>
</file>

<file path=ppt/tags/tag94.xml><?xml version="1.0" encoding="utf-8"?>
<p:tagLst xmlns:a="http://schemas.openxmlformats.org/drawingml/2006/main" xmlns:r="http://schemas.openxmlformats.org/officeDocument/2006/relationships" xmlns:p="http://schemas.openxmlformats.org/presentationml/2006/main">
  <p:tag name="SHAPE" val="OLD"/>
</p:tagLst>
</file>

<file path=ppt/tags/tag95.xml><?xml version="1.0" encoding="utf-8"?>
<p:tagLst xmlns:a="http://schemas.openxmlformats.org/drawingml/2006/main" xmlns:r="http://schemas.openxmlformats.org/officeDocument/2006/relationships" xmlns:p="http://schemas.openxmlformats.org/presentationml/2006/main">
  <p:tag name="SHAPE" val="OLD"/>
</p:tagLst>
</file>

<file path=ppt/tags/tag96.xml><?xml version="1.0" encoding="utf-8"?>
<p:tagLst xmlns:a="http://schemas.openxmlformats.org/drawingml/2006/main" xmlns:r="http://schemas.openxmlformats.org/officeDocument/2006/relationships" xmlns:p="http://schemas.openxmlformats.org/presentationml/2006/main">
  <p:tag name="SHAPE" val="OLD"/>
</p:tagLst>
</file>

<file path=ppt/tags/tag97.xml><?xml version="1.0" encoding="utf-8"?>
<p:tagLst xmlns:a="http://schemas.openxmlformats.org/drawingml/2006/main" xmlns:r="http://schemas.openxmlformats.org/officeDocument/2006/relationships" xmlns:p="http://schemas.openxmlformats.org/presentationml/2006/main">
  <p:tag name="SHAPE" val="OLD"/>
</p:tagLst>
</file>

<file path=ppt/tags/tag98.xml><?xml version="1.0" encoding="utf-8"?>
<p:tagLst xmlns:a="http://schemas.openxmlformats.org/drawingml/2006/main" xmlns:r="http://schemas.openxmlformats.org/officeDocument/2006/relationships" xmlns:p="http://schemas.openxmlformats.org/presentationml/2006/main">
  <p:tag name="SHAPE" val="OLD"/>
</p:tagLst>
</file>

<file path=ppt/tags/tag99.xml><?xml version="1.0" encoding="utf-8"?>
<p:tagLst xmlns:a="http://schemas.openxmlformats.org/drawingml/2006/main" xmlns:r="http://schemas.openxmlformats.org/officeDocument/2006/relationships" xmlns:p="http://schemas.openxmlformats.org/presentationml/2006/main">
  <p:tag name="SHAPE" val="OLD"/>
</p:tagLst>
</file>

<file path=ppt/tags/tag100.xml><?xml version="1.0" encoding="utf-8"?>
<p:tagLst xmlns:a="http://schemas.openxmlformats.org/drawingml/2006/main" xmlns:r="http://schemas.openxmlformats.org/officeDocument/2006/relationships" xmlns:p="http://schemas.openxmlformats.org/presentationml/2006/main">
  <p:tag name="SHAPE" val="OLD"/>
</p:tagLst>
</file>

<file path=ppt/tags/tag101.xml><?xml version="1.0" encoding="utf-8"?>
<p:tagLst xmlns:a="http://schemas.openxmlformats.org/drawingml/2006/main" xmlns:r="http://schemas.openxmlformats.org/officeDocument/2006/relationships" xmlns:p="http://schemas.openxmlformats.org/presentationml/2006/main">
  <p:tag name="SHAPE" val="OLD"/>
</p:tagLst>
</file>

<file path=ppt/tags/tag102.xml><?xml version="1.0" encoding="utf-8"?>
<p:tagLst xmlns:a="http://schemas.openxmlformats.org/drawingml/2006/main" xmlns:r="http://schemas.openxmlformats.org/officeDocument/2006/relationships" xmlns:p="http://schemas.openxmlformats.org/presentationml/2006/main">
  <p:tag name="SHAPE" val="OLD"/>
</p:tagLst>
</file>

<file path=ppt/tags/tag103.xml><?xml version="1.0" encoding="utf-8"?>
<p:tagLst xmlns:a="http://schemas.openxmlformats.org/drawingml/2006/main" xmlns:r="http://schemas.openxmlformats.org/officeDocument/2006/relationships" xmlns:p="http://schemas.openxmlformats.org/presentationml/2006/main">
  <p:tag name="SHAPE" val="OLD"/>
</p:tagLst>
</file>

<file path=ppt/tags/tag104.xml><?xml version="1.0" encoding="utf-8"?>
<p:tagLst xmlns:a="http://schemas.openxmlformats.org/drawingml/2006/main" xmlns:r="http://schemas.openxmlformats.org/officeDocument/2006/relationships" xmlns:p="http://schemas.openxmlformats.org/presentationml/2006/main">
  <p:tag name="SHAPE" val="OLD"/>
</p:tagLst>
</file>

<file path=ppt/tags/tag105.xml><?xml version="1.0" encoding="utf-8"?>
<p:tagLst xmlns:a="http://schemas.openxmlformats.org/drawingml/2006/main" xmlns:r="http://schemas.openxmlformats.org/officeDocument/2006/relationships" xmlns:p="http://schemas.openxmlformats.org/presentationml/2006/main">
  <p:tag name="SHAPE" val="OLD"/>
</p:tagLst>
</file>

<file path=ppt/tags/tag106.xml><?xml version="1.0" encoding="utf-8"?>
<p:tagLst xmlns:a="http://schemas.openxmlformats.org/drawingml/2006/main" xmlns:r="http://schemas.openxmlformats.org/officeDocument/2006/relationships" xmlns:p="http://schemas.openxmlformats.org/presentationml/2006/main">
  <p:tag name="SHAPE" val="OLD"/>
</p:tagLst>
</file>

<file path=ppt/tags/tag107.xml><?xml version="1.0" encoding="utf-8"?>
<p:tagLst xmlns:a="http://schemas.openxmlformats.org/drawingml/2006/main" xmlns:r="http://schemas.openxmlformats.org/officeDocument/2006/relationships" xmlns:p="http://schemas.openxmlformats.org/presentationml/2006/main">
  <p:tag name="SHAPE" val="OLD"/>
</p:tagLst>
</file>

<file path=ppt/tags/tag108.xml><?xml version="1.0" encoding="utf-8"?>
<p:tagLst xmlns:a="http://schemas.openxmlformats.org/drawingml/2006/main" xmlns:r="http://schemas.openxmlformats.org/officeDocument/2006/relationships" xmlns:p="http://schemas.openxmlformats.org/presentationml/2006/main">
  <p:tag name="SHAPE" val="OLD"/>
</p:tagLst>
</file>

<file path=ppt/tags/tag109.xml><?xml version="1.0" encoding="utf-8"?>
<p:tagLst xmlns:a="http://schemas.openxmlformats.org/drawingml/2006/main" xmlns:r="http://schemas.openxmlformats.org/officeDocument/2006/relationships" xmlns:p="http://schemas.openxmlformats.org/presentationml/2006/main">
  <p:tag name="SHAPE" val="OLD"/>
</p:tagLst>
</file>

<file path=ppt/tags/tag110.xml><?xml version="1.0" encoding="utf-8"?>
<p:tagLst xmlns:a="http://schemas.openxmlformats.org/drawingml/2006/main" xmlns:r="http://schemas.openxmlformats.org/officeDocument/2006/relationships" xmlns:p="http://schemas.openxmlformats.org/presentationml/2006/main">
  <p:tag name="SHAPE" val="OLD"/>
</p:tagLst>
</file>

<file path=ppt/tags/tag111.xml><?xml version="1.0" encoding="utf-8"?>
<p:tagLst xmlns:a="http://schemas.openxmlformats.org/drawingml/2006/main" xmlns:r="http://schemas.openxmlformats.org/officeDocument/2006/relationships" xmlns:p="http://schemas.openxmlformats.org/presentationml/2006/main">
  <p:tag name="SHAPE" val="OLD"/>
</p:tagLst>
</file>

<file path=ppt/tags/tag112.xml><?xml version="1.0" encoding="utf-8"?>
<p:tagLst xmlns:a="http://schemas.openxmlformats.org/drawingml/2006/main" xmlns:r="http://schemas.openxmlformats.org/officeDocument/2006/relationships" xmlns:p="http://schemas.openxmlformats.org/presentationml/2006/main">
  <p:tag name="SHAPE" val="OLD"/>
</p:tagLst>
</file>

<file path=ppt/tags/tag113.xml><?xml version="1.0" encoding="utf-8"?>
<p:tagLst xmlns:a="http://schemas.openxmlformats.org/drawingml/2006/main" xmlns:r="http://schemas.openxmlformats.org/officeDocument/2006/relationships" xmlns:p="http://schemas.openxmlformats.org/presentationml/2006/main">
  <p:tag name="SHAPE" val="OLD"/>
</p:tagLst>
</file>

<file path=ppt/tags/tag114.xml><?xml version="1.0" encoding="utf-8"?>
<p:tagLst xmlns:a="http://schemas.openxmlformats.org/drawingml/2006/main" xmlns:r="http://schemas.openxmlformats.org/officeDocument/2006/relationships" xmlns:p="http://schemas.openxmlformats.org/presentationml/2006/main">
  <p:tag name="SHAPE" val="OLD"/>
</p:tagLst>
</file>

<file path=ppt/tags/tag115.xml><?xml version="1.0" encoding="utf-8"?>
<p:tagLst xmlns:a="http://schemas.openxmlformats.org/drawingml/2006/main" xmlns:r="http://schemas.openxmlformats.org/officeDocument/2006/relationships" xmlns:p="http://schemas.openxmlformats.org/presentationml/2006/main">
  <p:tag name="SHAPE" val="OLD"/>
</p:tagLst>
</file>

<file path=ppt/tags/tag116.xml><?xml version="1.0" encoding="utf-8"?>
<p:tagLst xmlns:a="http://schemas.openxmlformats.org/drawingml/2006/main" xmlns:r="http://schemas.openxmlformats.org/officeDocument/2006/relationships" xmlns:p="http://schemas.openxmlformats.org/presentationml/2006/main">
  <p:tag name="SHAPE" val="OLD"/>
</p:tagLst>
</file>

<file path=ppt/tags/tag117.xml><?xml version="1.0" encoding="utf-8"?>
<p:tagLst xmlns:a="http://schemas.openxmlformats.org/drawingml/2006/main" xmlns:r="http://schemas.openxmlformats.org/officeDocument/2006/relationships" xmlns:p="http://schemas.openxmlformats.org/presentationml/2006/main">
  <p:tag name="SHAPE" val="OLD"/>
</p:tagLst>
</file>

<file path=ppt/tags/tag118.xml><?xml version="1.0" encoding="utf-8"?>
<p:tagLst xmlns:a="http://schemas.openxmlformats.org/drawingml/2006/main" xmlns:r="http://schemas.openxmlformats.org/officeDocument/2006/relationships" xmlns:p="http://schemas.openxmlformats.org/presentationml/2006/main">
  <p:tag name="SHAPE" val="OLD"/>
</p:tagLst>
</file>

<file path=ppt/tags/tag119.xml><?xml version="1.0" encoding="utf-8"?>
<p:tagLst xmlns:a="http://schemas.openxmlformats.org/drawingml/2006/main" xmlns:r="http://schemas.openxmlformats.org/officeDocument/2006/relationships" xmlns:p="http://schemas.openxmlformats.org/presentationml/2006/main">
  <p:tag name="SHAPE" val="OLD"/>
</p:tagLst>
</file>

<file path=ppt/tags/tag120.xml><?xml version="1.0" encoding="utf-8"?>
<p:tagLst xmlns:a="http://schemas.openxmlformats.org/drawingml/2006/main" xmlns:r="http://schemas.openxmlformats.org/officeDocument/2006/relationships" xmlns:p="http://schemas.openxmlformats.org/presentationml/2006/main">
  <p:tag name="SHAPE" val="OLD"/>
</p:tagLst>
</file>

<file path=ppt/tags/tag121.xml><?xml version="1.0" encoding="utf-8"?>
<p:tagLst xmlns:a="http://schemas.openxmlformats.org/drawingml/2006/main" xmlns:r="http://schemas.openxmlformats.org/officeDocument/2006/relationships" xmlns:p="http://schemas.openxmlformats.org/presentationml/2006/main">
  <p:tag name="SHAPE" val="OLD"/>
</p:tagLst>
</file>

<file path=ppt/tags/tag122.xml><?xml version="1.0" encoding="utf-8"?>
<p:tagLst xmlns:a="http://schemas.openxmlformats.org/drawingml/2006/main" xmlns:r="http://schemas.openxmlformats.org/officeDocument/2006/relationships" xmlns:p="http://schemas.openxmlformats.org/presentationml/2006/main">
  <p:tag name="SHAPE" val="OLD"/>
</p:tagLst>
</file>

<file path=ppt/tags/tag123.xml><?xml version="1.0" encoding="utf-8"?>
<p:tagLst xmlns:a="http://schemas.openxmlformats.org/drawingml/2006/main" xmlns:r="http://schemas.openxmlformats.org/officeDocument/2006/relationships" xmlns:p="http://schemas.openxmlformats.org/presentationml/2006/main">
  <p:tag name="SHAPE" val="OLD"/>
</p:tagLst>
</file>

<file path=ppt/tags/tag124.xml><?xml version="1.0" encoding="utf-8"?>
<p:tagLst xmlns:a="http://schemas.openxmlformats.org/drawingml/2006/main" xmlns:r="http://schemas.openxmlformats.org/officeDocument/2006/relationships" xmlns:p="http://schemas.openxmlformats.org/presentationml/2006/main">
  <p:tag name="SHAPE" val="OLD"/>
</p:tagLst>
</file>

<file path=ppt/tags/tag125.xml><?xml version="1.0" encoding="utf-8"?>
<p:tagLst xmlns:a="http://schemas.openxmlformats.org/drawingml/2006/main" xmlns:r="http://schemas.openxmlformats.org/officeDocument/2006/relationships" xmlns:p="http://schemas.openxmlformats.org/presentationml/2006/main">
  <p:tag name="SHAPE" val="OLD"/>
</p:tagLst>
</file>

<file path=ppt/tags/tag126.xml><?xml version="1.0" encoding="utf-8"?>
<p:tagLst xmlns:a="http://schemas.openxmlformats.org/drawingml/2006/main" xmlns:r="http://schemas.openxmlformats.org/officeDocument/2006/relationships" xmlns:p="http://schemas.openxmlformats.org/presentationml/2006/main">
  <p:tag name="SHAPE" val="OLD"/>
</p:tagLst>
</file>

<file path=ppt/tags/tag127.xml><?xml version="1.0" encoding="utf-8"?>
<p:tagLst xmlns:a="http://schemas.openxmlformats.org/drawingml/2006/main" xmlns:r="http://schemas.openxmlformats.org/officeDocument/2006/relationships" xmlns:p="http://schemas.openxmlformats.org/presentationml/2006/main">
  <p:tag name="SHAPE" val="OLD"/>
</p:tagLst>
</file>

<file path=ppt/tags/tag128.xml><?xml version="1.0" encoding="utf-8"?>
<p:tagLst xmlns:a="http://schemas.openxmlformats.org/drawingml/2006/main" xmlns:r="http://schemas.openxmlformats.org/officeDocument/2006/relationships" xmlns:p="http://schemas.openxmlformats.org/presentationml/2006/main">
  <p:tag name="SHAPE" val="OLD"/>
</p:tagLst>
</file>

<file path=ppt/tags/tag129.xml><?xml version="1.0" encoding="utf-8"?>
<p:tagLst xmlns:a="http://schemas.openxmlformats.org/drawingml/2006/main" xmlns:r="http://schemas.openxmlformats.org/officeDocument/2006/relationships" xmlns:p="http://schemas.openxmlformats.org/presentationml/2006/main">
  <p:tag name="SHAPE" val="OLD"/>
</p:tagLst>
</file>

<file path=ppt/tags/tag130.xml><?xml version="1.0" encoding="utf-8"?>
<p:tagLst xmlns:a="http://schemas.openxmlformats.org/drawingml/2006/main" xmlns:r="http://schemas.openxmlformats.org/officeDocument/2006/relationships" xmlns:p="http://schemas.openxmlformats.org/presentationml/2006/main">
  <p:tag name="SHAPE" val="OLD"/>
</p:tagLst>
</file>

<file path=ppt/tags/tag131.xml><?xml version="1.0" encoding="utf-8"?>
<p:tagLst xmlns:a="http://schemas.openxmlformats.org/drawingml/2006/main" xmlns:r="http://schemas.openxmlformats.org/officeDocument/2006/relationships" xmlns:p="http://schemas.openxmlformats.org/presentationml/2006/main">
  <p:tag name="SHAPE" val="OLD"/>
</p:tagLst>
</file>

<file path=ppt/tags/tag132.xml><?xml version="1.0" encoding="utf-8"?>
<p:tagLst xmlns:a="http://schemas.openxmlformats.org/drawingml/2006/main" xmlns:r="http://schemas.openxmlformats.org/officeDocument/2006/relationships" xmlns:p="http://schemas.openxmlformats.org/presentationml/2006/main">
  <p:tag name="SHAPE" val="OLD"/>
</p:tagLst>
</file>

<file path=ppt/tags/tag133.xml><?xml version="1.0" encoding="utf-8"?>
<p:tagLst xmlns:a="http://schemas.openxmlformats.org/drawingml/2006/main" xmlns:r="http://schemas.openxmlformats.org/officeDocument/2006/relationships" xmlns:p="http://schemas.openxmlformats.org/presentationml/2006/main">
  <p:tag name="SHAPE" val="OLD"/>
</p:tagLst>
</file>

<file path=ppt/tags/tag134.xml><?xml version="1.0" encoding="utf-8"?>
<p:tagLst xmlns:a="http://schemas.openxmlformats.org/drawingml/2006/main" xmlns:r="http://schemas.openxmlformats.org/officeDocument/2006/relationships" xmlns:p="http://schemas.openxmlformats.org/presentationml/2006/main">
  <p:tag name="SHAPE" val="OLD"/>
</p:tagLst>
</file>

<file path=ppt/tags/tag135.xml><?xml version="1.0" encoding="utf-8"?>
<p:tagLst xmlns:a="http://schemas.openxmlformats.org/drawingml/2006/main" xmlns:r="http://schemas.openxmlformats.org/officeDocument/2006/relationships" xmlns:p="http://schemas.openxmlformats.org/presentationml/2006/main">
  <p:tag name="SHAPE" val="OLD"/>
</p:tagLst>
</file>

<file path=ppt/tags/tag136.xml><?xml version="1.0" encoding="utf-8"?>
<p:tagLst xmlns:a="http://schemas.openxmlformats.org/drawingml/2006/main" xmlns:r="http://schemas.openxmlformats.org/officeDocument/2006/relationships" xmlns:p="http://schemas.openxmlformats.org/presentationml/2006/main">
  <p:tag name="SHAPE" val="OLD"/>
</p:tagLst>
</file>

<file path=ppt/tags/tag137.xml><?xml version="1.0" encoding="utf-8"?>
<p:tagLst xmlns:a="http://schemas.openxmlformats.org/drawingml/2006/main" xmlns:r="http://schemas.openxmlformats.org/officeDocument/2006/relationships" xmlns:p="http://schemas.openxmlformats.org/presentationml/2006/main">
  <p:tag name="SHAPE" val="OLD"/>
</p:tagLst>
</file>

<file path=ppt/tags/tag138.xml><?xml version="1.0" encoding="utf-8"?>
<p:tagLst xmlns:a="http://schemas.openxmlformats.org/drawingml/2006/main" xmlns:r="http://schemas.openxmlformats.org/officeDocument/2006/relationships" xmlns:p="http://schemas.openxmlformats.org/presentationml/2006/main">
  <p:tag name="SHAPE" val="OLD"/>
</p:tagLst>
</file>

<file path=ppt/tags/tag139.xml><?xml version="1.0" encoding="utf-8"?>
<p:tagLst xmlns:a="http://schemas.openxmlformats.org/drawingml/2006/main" xmlns:r="http://schemas.openxmlformats.org/officeDocument/2006/relationships" xmlns:p="http://schemas.openxmlformats.org/presentationml/2006/main">
  <p:tag name="SHAPE" val="OLD"/>
</p:tagLst>
</file>

<file path=ppt/tags/tag140.xml><?xml version="1.0" encoding="utf-8"?>
<p:tagLst xmlns:a="http://schemas.openxmlformats.org/drawingml/2006/main" xmlns:r="http://schemas.openxmlformats.org/officeDocument/2006/relationships" xmlns:p="http://schemas.openxmlformats.org/presentationml/2006/main">
  <p:tag name="SHAPE" val="OLD"/>
</p:tagLst>
</file>

<file path=ppt/tags/tag141.xml><?xml version="1.0" encoding="utf-8"?>
<p:tagLst xmlns:a="http://schemas.openxmlformats.org/drawingml/2006/main" xmlns:r="http://schemas.openxmlformats.org/officeDocument/2006/relationships" xmlns:p="http://schemas.openxmlformats.org/presentationml/2006/main">
  <p:tag name="SHAPE" val="OLD"/>
</p:tagLst>
</file>

<file path=ppt/tags/tag142.xml><?xml version="1.0" encoding="utf-8"?>
<p:tagLst xmlns:a="http://schemas.openxmlformats.org/drawingml/2006/main" xmlns:r="http://schemas.openxmlformats.org/officeDocument/2006/relationships" xmlns:p="http://schemas.openxmlformats.org/presentationml/2006/main">
  <p:tag name="SHAPE" val="OLD"/>
</p:tagLst>
</file>

<file path=ppt/tags/tag143.xml><?xml version="1.0" encoding="utf-8"?>
<p:tagLst xmlns:a="http://schemas.openxmlformats.org/drawingml/2006/main" xmlns:r="http://schemas.openxmlformats.org/officeDocument/2006/relationships" xmlns:p="http://schemas.openxmlformats.org/presentationml/2006/main">
  <p:tag name="SHAPE" val="OLD"/>
</p:tagLst>
</file>

<file path=ppt/tags/tag144.xml><?xml version="1.0" encoding="utf-8"?>
<p:tagLst xmlns:a="http://schemas.openxmlformats.org/drawingml/2006/main" xmlns:r="http://schemas.openxmlformats.org/officeDocument/2006/relationships" xmlns:p="http://schemas.openxmlformats.org/presentationml/2006/main">
  <p:tag name="SHAPE" val="OLD"/>
</p:tagLst>
</file>

<file path=ppt/tags/tag145.xml><?xml version="1.0" encoding="utf-8"?>
<p:tagLst xmlns:a="http://schemas.openxmlformats.org/drawingml/2006/main" xmlns:r="http://schemas.openxmlformats.org/officeDocument/2006/relationships" xmlns:p="http://schemas.openxmlformats.org/presentationml/2006/main">
  <p:tag name="SHAPE" val="OLD"/>
</p:tagLst>
</file>

<file path=ppt/tags/tag146.xml><?xml version="1.0" encoding="utf-8"?>
<p:tagLst xmlns:a="http://schemas.openxmlformats.org/drawingml/2006/main" xmlns:r="http://schemas.openxmlformats.org/officeDocument/2006/relationships" xmlns:p="http://schemas.openxmlformats.org/presentationml/2006/main">
  <p:tag name="SHAPE" val="OLD"/>
</p:tagLst>
</file>

<file path=ppt/tags/tag147.xml><?xml version="1.0" encoding="utf-8"?>
<p:tagLst xmlns:a="http://schemas.openxmlformats.org/drawingml/2006/main" xmlns:r="http://schemas.openxmlformats.org/officeDocument/2006/relationships" xmlns:p="http://schemas.openxmlformats.org/presentationml/2006/main">
  <p:tag name="SHAPE" val="OLD"/>
</p:tagLst>
</file>

<file path=ppt/tags/tag148.xml><?xml version="1.0" encoding="utf-8"?>
<p:tagLst xmlns:a="http://schemas.openxmlformats.org/drawingml/2006/main" xmlns:r="http://schemas.openxmlformats.org/officeDocument/2006/relationships" xmlns:p="http://schemas.openxmlformats.org/presentationml/2006/main">
  <p:tag name="SHAPE" val="OLD"/>
</p:tagLst>
</file>

<file path=ppt/tags/tag149.xml><?xml version="1.0" encoding="utf-8"?>
<p:tagLst xmlns:a="http://schemas.openxmlformats.org/drawingml/2006/main" xmlns:r="http://schemas.openxmlformats.org/officeDocument/2006/relationships" xmlns:p="http://schemas.openxmlformats.org/presentationml/2006/main">
  <p:tag name="SHAPE" val="OLD"/>
</p:tagLst>
</file>

<file path=ppt/tags/tag150.xml><?xml version="1.0" encoding="utf-8"?>
<p:tagLst xmlns:a="http://schemas.openxmlformats.org/drawingml/2006/main" xmlns:r="http://schemas.openxmlformats.org/officeDocument/2006/relationships" xmlns:p="http://schemas.openxmlformats.org/presentationml/2006/main">
  <p:tag name="SHAPE" val="OLD"/>
</p:tagLst>
</file>

<file path=ppt/tags/tag151.xml><?xml version="1.0" encoding="utf-8"?>
<p:tagLst xmlns:a="http://schemas.openxmlformats.org/drawingml/2006/main" xmlns:r="http://schemas.openxmlformats.org/officeDocument/2006/relationships" xmlns:p="http://schemas.openxmlformats.org/presentationml/2006/main">
  <p:tag name="SHAPE" val="OLD"/>
</p:tagLst>
</file>

<file path=ppt/tags/tag152.xml><?xml version="1.0" encoding="utf-8"?>
<p:tagLst xmlns:a="http://schemas.openxmlformats.org/drawingml/2006/main" xmlns:r="http://schemas.openxmlformats.org/officeDocument/2006/relationships" xmlns:p="http://schemas.openxmlformats.org/presentationml/2006/main">
  <p:tag name="SHAPE" val="OLD"/>
</p:tagLst>
</file>

<file path=ppt/tags/tag153.xml><?xml version="1.0" encoding="utf-8"?>
<p:tagLst xmlns:a="http://schemas.openxmlformats.org/drawingml/2006/main" xmlns:r="http://schemas.openxmlformats.org/officeDocument/2006/relationships" xmlns:p="http://schemas.openxmlformats.org/presentationml/2006/main">
  <p:tag name="SHAPE" val="OLD"/>
</p:tagLst>
</file>

<file path=ppt/tags/tag154.xml><?xml version="1.0" encoding="utf-8"?>
<p:tagLst xmlns:a="http://schemas.openxmlformats.org/drawingml/2006/main" xmlns:r="http://schemas.openxmlformats.org/officeDocument/2006/relationships" xmlns:p="http://schemas.openxmlformats.org/presentationml/2006/main">
  <p:tag name="SHAPE" val="OLD"/>
</p:tagLst>
</file>

<file path=ppt/tags/tag155.xml><?xml version="1.0" encoding="utf-8"?>
<p:tagLst xmlns:a="http://schemas.openxmlformats.org/drawingml/2006/main" xmlns:r="http://schemas.openxmlformats.org/officeDocument/2006/relationships" xmlns:p="http://schemas.openxmlformats.org/presentationml/2006/main">
  <p:tag name="SHAPE" val="OLD"/>
</p:tagLst>
</file>

<file path=ppt/tags/tag156.xml><?xml version="1.0" encoding="utf-8"?>
<p:tagLst xmlns:a="http://schemas.openxmlformats.org/drawingml/2006/main" xmlns:r="http://schemas.openxmlformats.org/officeDocument/2006/relationships" xmlns:p="http://schemas.openxmlformats.org/presentationml/2006/main">
  <p:tag name="SHAPE" val="OLD"/>
</p:tagLst>
</file>

<file path=ppt/tags/tag157.xml><?xml version="1.0" encoding="utf-8"?>
<p:tagLst xmlns:a="http://schemas.openxmlformats.org/drawingml/2006/main" xmlns:r="http://schemas.openxmlformats.org/officeDocument/2006/relationships" xmlns:p="http://schemas.openxmlformats.org/presentationml/2006/main">
  <p:tag name="SHAPE" val="OLD"/>
</p:tagLst>
</file>

<file path=ppt/tags/tag158.xml><?xml version="1.0" encoding="utf-8"?>
<p:tagLst xmlns:a="http://schemas.openxmlformats.org/drawingml/2006/main" xmlns:r="http://schemas.openxmlformats.org/officeDocument/2006/relationships" xmlns:p="http://schemas.openxmlformats.org/presentationml/2006/main">
  <p:tag name="SHAPE" val="OLD"/>
</p:tagLst>
</file>

<file path=ppt/tags/tag159.xml><?xml version="1.0" encoding="utf-8"?>
<p:tagLst xmlns:a="http://schemas.openxmlformats.org/drawingml/2006/main" xmlns:r="http://schemas.openxmlformats.org/officeDocument/2006/relationships" xmlns:p="http://schemas.openxmlformats.org/presentationml/2006/main">
  <p:tag name="SHAPE" val="OLD"/>
</p:tagLst>
</file>

<file path=ppt/tags/tag160.xml><?xml version="1.0" encoding="utf-8"?>
<p:tagLst xmlns:a="http://schemas.openxmlformats.org/drawingml/2006/main" xmlns:r="http://schemas.openxmlformats.org/officeDocument/2006/relationships" xmlns:p="http://schemas.openxmlformats.org/presentationml/2006/main">
  <p:tag name="SHAPE" val="OLD"/>
</p:tagLst>
</file>

<file path=ppt/tags/tag161.xml><?xml version="1.0" encoding="utf-8"?>
<p:tagLst xmlns:a="http://schemas.openxmlformats.org/drawingml/2006/main" xmlns:r="http://schemas.openxmlformats.org/officeDocument/2006/relationships" xmlns:p="http://schemas.openxmlformats.org/presentationml/2006/main">
  <p:tag name="SHAPE" val="OLD"/>
</p:tagLst>
</file>

<file path=ppt/tags/tag162.xml><?xml version="1.0" encoding="utf-8"?>
<p:tagLst xmlns:a="http://schemas.openxmlformats.org/drawingml/2006/main" xmlns:r="http://schemas.openxmlformats.org/officeDocument/2006/relationships" xmlns:p="http://schemas.openxmlformats.org/presentationml/2006/main">
  <p:tag name="SHAPE" val="OLD"/>
</p:tagLst>
</file>

<file path=ppt/tags/tag163.xml><?xml version="1.0" encoding="utf-8"?>
<p:tagLst xmlns:a="http://schemas.openxmlformats.org/drawingml/2006/main" xmlns:r="http://schemas.openxmlformats.org/officeDocument/2006/relationships" xmlns:p="http://schemas.openxmlformats.org/presentationml/2006/main">
  <p:tag name="SHAPE" val="OLD"/>
</p:tagLst>
</file>

<file path=ppt/tags/tag164.xml><?xml version="1.0" encoding="utf-8"?>
<p:tagLst xmlns:a="http://schemas.openxmlformats.org/drawingml/2006/main" xmlns:r="http://schemas.openxmlformats.org/officeDocument/2006/relationships" xmlns:p="http://schemas.openxmlformats.org/presentationml/2006/main">
  <p:tag name="SHAPE" val="OLD"/>
</p:tagLst>
</file>

<file path=ppt/tags/tag165.xml><?xml version="1.0" encoding="utf-8"?>
<p:tagLst xmlns:a="http://schemas.openxmlformats.org/drawingml/2006/main" xmlns:r="http://schemas.openxmlformats.org/officeDocument/2006/relationships" xmlns:p="http://schemas.openxmlformats.org/presentationml/2006/main">
  <p:tag name="SHAPE" val="OLD"/>
</p:tagLst>
</file>

<file path=ppt/tags/tag166.xml><?xml version="1.0" encoding="utf-8"?>
<p:tagLst xmlns:a="http://schemas.openxmlformats.org/drawingml/2006/main" xmlns:r="http://schemas.openxmlformats.org/officeDocument/2006/relationships" xmlns:p="http://schemas.openxmlformats.org/presentationml/2006/main">
  <p:tag name="SHAPE" val="OLD"/>
</p:tagLst>
</file>

<file path=ppt/tags/tag167.xml><?xml version="1.0" encoding="utf-8"?>
<p:tagLst xmlns:a="http://schemas.openxmlformats.org/drawingml/2006/main" xmlns:r="http://schemas.openxmlformats.org/officeDocument/2006/relationships" xmlns:p="http://schemas.openxmlformats.org/presentationml/2006/main">
  <p:tag name="SHAPE" val="OLD"/>
</p:tagLst>
</file>

<file path=ppt/tags/tag168.xml><?xml version="1.0" encoding="utf-8"?>
<p:tagLst xmlns:a="http://schemas.openxmlformats.org/drawingml/2006/main" xmlns:r="http://schemas.openxmlformats.org/officeDocument/2006/relationships" xmlns:p="http://schemas.openxmlformats.org/presentationml/2006/main">
  <p:tag name="SHAPE" val="OLD"/>
</p:tagLst>
</file>

<file path=ppt/tags/tag169.xml><?xml version="1.0" encoding="utf-8"?>
<p:tagLst xmlns:a="http://schemas.openxmlformats.org/drawingml/2006/main" xmlns:r="http://schemas.openxmlformats.org/officeDocument/2006/relationships" xmlns:p="http://schemas.openxmlformats.org/presentationml/2006/main">
  <p:tag name="SHAPE" val="OLD"/>
</p:tagLst>
</file>

<file path=ppt/tags/tag170.xml><?xml version="1.0" encoding="utf-8"?>
<p:tagLst xmlns:a="http://schemas.openxmlformats.org/drawingml/2006/main" xmlns:r="http://schemas.openxmlformats.org/officeDocument/2006/relationships" xmlns:p="http://schemas.openxmlformats.org/presentationml/2006/main">
  <p:tag name="SHAPE" val="OLD"/>
</p:tagLst>
</file>

<file path=ppt/tags/tag171.xml><?xml version="1.0" encoding="utf-8"?>
<p:tagLst xmlns:a="http://schemas.openxmlformats.org/drawingml/2006/main" xmlns:r="http://schemas.openxmlformats.org/officeDocument/2006/relationships" xmlns:p="http://schemas.openxmlformats.org/presentationml/2006/main">
  <p:tag name="SHAPE" val="OLD"/>
</p:tagLst>
</file>

<file path=ppt/tags/tag172.xml><?xml version="1.0" encoding="utf-8"?>
<p:tagLst xmlns:a="http://schemas.openxmlformats.org/drawingml/2006/main" xmlns:r="http://schemas.openxmlformats.org/officeDocument/2006/relationships" xmlns:p="http://schemas.openxmlformats.org/presentationml/2006/main">
  <p:tag name="SHAPE" val="OLD"/>
</p:tagLst>
</file>

<file path=ppt/tags/tag173.xml><?xml version="1.0" encoding="utf-8"?>
<p:tagLst xmlns:a="http://schemas.openxmlformats.org/drawingml/2006/main" xmlns:r="http://schemas.openxmlformats.org/officeDocument/2006/relationships" xmlns:p="http://schemas.openxmlformats.org/presentationml/2006/main">
  <p:tag name="SHAPE" val="OLD"/>
</p:tagLst>
</file>

<file path=ppt/tags/tag174.xml><?xml version="1.0" encoding="utf-8"?>
<p:tagLst xmlns:a="http://schemas.openxmlformats.org/drawingml/2006/main" xmlns:r="http://schemas.openxmlformats.org/officeDocument/2006/relationships" xmlns:p="http://schemas.openxmlformats.org/presentationml/2006/main">
  <p:tag name="SHAPE" val="OLD"/>
</p:tagLst>
</file>

<file path=ppt/tags/tag175.xml><?xml version="1.0" encoding="utf-8"?>
<p:tagLst xmlns:a="http://schemas.openxmlformats.org/drawingml/2006/main" xmlns:r="http://schemas.openxmlformats.org/officeDocument/2006/relationships" xmlns:p="http://schemas.openxmlformats.org/presentationml/2006/main">
  <p:tag name="SHAPE" val="OLD"/>
</p:tagLst>
</file>

<file path=ppt/tags/tag176.xml><?xml version="1.0" encoding="utf-8"?>
<p:tagLst xmlns:a="http://schemas.openxmlformats.org/drawingml/2006/main" xmlns:r="http://schemas.openxmlformats.org/officeDocument/2006/relationships" xmlns:p="http://schemas.openxmlformats.org/presentationml/2006/main">
  <p:tag name="SHAPE" val="OLD"/>
</p:tagLst>
</file>

<file path=ppt/tags/tag177.xml><?xml version="1.0" encoding="utf-8"?>
<p:tagLst xmlns:a="http://schemas.openxmlformats.org/drawingml/2006/main" xmlns:r="http://schemas.openxmlformats.org/officeDocument/2006/relationships" xmlns:p="http://schemas.openxmlformats.org/presentationml/2006/main">
  <p:tag name="SHAPE" val="OLD"/>
</p:tagLst>
</file>

<file path=ppt/tags/tag178.xml><?xml version="1.0" encoding="utf-8"?>
<p:tagLst xmlns:a="http://schemas.openxmlformats.org/drawingml/2006/main" xmlns:r="http://schemas.openxmlformats.org/officeDocument/2006/relationships" xmlns:p="http://schemas.openxmlformats.org/presentationml/2006/main">
  <p:tag name="SHAPE" val="OLD"/>
</p:tagLst>
</file>

<file path=ppt/tags/tag179.xml><?xml version="1.0" encoding="utf-8"?>
<p:tagLst xmlns:a="http://schemas.openxmlformats.org/drawingml/2006/main" xmlns:r="http://schemas.openxmlformats.org/officeDocument/2006/relationships" xmlns:p="http://schemas.openxmlformats.org/presentationml/2006/main">
  <p:tag name="SHAPE" val="OLD"/>
</p:tagLst>
</file>

<file path=ppt/tags/tag180.xml><?xml version="1.0" encoding="utf-8"?>
<p:tagLst xmlns:a="http://schemas.openxmlformats.org/drawingml/2006/main" xmlns:r="http://schemas.openxmlformats.org/officeDocument/2006/relationships" xmlns:p="http://schemas.openxmlformats.org/presentationml/2006/main">
  <p:tag name="SHAPE" val="OLD"/>
</p:tagLst>
</file>

<file path=ppt/tags/tag181.xml><?xml version="1.0" encoding="utf-8"?>
<p:tagLst xmlns:a="http://schemas.openxmlformats.org/drawingml/2006/main" xmlns:r="http://schemas.openxmlformats.org/officeDocument/2006/relationships" xmlns:p="http://schemas.openxmlformats.org/presentationml/2006/main">
  <p:tag name="SHAPE" val="OLD"/>
</p:tagLst>
</file>

<file path=ppt/tags/tag182.xml><?xml version="1.0" encoding="utf-8"?>
<p:tagLst xmlns:a="http://schemas.openxmlformats.org/drawingml/2006/main" xmlns:r="http://schemas.openxmlformats.org/officeDocument/2006/relationships" xmlns:p="http://schemas.openxmlformats.org/presentationml/2006/main">
  <p:tag name="SHAPE" val="OLD"/>
</p:tagLst>
</file>

<file path=ppt/tags/tag183.xml><?xml version="1.0" encoding="utf-8"?>
<p:tagLst xmlns:a="http://schemas.openxmlformats.org/drawingml/2006/main" xmlns:r="http://schemas.openxmlformats.org/officeDocument/2006/relationships" xmlns:p="http://schemas.openxmlformats.org/presentationml/2006/main">
  <p:tag name="SHAPE" val="OLD"/>
</p:tagLst>
</file>

<file path=ppt/tags/tag184.xml><?xml version="1.0" encoding="utf-8"?>
<p:tagLst xmlns:a="http://schemas.openxmlformats.org/drawingml/2006/main" xmlns:r="http://schemas.openxmlformats.org/officeDocument/2006/relationships" xmlns:p="http://schemas.openxmlformats.org/presentationml/2006/main">
  <p:tag name="SHAPE" val="OLD"/>
</p:tagLst>
</file>

<file path=ppt/tags/tag185.xml><?xml version="1.0" encoding="utf-8"?>
<p:tagLst xmlns:a="http://schemas.openxmlformats.org/drawingml/2006/main" xmlns:r="http://schemas.openxmlformats.org/officeDocument/2006/relationships" xmlns:p="http://schemas.openxmlformats.org/presentationml/2006/main">
  <p:tag name="SHAPE" val="OLD"/>
</p:tagLst>
</file>

<file path=ppt/tags/tag186.xml><?xml version="1.0" encoding="utf-8"?>
<p:tagLst xmlns:a="http://schemas.openxmlformats.org/drawingml/2006/main" xmlns:r="http://schemas.openxmlformats.org/officeDocument/2006/relationships" xmlns:p="http://schemas.openxmlformats.org/presentationml/2006/main">
  <p:tag name="SHAPE" val="OLD"/>
</p:tagLst>
</file>

<file path=ppt/tags/tag187.xml><?xml version="1.0" encoding="utf-8"?>
<p:tagLst xmlns:a="http://schemas.openxmlformats.org/drawingml/2006/main" xmlns:r="http://schemas.openxmlformats.org/officeDocument/2006/relationships" xmlns:p="http://schemas.openxmlformats.org/presentationml/2006/main">
  <p:tag name="SHAPE" val="OLD"/>
</p:tagLst>
</file>

<file path=ppt/tags/tag188.xml><?xml version="1.0" encoding="utf-8"?>
<p:tagLst xmlns:a="http://schemas.openxmlformats.org/drawingml/2006/main" xmlns:r="http://schemas.openxmlformats.org/officeDocument/2006/relationships" xmlns:p="http://schemas.openxmlformats.org/presentationml/2006/main">
  <p:tag name="SHAPE" val="OLD"/>
</p:tagLst>
</file>

<file path=ppt/tags/tag189.xml><?xml version="1.0" encoding="utf-8"?>
<p:tagLst xmlns:a="http://schemas.openxmlformats.org/drawingml/2006/main" xmlns:r="http://schemas.openxmlformats.org/officeDocument/2006/relationships" xmlns:p="http://schemas.openxmlformats.org/presentationml/2006/main">
  <p:tag name="SHAPE" val="OLD"/>
</p:tagLst>
</file>

<file path=ppt/tags/tag190.xml><?xml version="1.0" encoding="utf-8"?>
<p:tagLst xmlns:a="http://schemas.openxmlformats.org/drawingml/2006/main" xmlns:r="http://schemas.openxmlformats.org/officeDocument/2006/relationships" xmlns:p="http://schemas.openxmlformats.org/presentationml/2006/main">
  <p:tag name="SHAPE" val="OLD"/>
</p:tagLst>
</file>

<file path=ppt/tags/tag191.xml><?xml version="1.0" encoding="utf-8"?>
<p:tagLst xmlns:a="http://schemas.openxmlformats.org/drawingml/2006/main" xmlns:r="http://schemas.openxmlformats.org/officeDocument/2006/relationships" xmlns:p="http://schemas.openxmlformats.org/presentationml/2006/main">
  <p:tag name="SHAPE" val="OLD"/>
</p:tagLst>
</file>

<file path=ppt/tags/tag192.xml><?xml version="1.0" encoding="utf-8"?>
<p:tagLst xmlns:a="http://schemas.openxmlformats.org/drawingml/2006/main" xmlns:r="http://schemas.openxmlformats.org/officeDocument/2006/relationships" xmlns:p="http://schemas.openxmlformats.org/presentationml/2006/main">
  <p:tag name="SHAPE" val="OLD"/>
</p:tagLst>
</file>

<file path=ppt/tags/tag193.xml><?xml version="1.0" encoding="utf-8"?>
<p:tagLst xmlns:a="http://schemas.openxmlformats.org/drawingml/2006/main" xmlns:r="http://schemas.openxmlformats.org/officeDocument/2006/relationships" xmlns:p="http://schemas.openxmlformats.org/presentationml/2006/main">
  <p:tag name="SHAPE" val="OLD"/>
</p:tagLst>
</file>

<file path=ppt/tags/tag194.xml><?xml version="1.0" encoding="utf-8"?>
<p:tagLst xmlns:a="http://schemas.openxmlformats.org/drawingml/2006/main" xmlns:r="http://schemas.openxmlformats.org/officeDocument/2006/relationships" xmlns:p="http://schemas.openxmlformats.org/presentationml/2006/main">
  <p:tag name="SHAPE" val="OLD"/>
</p:tagLst>
</file>

<file path=ppt/tags/tag195.xml><?xml version="1.0" encoding="utf-8"?>
<p:tagLst xmlns:a="http://schemas.openxmlformats.org/drawingml/2006/main" xmlns:r="http://schemas.openxmlformats.org/officeDocument/2006/relationships" xmlns:p="http://schemas.openxmlformats.org/presentationml/2006/main">
  <p:tag name="SHAPE" val="OLD"/>
</p:tagLst>
</file>

<file path=ppt/tags/tag196.xml><?xml version="1.0" encoding="utf-8"?>
<p:tagLst xmlns:a="http://schemas.openxmlformats.org/drawingml/2006/main" xmlns:r="http://schemas.openxmlformats.org/officeDocument/2006/relationships" xmlns:p="http://schemas.openxmlformats.org/presentationml/2006/main">
  <p:tag name="SHAPE" val="OLD"/>
</p:tagLst>
</file>

<file path=ppt/tags/tag197.xml><?xml version="1.0" encoding="utf-8"?>
<p:tagLst xmlns:a="http://schemas.openxmlformats.org/drawingml/2006/main" xmlns:r="http://schemas.openxmlformats.org/officeDocument/2006/relationships" xmlns:p="http://schemas.openxmlformats.org/presentationml/2006/main">
  <p:tag name="SHAPE" val="OLD"/>
</p:tagLst>
</file>

<file path=ppt/tags/tag198.xml><?xml version="1.0" encoding="utf-8"?>
<p:tagLst xmlns:a="http://schemas.openxmlformats.org/drawingml/2006/main" xmlns:r="http://schemas.openxmlformats.org/officeDocument/2006/relationships" xmlns:p="http://schemas.openxmlformats.org/presentationml/2006/main">
  <p:tag name="SHAPE" val="OLD"/>
</p:tagLst>
</file>

<file path=ppt/tags/tag199.xml><?xml version="1.0" encoding="utf-8"?>
<p:tagLst xmlns:a="http://schemas.openxmlformats.org/drawingml/2006/main" xmlns:r="http://schemas.openxmlformats.org/officeDocument/2006/relationships" xmlns:p="http://schemas.openxmlformats.org/presentationml/2006/main">
  <p:tag name="SHAPE" val="OLD"/>
</p:tagLst>
</file>

<file path=ppt/tags/tag200.xml><?xml version="1.0" encoding="utf-8"?>
<p:tagLst xmlns:a="http://schemas.openxmlformats.org/drawingml/2006/main" xmlns:r="http://schemas.openxmlformats.org/officeDocument/2006/relationships" xmlns:p="http://schemas.openxmlformats.org/presentationml/2006/main">
  <p:tag name="SHAPE" val="OLD"/>
</p:tagLst>
</file>

<file path=ppt/tags/tag201.xml><?xml version="1.0" encoding="utf-8"?>
<p:tagLst xmlns:a="http://schemas.openxmlformats.org/drawingml/2006/main" xmlns:r="http://schemas.openxmlformats.org/officeDocument/2006/relationships" xmlns:p="http://schemas.openxmlformats.org/presentationml/2006/main">
  <p:tag name="SHAPE" val="OLD"/>
</p:tagLst>
</file>

<file path=ppt/tags/tag202.xml><?xml version="1.0" encoding="utf-8"?>
<p:tagLst xmlns:a="http://schemas.openxmlformats.org/drawingml/2006/main" xmlns:r="http://schemas.openxmlformats.org/officeDocument/2006/relationships" xmlns:p="http://schemas.openxmlformats.org/presentationml/2006/main">
  <p:tag name="SHAPE" val="OLD"/>
</p:tagLst>
</file>

<file path=ppt/tags/tag203.xml><?xml version="1.0" encoding="utf-8"?>
<p:tagLst xmlns:a="http://schemas.openxmlformats.org/drawingml/2006/main" xmlns:r="http://schemas.openxmlformats.org/officeDocument/2006/relationships" xmlns:p="http://schemas.openxmlformats.org/presentationml/2006/main">
  <p:tag name="SHAPE" val="OLD"/>
</p:tagLst>
</file>

<file path=ppt/tags/tag204.xml><?xml version="1.0" encoding="utf-8"?>
<p:tagLst xmlns:a="http://schemas.openxmlformats.org/drawingml/2006/main" xmlns:r="http://schemas.openxmlformats.org/officeDocument/2006/relationships" xmlns:p="http://schemas.openxmlformats.org/presentationml/2006/main">
  <p:tag name="SHAPE" val="OLD"/>
</p:tagLst>
</file>

<file path=ppt/tags/tag205.xml><?xml version="1.0" encoding="utf-8"?>
<p:tagLst xmlns:a="http://schemas.openxmlformats.org/drawingml/2006/main" xmlns:r="http://schemas.openxmlformats.org/officeDocument/2006/relationships" xmlns:p="http://schemas.openxmlformats.org/presentationml/2006/main">
  <p:tag name="SHAPE" val="OLD"/>
</p:tagLst>
</file>

<file path=ppt/tags/tag206.xml><?xml version="1.0" encoding="utf-8"?>
<p:tagLst xmlns:a="http://schemas.openxmlformats.org/drawingml/2006/main" xmlns:r="http://schemas.openxmlformats.org/officeDocument/2006/relationships" xmlns:p="http://schemas.openxmlformats.org/presentationml/2006/main">
  <p:tag name="SHAPE" val="OLD"/>
</p:tagLst>
</file>

<file path=ppt/tags/tag207.xml><?xml version="1.0" encoding="utf-8"?>
<p:tagLst xmlns:a="http://schemas.openxmlformats.org/drawingml/2006/main" xmlns:r="http://schemas.openxmlformats.org/officeDocument/2006/relationships" xmlns:p="http://schemas.openxmlformats.org/presentationml/2006/main">
  <p:tag name="SHAPE" val="OLD"/>
</p:tagLst>
</file>

<file path=ppt/tags/tag208.xml><?xml version="1.0" encoding="utf-8"?>
<p:tagLst xmlns:a="http://schemas.openxmlformats.org/drawingml/2006/main" xmlns:r="http://schemas.openxmlformats.org/officeDocument/2006/relationships" xmlns:p="http://schemas.openxmlformats.org/presentationml/2006/main">
  <p:tag name="SHAPE" val="OLD"/>
</p:tagLst>
</file>

<file path=ppt/tags/tag209.xml><?xml version="1.0" encoding="utf-8"?>
<p:tagLst xmlns:a="http://schemas.openxmlformats.org/drawingml/2006/main" xmlns:r="http://schemas.openxmlformats.org/officeDocument/2006/relationships" xmlns:p="http://schemas.openxmlformats.org/presentationml/2006/main">
  <p:tag name="SHAPE" val="OLD"/>
</p:tagLst>
</file>

<file path=ppt/tags/tag210.xml><?xml version="1.0" encoding="utf-8"?>
<p:tagLst xmlns:a="http://schemas.openxmlformats.org/drawingml/2006/main" xmlns:r="http://schemas.openxmlformats.org/officeDocument/2006/relationships" xmlns:p="http://schemas.openxmlformats.org/presentationml/2006/main">
  <p:tag name="SHAPE" val="OLD"/>
</p:tagLst>
</file>

<file path=ppt/tags/tag211.xml><?xml version="1.0" encoding="utf-8"?>
<p:tagLst xmlns:a="http://schemas.openxmlformats.org/drawingml/2006/main" xmlns:r="http://schemas.openxmlformats.org/officeDocument/2006/relationships" xmlns:p="http://schemas.openxmlformats.org/presentationml/2006/main">
  <p:tag name="SHAPE" val="OLD"/>
</p:tagLst>
</file>

<file path=ppt/tags/tag212.xml><?xml version="1.0" encoding="utf-8"?>
<p:tagLst xmlns:a="http://schemas.openxmlformats.org/drawingml/2006/main" xmlns:r="http://schemas.openxmlformats.org/officeDocument/2006/relationships" xmlns:p="http://schemas.openxmlformats.org/presentationml/2006/main">
  <p:tag name="SHAPE" val="OLD"/>
</p:tagLst>
</file>

<file path=ppt/tags/tag213.xml><?xml version="1.0" encoding="utf-8"?>
<p:tagLst xmlns:a="http://schemas.openxmlformats.org/drawingml/2006/main" xmlns:r="http://schemas.openxmlformats.org/officeDocument/2006/relationships" xmlns:p="http://schemas.openxmlformats.org/presentationml/2006/main">
  <p:tag name="SHAPE" val="OLD"/>
</p:tagLst>
</file>

<file path=ppt/tags/tag214.xml><?xml version="1.0" encoding="utf-8"?>
<p:tagLst xmlns:a="http://schemas.openxmlformats.org/drawingml/2006/main" xmlns:r="http://schemas.openxmlformats.org/officeDocument/2006/relationships" xmlns:p="http://schemas.openxmlformats.org/presentationml/2006/main">
  <p:tag name="SHAPE" val="OLD"/>
</p:tagLst>
</file>

<file path=ppt/tags/tag215.xml><?xml version="1.0" encoding="utf-8"?>
<p:tagLst xmlns:a="http://schemas.openxmlformats.org/drawingml/2006/main" xmlns:r="http://schemas.openxmlformats.org/officeDocument/2006/relationships" xmlns:p="http://schemas.openxmlformats.org/presentationml/2006/main">
  <p:tag name="SHAPE" val="OLD"/>
</p:tagLst>
</file>

<file path=ppt/tags/tag216.xml><?xml version="1.0" encoding="utf-8"?>
<p:tagLst xmlns:a="http://schemas.openxmlformats.org/drawingml/2006/main" xmlns:r="http://schemas.openxmlformats.org/officeDocument/2006/relationships" xmlns:p="http://schemas.openxmlformats.org/presentationml/2006/main">
  <p:tag name="SHAPE" val="OLD"/>
</p:tagLst>
</file>

<file path=ppt/tags/tag217.xml><?xml version="1.0" encoding="utf-8"?>
<p:tagLst xmlns:a="http://schemas.openxmlformats.org/drawingml/2006/main" xmlns:r="http://schemas.openxmlformats.org/officeDocument/2006/relationships" xmlns:p="http://schemas.openxmlformats.org/presentationml/2006/main">
  <p:tag name="SHAPE" val="OLD"/>
</p:tagLst>
</file>

<file path=ppt/tags/tag218.xml><?xml version="1.0" encoding="utf-8"?>
<p:tagLst xmlns:a="http://schemas.openxmlformats.org/drawingml/2006/main" xmlns:r="http://schemas.openxmlformats.org/officeDocument/2006/relationships" xmlns:p="http://schemas.openxmlformats.org/presentationml/2006/main">
  <p:tag name="SHAPE" val="OLD"/>
</p:tagLst>
</file>

<file path=ppt/tags/tag219.xml><?xml version="1.0" encoding="utf-8"?>
<p:tagLst xmlns:a="http://schemas.openxmlformats.org/drawingml/2006/main" xmlns:r="http://schemas.openxmlformats.org/officeDocument/2006/relationships" xmlns:p="http://schemas.openxmlformats.org/presentationml/2006/main">
  <p:tag name="SHAPE" val="OLD"/>
</p:tagLst>
</file>

<file path=ppt/tags/tag220.xml><?xml version="1.0" encoding="utf-8"?>
<p:tagLst xmlns:a="http://schemas.openxmlformats.org/drawingml/2006/main" xmlns:r="http://schemas.openxmlformats.org/officeDocument/2006/relationships" xmlns:p="http://schemas.openxmlformats.org/presentationml/2006/main">
  <p:tag name="SHAPE" val="OLD"/>
</p:tagLst>
</file>

<file path=ppt/tags/tag221.xml><?xml version="1.0" encoding="utf-8"?>
<p:tagLst xmlns:a="http://schemas.openxmlformats.org/drawingml/2006/main" xmlns:r="http://schemas.openxmlformats.org/officeDocument/2006/relationships" xmlns:p="http://schemas.openxmlformats.org/presentationml/2006/main">
  <p:tag name="SHAPE" val="OLD"/>
</p:tagLst>
</file>

<file path=ppt/tags/tag222.xml><?xml version="1.0" encoding="utf-8"?>
<p:tagLst xmlns:a="http://schemas.openxmlformats.org/drawingml/2006/main" xmlns:r="http://schemas.openxmlformats.org/officeDocument/2006/relationships" xmlns:p="http://schemas.openxmlformats.org/presentationml/2006/main">
  <p:tag name="SHAPE" val="OLD"/>
</p:tagLst>
</file>

<file path=ppt/tags/tag223.xml><?xml version="1.0" encoding="utf-8"?>
<p:tagLst xmlns:a="http://schemas.openxmlformats.org/drawingml/2006/main" xmlns:r="http://schemas.openxmlformats.org/officeDocument/2006/relationships" xmlns:p="http://schemas.openxmlformats.org/presentationml/2006/main">
  <p:tag name="SHAPE" val="OLD"/>
</p:tagLst>
</file>

<file path=ppt/tags/tag224.xml><?xml version="1.0" encoding="utf-8"?>
<p:tagLst xmlns:a="http://schemas.openxmlformats.org/drawingml/2006/main" xmlns:r="http://schemas.openxmlformats.org/officeDocument/2006/relationships" xmlns:p="http://schemas.openxmlformats.org/presentationml/2006/main">
  <p:tag name="SHAPE" val="OLD"/>
</p:tagLst>
</file>

<file path=ppt/tags/tag225.xml><?xml version="1.0" encoding="utf-8"?>
<p:tagLst xmlns:a="http://schemas.openxmlformats.org/drawingml/2006/main" xmlns:r="http://schemas.openxmlformats.org/officeDocument/2006/relationships" xmlns:p="http://schemas.openxmlformats.org/presentationml/2006/main">
  <p:tag name="SHAPE" val="OLD"/>
</p:tagLst>
</file>

<file path=ppt/tags/tag226.xml><?xml version="1.0" encoding="utf-8"?>
<p:tagLst xmlns:a="http://schemas.openxmlformats.org/drawingml/2006/main" xmlns:r="http://schemas.openxmlformats.org/officeDocument/2006/relationships" xmlns:p="http://schemas.openxmlformats.org/presentationml/2006/main">
  <p:tag name="SHAPE" val="OLD"/>
</p:tagLst>
</file>

<file path=ppt/tags/tag227.xml><?xml version="1.0" encoding="utf-8"?>
<p:tagLst xmlns:a="http://schemas.openxmlformats.org/drawingml/2006/main" xmlns:r="http://schemas.openxmlformats.org/officeDocument/2006/relationships" xmlns:p="http://schemas.openxmlformats.org/presentationml/2006/main">
  <p:tag name="SHAPE" val="OLD"/>
</p:tagLst>
</file>

<file path=ppt/tags/tag228.xml><?xml version="1.0" encoding="utf-8"?>
<p:tagLst xmlns:a="http://schemas.openxmlformats.org/drawingml/2006/main" xmlns:r="http://schemas.openxmlformats.org/officeDocument/2006/relationships" xmlns:p="http://schemas.openxmlformats.org/presentationml/2006/main">
  <p:tag name="SHAPE" val="OLD"/>
</p:tagLst>
</file>

<file path=ppt/tags/tag229.xml><?xml version="1.0" encoding="utf-8"?>
<p:tagLst xmlns:a="http://schemas.openxmlformats.org/drawingml/2006/main" xmlns:r="http://schemas.openxmlformats.org/officeDocument/2006/relationships" xmlns:p="http://schemas.openxmlformats.org/presentationml/2006/main">
  <p:tag name="SHAPE" val="OLD"/>
</p:tagLst>
</file>

<file path=ppt/tags/tag230.xml><?xml version="1.0" encoding="utf-8"?>
<p:tagLst xmlns:a="http://schemas.openxmlformats.org/drawingml/2006/main" xmlns:r="http://schemas.openxmlformats.org/officeDocument/2006/relationships" xmlns:p="http://schemas.openxmlformats.org/presentationml/2006/main">
  <p:tag name="SHAPE" val="OLD"/>
</p:tagLst>
</file>

<file path=ppt/tags/tag231.xml><?xml version="1.0" encoding="utf-8"?>
<p:tagLst xmlns:a="http://schemas.openxmlformats.org/drawingml/2006/main" xmlns:r="http://schemas.openxmlformats.org/officeDocument/2006/relationships" xmlns:p="http://schemas.openxmlformats.org/presentationml/2006/main">
  <p:tag name="SHAPE" val="OLD"/>
</p:tagLst>
</file>

<file path=ppt/tags/tag232.xml><?xml version="1.0" encoding="utf-8"?>
<p:tagLst xmlns:a="http://schemas.openxmlformats.org/drawingml/2006/main" xmlns:r="http://schemas.openxmlformats.org/officeDocument/2006/relationships" xmlns:p="http://schemas.openxmlformats.org/presentationml/2006/main">
  <p:tag name="SHAPE" val="OLD"/>
</p:tagLst>
</file>

<file path=ppt/tags/tag233.xml><?xml version="1.0" encoding="utf-8"?>
<p:tagLst xmlns:a="http://schemas.openxmlformats.org/drawingml/2006/main" xmlns:r="http://schemas.openxmlformats.org/officeDocument/2006/relationships" xmlns:p="http://schemas.openxmlformats.org/presentationml/2006/main">
  <p:tag name="SHAPE" val="OLD"/>
</p:tagLst>
</file>

<file path=ppt/tags/tag234.xml><?xml version="1.0" encoding="utf-8"?>
<p:tagLst xmlns:a="http://schemas.openxmlformats.org/drawingml/2006/main" xmlns:r="http://schemas.openxmlformats.org/officeDocument/2006/relationships" xmlns:p="http://schemas.openxmlformats.org/presentationml/2006/main">
  <p:tag name="SHAPE" val="OLD"/>
</p:tagLst>
</file>

<file path=ppt/tags/tag235.xml><?xml version="1.0" encoding="utf-8"?>
<p:tagLst xmlns:a="http://schemas.openxmlformats.org/drawingml/2006/main" xmlns:r="http://schemas.openxmlformats.org/officeDocument/2006/relationships" xmlns:p="http://schemas.openxmlformats.org/presentationml/2006/main">
  <p:tag name="SHAPE" val="OLD"/>
</p:tagLst>
</file>

<file path=ppt/tags/tag236.xml><?xml version="1.0" encoding="utf-8"?>
<p:tagLst xmlns:a="http://schemas.openxmlformats.org/drawingml/2006/main" xmlns:r="http://schemas.openxmlformats.org/officeDocument/2006/relationships" xmlns:p="http://schemas.openxmlformats.org/presentationml/2006/main">
  <p:tag name="SHAPE" val="OLD"/>
</p:tagLst>
</file>

<file path=ppt/tags/tag237.xml><?xml version="1.0" encoding="utf-8"?>
<p:tagLst xmlns:a="http://schemas.openxmlformats.org/drawingml/2006/main" xmlns:r="http://schemas.openxmlformats.org/officeDocument/2006/relationships" xmlns:p="http://schemas.openxmlformats.org/presentationml/2006/main">
  <p:tag name="SHAPE" val="OLD"/>
</p:tagLst>
</file>

<file path=ppt/tags/tag238.xml><?xml version="1.0" encoding="utf-8"?>
<p:tagLst xmlns:a="http://schemas.openxmlformats.org/drawingml/2006/main" xmlns:r="http://schemas.openxmlformats.org/officeDocument/2006/relationships" xmlns:p="http://schemas.openxmlformats.org/presentationml/2006/main">
  <p:tag name="SHAPE" val="OLD"/>
</p:tagLst>
</file>

<file path=ppt/tags/tag239.xml><?xml version="1.0" encoding="utf-8"?>
<p:tagLst xmlns:a="http://schemas.openxmlformats.org/drawingml/2006/main" xmlns:r="http://schemas.openxmlformats.org/officeDocument/2006/relationships" xmlns:p="http://schemas.openxmlformats.org/presentationml/2006/main">
  <p:tag name="SHAPE" val="OLD"/>
</p:tagLst>
</file>

<file path=ppt/tags/tag240.xml><?xml version="1.0" encoding="utf-8"?>
<p:tagLst xmlns:a="http://schemas.openxmlformats.org/drawingml/2006/main" xmlns:r="http://schemas.openxmlformats.org/officeDocument/2006/relationships" xmlns:p="http://schemas.openxmlformats.org/presentationml/2006/main">
  <p:tag name="SHAPE" val="OLD"/>
</p:tagLst>
</file>

<file path=ppt/tags/tag241.xml><?xml version="1.0" encoding="utf-8"?>
<p:tagLst xmlns:a="http://schemas.openxmlformats.org/drawingml/2006/main" xmlns:r="http://schemas.openxmlformats.org/officeDocument/2006/relationships" xmlns:p="http://schemas.openxmlformats.org/presentationml/2006/main">
  <p:tag name="SHAPE" val="OLD"/>
</p:tagLst>
</file>

<file path=ppt/tags/tag242.xml><?xml version="1.0" encoding="utf-8"?>
<p:tagLst xmlns:a="http://schemas.openxmlformats.org/drawingml/2006/main" xmlns:r="http://schemas.openxmlformats.org/officeDocument/2006/relationships" xmlns:p="http://schemas.openxmlformats.org/presentationml/2006/main">
  <p:tag name="SHAPE" val="OLD"/>
</p:tagLst>
</file>

<file path=ppt/tags/tag243.xml><?xml version="1.0" encoding="utf-8"?>
<p:tagLst xmlns:a="http://schemas.openxmlformats.org/drawingml/2006/main" xmlns:r="http://schemas.openxmlformats.org/officeDocument/2006/relationships" xmlns:p="http://schemas.openxmlformats.org/presentationml/2006/main">
  <p:tag name="SHAPE" val="OLD"/>
</p:tagLst>
</file>

<file path=ppt/tags/tag244.xml><?xml version="1.0" encoding="utf-8"?>
<p:tagLst xmlns:a="http://schemas.openxmlformats.org/drawingml/2006/main" xmlns:r="http://schemas.openxmlformats.org/officeDocument/2006/relationships" xmlns:p="http://schemas.openxmlformats.org/presentationml/2006/main">
  <p:tag name="SHAPE" val="OLD"/>
</p:tagLst>
</file>

<file path=ppt/tags/tag245.xml><?xml version="1.0" encoding="utf-8"?>
<p:tagLst xmlns:a="http://schemas.openxmlformats.org/drawingml/2006/main" xmlns:r="http://schemas.openxmlformats.org/officeDocument/2006/relationships" xmlns:p="http://schemas.openxmlformats.org/presentationml/2006/main">
  <p:tag name="SHAPE" val="OLD"/>
</p:tagLst>
</file>

<file path=ppt/tags/tag246.xml><?xml version="1.0" encoding="utf-8"?>
<p:tagLst xmlns:a="http://schemas.openxmlformats.org/drawingml/2006/main" xmlns:r="http://schemas.openxmlformats.org/officeDocument/2006/relationships" xmlns:p="http://schemas.openxmlformats.org/presentationml/2006/main">
  <p:tag name="SHAPE" val="OLD"/>
</p:tagLst>
</file>

<file path=ppt/tags/tag247.xml><?xml version="1.0" encoding="utf-8"?>
<p:tagLst xmlns:a="http://schemas.openxmlformats.org/drawingml/2006/main" xmlns:r="http://schemas.openxmlformats.org/officeDocument/2006/relationships" xmlns:p="http://schemas.openxmlformats.org/presentationml/2006/main">
  <p:tag name="SHAPE" val="OLD"/>
</p:tagLst>
</file>

<file path=ppt/tags/tag248.xml><?xml version="1.0" encoding="utf-8"?>
<p:tagLst xmlns:a="http://schemas.openxmlformats.org/drawingml/2006/main" xmlns:r="http://schemas.openxmlformats.org/officeDocument/2006/relationships" xmlns:p="http://schemas.openxmlformats.org/presentationml/2006/main">
  <p:tag name="SHAPE" val="OLD"/>
</p:tagLst>
</file>

<file path=ppt/tags/tag249.xml><?xml version="1.0" encoding="utf-8"?>
<p:tagLst xmlns:a="http://schemas.openxmlformats.org/drawingml/2006/main" xmlns:r="http://schemas.openxmlformats.org/officeDocument/2006/relationships" xmlns:p="http://schemas.openxmlformats.org/presentationml/2006/main">
  <p:tag name="SHAPE" val="OLD"/>
</p:tagLst>
</file>

<file path=ppt/tags/tag250.xml><?xml version="1.0" encoding="utf-8"?>
<p:tagLst xmlns:a="http://schemas.openxmlformats.org/drawingml/2006/main" xmlns:r="http://schemas.openxmlformats.org/officeDocument/2006/relationships" xmlns:p="http://schemas.openxmlformats.org/presentationml/2006/main">
  <p:tag name="SHAPE" val="OLD"/>
</p:tagLst>
</file>

<file path=ppt/tags/tag251.xml><?xml version="1.0" encoding="utf-8"?>
<p:tagLst xmlns:a="http://schemas.openxmlformats.org/drawingml/2006/main" xmlns:r="http://schemas.openxmlformats.org/officeDocument/2006/relationships" xmlns:p="http://schemas.openxmlformats.org/presentationml/2006/main">
  <p:tag name="SHAPE" val="OLD"/>
</p:tagLst>
</file>

<file path=ppt/tags/tag252.xml><?xml version="1.0" encoding="utf-8"?>
<p:tagLst xmlns:a="http://schemas.openxmlformats.org/drawingml/2006/main" xmlns:r="http://schemas.openxmlformats.org/officeDocument/2006/relationships" xmlns:p="http://schemas.openxmlformats.org/presentationml/2006/main">
  <p:tag name="SHAPE" val="OLD"/>
</p:tagLst>
</file>

<file path=ppt/tags/tag253.xml><?xml version="1.0" encoding="utf-8"?>
<p:tagLst xmlns:a="http://schemas.openxmlformats.org/drawingml/2006/main" xmlns:r="http://schemas.openxmlformats.org/officeDocument/2006/relationships" xmlns:p="http://schemas.openxmlformats.org/presentationml/2006/main">
  <p:tag name="SHAPE" val="OLD"/>
</p:tagLst>
</file>

<file path=ppt/tags/tag254.xml><?xml version="1.0" encoding="utf-8"?>
<p:tagLst xmlns:a="http://schemas.openxmlformats.org/drawingml/2006/main" xmlns:r="http://schemas.openxmlformats.org/officeDocument/2006/relationships" xmlns:p="http://schemas.openxmlformats.org/presentationml/2006/main">
  <p:tag name="SHAPE" val="OLD"/>
</p:tagLst>
</file>

<file path=ppt/tags/tag255.xml><?xml version="1.0" encoding="utf-8"?>
<p:tagLst xmlns:a="http://schemas.openxmlformats.org/drawingml/2006/main" xmlns:r="http://schemas.openxmlformats.org/officeDocument/2006/relationships" xmlns:p="http://schemas.openxmlformats.org/presentationml/2006/main">
  <p:tag name="SHAPE" val="OLD"/>
</p:tagLst>
</file>

<file path=ppt/tags/tag256.xml><?xml version="1.0" encoding="utf-8"?>
<p:tagLst xmlns:a="http://schemas.openxmlformats.org/drawingml/2006/main" xmlns:r="http://schemas.openxmlformats.org/officeDocument/2006/relationships" xmlns:p="http://schemas.openxmlformats.org/presentationml/2006/main">
  <p:tag name="SHAPE" val="OLD"/>
</p:tagLst>
</file>

<file path=ppt/tags/tag257.xml><?xml version="1.0" encoding="utf-8"?>
<p:tagLst xmlns:a="http://schemas.openxmlformats.org/drawingml/2006/main" xmlns:r="http://schemas.openxmlformats.org/officeDocument/2006/relationships" xmlns:p="http://schemas.openxmlformats.org/presentationml/2006/main">
  <p:tag name="SHAPE" val="OLD"/>
</p:tagLst>
</file>

<file path=ppt/tags/tag258.xml><?xml version="1.0" encoding="utf-8"?>
<p:tagLst xmlns:a="http://schemas.openxmlformats.org/drawingml/2006/main" xmlns:r="http://schemas.openxmlformats.org/officeDocument/2006/relationships" xmlns:p="http://schemas.openxmlformats.org/presentationml/2006/main">
  <p:tag name="SHAPE" val="OLD"/>
</p:tagLst>
</file>

<file path=ppt/tags/tag259.xml><?xml version="1.0" encoding="utf-8"?>
<p:tagLst xmlns:a="http://schemas.openxmlformats.org/drawingml/2006/main" xmlns:r="http://schemas.openxmlformats.org/officeDocument/2006/relationships" xmlns:p="http://schemas.openxmlformats.org/presentationml/2006/main">
  <p:tag name="SHAPE" val="OLD"/>
</p:tagLst>
</file>

<file path=ppt/tags/tag260.xml><?xml version="1.0" encoding="utf-8"?>
<p:tagLst xmlns:a="http://schemas.openxmlformats.org/drawingml/2006/main" xmlns:r="http://schemas.openxmlformats.org/officeDocument/2006/relationships" xmlns:p="http://schemas.openxmlformats.org/presentationml/2006/main">
  <p:tag name="SHAPE" val="OLD"/>
</p:tagLst>
</file>

<file path=ppt/tags/tag261.xml><?xml version="1.0" encoding="utf-8"?>
<p:tagLst xmlns:a="http://schemas.openxmlformats.org/drawingml/2006/main" xmlns:r="http://schemas.openxmlformats.org/officeDocument/2006/relationships" xmlns:p="http://schemas.openxmlformats.org/presentationml/2006/main">
  <p:tag name="SHAPE" val="OLD"/>
</p:tagLst>
</file>

<file path=ppt/tags/tag262.xml><?xml version="1.0" encoding="utf-8"?>
<p:tagLst xmlns:a="http://schemas.openxmlformats.org/drawingml/2006/main" xmlns:r="http://schemas.openxmlformats.org/officeDocument/2006/relationships" xmlns:p="http://schemas.openxmlformats.org/presentationml/2006/main">
  <p:tag name="SHAPE" val="OLD"/>
</p:tagLst>
</file>

<file path=ppt/tags/tag263.xml><?xml version="1.0" encoding="utf-8"?>
<p:tagLst xmlns:a="http://schemas.openxmlformats.org/drawingml/2006/main" xmlns:r="http://schemas.openxmlformats.org/officeDocument/2006/relationships" xmlns:p="http://schemas.openxmlformats.org/presentationml/2006/main">
  <p:tag name="SHAPE" val="OLD"/>
</p:tagLst>
</file>

<file path=ppt/tags/tag264.xml><?xml version="1.0" encoding="utf-8"?>
<p:tagLst xmlns:a="http://schemas.openxmlformats.org/drawingml/2006/main" xmlns:r="http://schemas.openxmlformats.org/officeDocument/2006/relationships" xmlns:p="http://schemas.openxmlformats.org/presentationml/2006/main">
  <p:tag name="SHAPE" val="OLD"/>
</p:tagLst>
</file>

<file path=ppt/tags/tag265.xml><?xml version="1.0" encoding="utf-8"?>
<p:tagLst xmlns:a="http://schemas.openxmlformats.org/drawingml/2006/main" xmlns:r="http://schemas.openxmlformats.org/officeDocument/2006/relationships" xmlns:p="http://schemas.openxmlformats.org/presentationml/2006/main">
  <p:tag name="SHAPE" val="OLD"/>
</p:tagLst>
</file>

<file path=ppt/tags/tag266.xml><?xml version="1.0" encoding="utf-8"?>
<p:tagLst xmlns:a="http://schemas.openxmlformats.org/drawingml/2006/main" xmlns:r="http://schemas.openxmlformats.org/officeDocument/2006/relationships" xmlns:p="http://schemas.openxmlformats.org/presentationml/2006/main">
  <p:tag name="SHAPE" val="OLD"/>
</p:tagLst>
</file>

<file path=ppt/tags/tag267.xml><?xml version="1.0" encoding="utf-8"?>
<p:tagLst xmlns:a="http://schemas.openxmlformats.org/drawingml/2006/main" xmlns:r="http://schemas.openxmlformats.org/officeDocument/2006/relationships" xmlns:p="http://schemas.openxmlformats.org/presentationml/2006/main">
  <p:tag name="SHAPE" val="OLD"/>
</p:tagLst>
</file>

<file path=ppt/tags/tag268.xml><?xml version="1.0" encoding="utf-8"?>
<p:tagLst xmlns:a="http://schemas.openxmlformats.org/drawingml/2006/main" xmlns:r="http://schemas.openxmlformats.org/officeDocument/2006/relationships" xmlns:p="http://schemas.openxmlformats.org/presentationml/2006/main">
  <p:tag name="SHAPE" val="OLD"/>
</p:tagLst>
</file>

<file path=ppt/tags/tag269.xml><?xml version="1.0" encoding="utf-8"?>
<p:tagLst xmlns:a="http://schemas.openxmlformats.org/drawingml/2006/main" xmlns:r="http://schemas.openxmlformats.org/officeDocument/2006/relationships" xmlns:p="http://schemas.openxmlformats.org/presentationml/2006/main">
  <p:tag name="SHAPE" val="OLD"/>
</p:tagLst>
</file>

<file path=ppt/tags/tag270.xml><?xml version="1.0" encoding="utf-8"?>
<p:tagLst xmlns:a="http://schemas.openxmlformats.org/drawingml/2006/main" xmlns:r="http://schemas.openxmlformats.org/officeDocument/2006/relationships" xmlns:p="http://schemas.openxmlformats.org/presentationml/2006/main">
  <p:tag name="SHAPE" val="OLD"/>
</p:tagLst>
</file>

<file path=ppt/tags/tag271.xml><?xml version="1.0" encoding="utf-8"?>
<p:tagLst xmlns:a="http://schemas.openxmlformats.org/drawingml/2006/main" xmlns:r="http://schemas.openxmlformats.org/officeDocument/2006/relationships" xmlns:p="http://schemas.openxmlformats.org/presentationml/2006/main">
  <p:tag name="SHAPE" val="OLD"/>
</p:tagLst>
</file>

<file path=ppt/tags/tag272.xml><?xml version="1.0" encoding="utf-8"?>
<p:tagLst xmlns:a="http://schemas.openxmlformats.org/drawingml/2006/main" xmlns:r="http://schemas.openxmlformats.org/officeDocument/2006/relationships" xmlns:p="http://schemas.openxmlformats.org/presentationml/2006/main">
  <p:tag name="SHAPE" val="OLD"/>
</p:tagLst>
</file>

<file path=ppt/tags/tag273.xml><?xml version="1.0" encoding="utf-8"?>
<p:tagLst xmlns:a="http://schemas.openxmlformats.org/drawingml/2006/main" xmlns:r="http://schemas.openxmlformats.org/officeDocument/2006/relationships" xmlns:p="http://schemas.openxmlformats.org/presentationml/2006/main">
  <p:tag name="SHAPE" val="OLD"/>
</p:tagLst>
</file>

<file path=ppt/tags/tag274.xml><?xml version="1.0" encoding="utf-8"?>
<p:tagLst xmlns:a="http://schemas.openxmlformats.org/drawingml/2006/main" xmlns:r="http://schemas.openxmlformats.org/officeDocument/2006/relationships" xmlns:p="http://schemas.openxmlformats.org/presentationml/2006/main">
  <p:tag name="SHAPE" val="OLD"/>
</p:tagLst>
</file>

<file path=ppt/tags/tag275.xml><?xml version="1.0" encoding="utf-8"?>
<p:tagLst xmlns:a="http://schemas.openxmlformats.org/drawingml/2006/main" xmlns:r="http://schemas.openxmlformats.org/officeDocument/2006/relationships" xmlns:p="http://schemas.openxmlformats.org/presentationml/2006/main">
  <p:tag name="SHAPE" val="OLD"/>
</p:tagLst>
</file>

<file path=ppt/tags/tag276.xml><?xml version="1.0" encoding="utf-8"?>
<p:tagLst xmlns:a="http://schemas.openxmlformats.org/drawingml/2006/main" xmlns:r="http://schemas.openxmlformats.org/officeDocument/2006/relationships" xmlns:p="http://schemas.openxmlformats.org/presentationml/2006/main">
  <p:tag name="SHAPE" val="OLD"/>
</p:tagLst>
</file>

<file path=ppt/tags/tag277.xml><?xml version="1.0" encoding="utf-8"?>
<p:tagLst xmlns:a="http://schemas.openxmlformats.org/drawingml/2006/main" xmlns:r="http://schemas.openxmlformats.org/officeDocument/2006/relationships" xmlns:p="http://schemas.openxmlformats.org/presentationml/2006/main">
  <p:tag name="SHAPE" val="OLD"/>
</p:tagLst>
</file>

<file path=ppt/tags/tag278.xml><?xml version="1.0" encoding="utf-8"?>
<p:tagLst xmlns:a="http://schemas.openxmlformats.org/drawingml/2006/main" xmlns:r="http://schemas.openxmlformats.org/officeDocument/2006/relationships" xmlns:p="http://schemas.openxmlformats.org/presentationml/2006/main">
  <p:tag name="SHAPE" val="OLD"/>
</p:tagLst>
</file>

<file path=ppt/tags/tag279.xml><?xml version="1.0" encoding="utf-8"?>
<p:tagLst xmlns:a="http://schemas.openxmlformats.org/drawingml/2006/main" xmlns:r="http://schemas.openxmlformats.org/officeDocument/2006/relationships" xmlns:p="http://schemas.openxmlformats.org/presentationml/2006/main">
  <p:tag name="SHAPE" val="OLD"/>
</p:tagLst>
</file>

<file path=ppt/tags/tag280.xml><?xml version="1.0" encoding="utf-8"?>
<p:tagLst xmlns:a="http://schemas.openxmlformats.org/drawingml/2006/main" xmlns:r="http://schemas.openxmlformats.org/officeDocument/2006/relationships" xmlns:p="http://schemas.openxmlformats.org/presentationml/2006/main">
  <p:tag name="SHAPE" val="OLD"/>
</p:tagLst>
</file>

<file path=ppt/tags/tag281.xml><?xml version="1.0" encoding="utf-8"?>
<p:tagLst xmlns:a="http://schemas.openxmlformats.org/drawingml/2006/main" xmlns:r="http://schemas.openxmlformats.org/officeDocument/2006/relationships" xmlns:p="http://schemas.openxmlformats.org/presentationml/2006/main">
  <p:tag name="SHAPE" val="OLD"/>
</p:tagLst>
</file>

<file path=ppt/tags/tag282.xml><?xml version="1.0" encoding="utf-8"?>
<p:tagLst xmlns:a="http://schemas.openxmlformats.org/drawingml/2006/main" xmlns:r="http://schemas.openxmlformats.org/officeDocument/2006/relationships" xmlns:p="http://schemas.openxmlformats.org/presentationml/2006/main">
  <p:tag name="SHAPE" val="OLD"/>
</p:tagLst>
</file>

<file path=ppt/tags/tag283.xml><?xml version="1.0" encoding="utf-8"?>
<p:tagLst xmlns:a="http://schemas.openxmlformats.org/drawingml/2006/main" xmlns:r="http://schemas.openxmlformats.org/officeDocument/2006/relationships" xmlns:p="http://schemas.openxmlformats.org/presentationml/2006/main">
  <p:tag name="SHAPE" val="OLD"/>
</p:tagLst>
</file>

<file path=ppt/tags/tag284.xml><?xml version="1.0" encoding="utf-8"?>
<p:tagLst xmlns:a="http://schemas.openxmlformats.org/drawingml/2006/main" xmlns:r="http://schemas.openxmlformats.org/officeDocument/2006/relationships" xmlns:p="http://schemas.openxmlformats.org/presentationml/2006/main">
  <p:tag name="SHAPE" val="OLD"/>
</p:tagLst>
</file>

<file path=ppt/tags/tag285.xml><?xml version="1.0" encoding="utf-8"?>
<p:tagLst xmlns:a="http://schemas.openxmlformats.org/drawingml/2006/main" xmlns:r="http://schemas.openxmlformats.org/officeDocument/2006/relationships" xmlns:p="http://schemas.openxmlformats.org/presentationml/2006/main">
  <p:tag name="SHAPE" val="OLD"/>
</p:tagLst>
</file>

<file path=ppt/tags/tag286.xml><?xml version="1.0" encoding="utf-8"?>
<p:tagLst xmlns:a="http://schemas.openxmlformats.org/drawingml/2006/main" xmlns:r="http://schemas.openxmlformats.org/officeDocument/2006/relationships" xmlns:p="http://schemas.openxmlformats.org/presentationml/2006/main">
  <p:tag name="SHAPE" val="OLD"/>
</p:tagLst>
</file>

<file path=ppt/tags/tag287.xml><?xml version="1.0" encoding="utf-8"?>
<p:tagLst xmlns:a="http://schemas.openxmlformats.org/drawingml/2006/main" xmlns:r="http://schemas.openxmlformats.org/officeDocument/2006/relationships" xmlns:p="http://schemas.openxmlformats.org/presentationml/2006/main">
  <p:tag name="SHAPE" val="OLD"/>
</p:tagLst>
</file>

<file path=ppt/tags/tag288.xml><?xml version="1.0" encoding="utf-8"?>
<p:tagLst xmlns:a="http://schemas.openxmlformats.org/drawingml/2006/main" xmlns:r="http://schemas.openxmlformats.org/officeDocument/2006/relationships" xmlns:p="http://schemas.openxmlformats.org/presentationml/2006/main">
  <p:tag name="SHAPE" val="OLD"/>
</p:tagLst>
</file>

<file path=ppt/tags/tag289.xml><?xml version="1.0" encoding="utf-8"?>
<p:tagLst xmlns:a="http://schemas.openxmlformats.org/drawingml/2006/main" xmlns:r="http://schemas.openxmlformats.org/officeDocument/2006/relationships" xmlns:p="http://schemas.openxmlformats.org/presentationml/2006/main">
  <p:tag name="SHAPE" val="OLD"/>
</p:tagLst>
</file>

<file path=ppt/tags/tag290.xml><?xml version="1.0" encoding="utf-8"?>
<p:tagLst xmlns:a="http://schemas.openxmlformats.org/drawingml/2006/main" xmlns:r="http://schemas.openxmlformats.org/officeDocument/2006/relationships" xmlns:p="http://schemas.openxmlformats.org/presentationml/2006/main">
  <p:tag name="SHAPE" val="OLD"/>
</p:tagLst>
</file>

<file path=ppt/tags/tag291.xml><?xml version="1.0" encoding="utf-8"?>
<p:tagLst xmlns:a="http://schemas.openxmlformats.org/drawingml/2006/main" xmlns:r="http://schemas.openxmlformats.org/officeDocument/2006/relationships" xmlns:p="http://schemas.openxmlformats.org/presentationml/2006/main">
  <p:tag name="SHAPE" val="OLD"/>
</p:tagLst>
</file>

<file path=ppt/tags/tag292.xml><?xml version="1.0" encoding="utf-8"?>
<p:tagLst xmlns:a="http://schemas.openxmlformats.org/drawingml/2006/main" xmlns:r="http://schemas.openxmlformats.org/officeDocument/2006/relationships" xmlns:p="http://schemas.openxmlformats.org/presentationml/2006/main">
  <p:tag name="SHAPE" val="OLD"/>
</p:tagLst>
</file>

<file path=ppt/tags/tag293.xml><?xml version="1.0" encoding="utf-8"?>
<p:tagLst xmlns:a="http://schemas.openxmlformats.org/drawingml/2006/main" xmlns:r="http://schemas.openxmlformats.org/officeDocument/2006/relationships" xmlns:p="http://schemas.openxmlformats.org/presentationml/2006/main">
  <p:tag name="SHAPE" val="OLD"/>
</p:tagLst>
</file>

<file path=ppt/tags/tag294.xml><?xml version="1.0" encoding="utf-8"?>
<p:tagLst xmlns:a="http://schemas.openxmlformats.org/drawingml/2006/main" xmlns:r="http://schemas.openxmlformats.org/officeDocument/2006/relationships" xmlns:p="http://schemas.openxmlformats.org/presentationml/2006/main">
  <p:tag name="SHAPE" val="OLD"/>
</p:tagLst>
</file>

<file path=ppt/tags/tag295.xml><?xml version="1.0" encoding="utf-8"?>
<p:tagLst xmlns:a="http://schemas.openxmlformats.org/drawingml/2006/main" xmlns:r="http://schemas.openxmlformats.org/officeDocument/2006/relationships" xmlns:p="http://schemas.openxmlformats.org/presentationml/2006/main">
  <p:tag name="SHAPE" val="OLD"/>
</p:tagLst>
</file>

<file path=ppt/tags/tag296.xml><?xml version="1.0" encoding="utf-8"?>
<p:tagLst xmlns:a="http://schemas.openxmlformats.org/drawingml/2006/main" xmlns:r="http://schemas.openxmlformats.org/officeDocument/2006/relationships" xmlns:p="http://schemas.openxmlformats.org/presentationml/2006/main">
  <p:tag name="SHAPE" val="OLD"/>
</p:tagLst>
</file>

<file path=ppt/tags/tag297.xml><?xml version="1.0" encoding="utf-8"?>
<p:tagLst xmlns:a="http://schemas.openxmlformats.org/drawingml/2006/main" xmlns:r="http://schemas.openxmlformats.org/officeDocument/2006/relationships" xmlns:p="http://schemas.openxmlformats.org/presentationml/2006/main">
  <p:tag name="SHAPE" val="OLD"/>
</p:tagLst>
</file>

<file path=ppt/tags/tag298.xml><?xml version="1.0" encoding="utf-8"?>
<p:tagLst xmlns:a="http://schemas.openxmlformats.org/drawingml/2006/main" xmlns:r="http://schemas.openxmlformats.org/officeDocument/2006/relationships" xmlns:p="http://schemas.openxmlformats.org/presentationml/2006/main">
  <p:tag name="SHAPE" val="OLD"/>
</p:tagLst>
</file>

<file path=ppt/tags/tag299.xml><?xml version="1.0" encoding="utf-8"?>
<p:tagLst xmlns:a="http://schemas.openxmlformats.org/drawingml/2006/main" xmlns:r="http://schemas.openxmlformats.org/officeDocument/2006/relationships" xmlns:p="http://schemas.openxmlformats.org/presentationml/2006/main">
  <p:tag name="SHAPE" val="OLD"/>
</p:tagLst>
</file>

<file path=ppt/tags/tag300.xml><?xml version="1.0" encoding="utf-8"?>
<p:tagLst xmlns:a="http://schemas.openxmlformats.org/drawingml/2006/main" xmlns:r="http://schemas.openxmlformats.org/officeDocument/2006/relationships" xmlns:p="http://schemas.openxmlformats.org/presentationml/2006/main">
  <p:tag name="SHAPE" val="OLD"/>
</p:tagLst>
</file>

<file path=ppt/tags/tag301.xml><?xml version="1.0" encoding="utf-8"?>
<p:tagLst xmlns:a="http://schemas.openxmlformats.org/drawingml/2006/main" xmlns:r="http://schemas.openxmlformats.org/officeDocument/2006/relationships" xmlns:p="http://schemas.openxmlformats.org/presentationml/2006/main">
  <p:tag name="SHAPE" val="OLD"/>
</p:tagLst>
</file>

<file path=ppt/tags/tag302.xml><?xml version="1.0" encoding="utf-8"?>
<p:tagLst xmlns:a="http://schemas.openxmlformats.org/drawingml/2006/main" xmlns:r="http://schemas.openxmlformats.org/officeDocument/2006/relationships" xmlns:p="http://schemas.openxmlformats.org/presentationml/2006/main">
  <p:tag name="SHAPE" val="OLD"/>
</p:tagLst>
</file>

<file path=ppt/tags/tag303.xml><?xml version="1.0" encoding="utf-8"?>
<p:tagLst xmlns:a="http://schemas.openxmlformats.org/drawingml/2006/main" xmlns:r="http://schemas.openxmlformats.org/officeDocument/2006/relationships" xmlns:p="http://schemas.openxmlformats.org/presentationml/2006/main">
  <p:tag name="SHAPE" val="OLD"/>
</p:tagLst>
</file>

<file path=ppt/tags/tag304.xml><?xml version="1.0" encoding="utf-8"?>
<p:tagLst xmlns:a="http://schemas.openxmlformats.org/drawingml/2006/main" xmlns:r="http://schemas.openxmlformats.org/officeDocument/2006/relationships" xmlns:p="http://schemas.openxmlformats.org/presentationml/2006/main">
  <p:tag name="SHAPE" val="OLD"/>
</p:tagLst>
</file>

<file path=ppt/tags/tag305.xml><?xml version="1.0" encoding="utf-8"?>
<p:tagLst xmlns:a="http://schemas.openxmlformats.org/drawingml/2006/main" xmlns:r="http://schemas.openxmlformats.org/officeDocument/2006/relationships" xmlns:p="http://schemas.openxmlformats.org/presentationml/2006/main">
  <p:tag name="SHAPE" val="OLD"/>
</p:tagLst>
</file>

<file path=ppt/tags/tag306.xml><?xml version="1.0" encoding="utf-8"?>
<p:tagLst xmlns:a="http://schemas.openxmlformats.org/drawingml/2006/main" xmlns:r="http://schemas.openxmlformats.org/officeDocument/2006/relationships" xmlns:p="http://schemas.openxmlformats.org/presentationml/2006/main">
  <p:tag name="SHAPE" val="OLD"/>
</p:tagLst>
</file>

<file path=ppt/tags/tag307.xml><?xml version="1.0" encoding="utf-8"?>
<p:tagLst xmlns:a="http://schemas.openxmlformats.org/drawingml/2006/main" xmlns:r="http://schemas.openxmlformats.org/officeDocument/2006/relationships" xmlns:p="http://schemas.openxmlformats.org/presentationml/2006/main">
  <p:tag name="SHAPE" val="OLD"/>
</p:tagLst>
</file>

<file path=ppt/tags/tag308.xml><?xml version="1.0" encoding="utf-8"?>
<p:tagLst xmlns:a="http://schemas.openxmlformats.org/drawingml/2006/main" xmlns:r="http://schemas.openxmlformats.org/officeDocument/2006/relationships" xmlns:p="http://schemas.openxmlformats.org/presentationml/2006/main">
  <p:tag name="SHAPE" val="OLD"/>
</p:tagLst>
</file>

<file path=ppt/tags/tag309.xml><?xml version="1.0" encoding="utf-8"?>
<p:tagLst xmlns:a="http://schemas.openxmlformats.org/drawingml/2006/main" xmlns:r="http://schemas.openxmlformats.org/officeDocument/2006/relationships" xmlns:p="http://schemas.openxmlformats.org/presentationml/2006/main">
  <p:tag name="SHAPE" val="OLD"/>
</p:tagLst>
</file>

<file path=ppt/tags/tag310.xml><?xml version="1.0" encoding="utf-8"?>
<p:tagLst xmlns:a="http://schemas.openxmlformats.org/drawingml/2006/main" xmlns:r="http://schemas.openxmlformats.org/officeDocument/2006/relationships" xmlns:p="http://schemas.openxmlformats.org/presentationml/2006/main">
  <p:tag name="SHAPE" val="OLD"/>
</p:tagLst>
</file>

<file path=ppt/tags/tag311.xml><?xml version="1.0" encoding="utf-8"?>
<p:tagLst xmlns:a="http://schemas.openxmlformats.org/drawingml/2006/main" xmlns:r="http://schemas.openxmlformats.org/officeDocument/2006/relationships" xmlns:p="http://schemas.openxmlformats.org/presentationml/2006/main">
  <p:tag name="SHAPE" val="OLD"/>
</p:tagLst>
</file>

<file path=ppt/tags/tag312.xml><?xml version="1.0" encoding="utf-8"?>
<p:tagLst xmlns:a="http://schemas.openxmlformats.org/drawingml/2006/main" xmlns:r="http://schemas.openxmlformats.org/officeDocument/2006/relationships" xmlns:p="http://schemas.openxmlformats.org/presentationml/2006/main">
  <p:tag name="SHAPE" val="OLD"/>
</p:tagLst>
</file>

<file path=ppt/tags/tag313.xml><?xml version="1.0" encoding="utf-8"?>
<p:tagLst xmlns:a="http://schemas.openxmlformats.org/drawingml/2006/main" xmlns:r="http://schemas.openxmlformats.org/officeDocument/2006/relationships" xmlns:p="http://schemas.openxmlformats.org/presentationml/2006/main">
  <p:tag name="SHAPE" val="OLD"/>
</p:tagLst>
</file>

<file path=ppt/tags/tag314.xml><?xml version="1.0" encoding="utf-8"?>
<p:tagLst xmlns:a="http://schemas.openxmlformats.org/drawingml/2006/main" xmlns:r="http://schemas.openxmlformats.org/officeDocument/2006/relationships" xmlns:p="http://schemas.openxmlformats.org/presentationml/2006/main">
  <p:tag name="SHAPE" val="OLD"/>
</p:tagLst>
</file>

<file path=ppt/tags/tag315.xml><?xml version="1.0" encoding="utf-8"?>
<p:tagLst xmlns:a="http://schemas.openxmlformats.org/drawingml/2006/main" xmlns:r="http://schemas.openxmlformats.org/officeDocument/2006/relationships" xmlns:p="http://schemas.openxmlformats.org/presentationml/2006/main">
  <p:tag name="SHAPE" val="OLD"/>
</p:tagLst>
</file>

<file path=ppt/tags/tag316.xml><?xml version="1.0" encoding="utf-8"?>
<p:tagLst xmlns:a="http://schemas.openxmlformats.org/drawingml/2006/main" xmlns:r="http://schemas.openxmlformats.org/officeDocument/2006/relationships" xmlns:p="http://schemas.openxmlformats.org/presentationml/2006/main">
  <p:tag name="SHAPE" val="OLD"/>
</p:tagLst>
</file>

<file path=ppt/tags/tag317.xml><?xml version="1.0" encoding="utf-8"?>
<p:tagLst xmlns:a="http://schemas.openxmlformats.org/drawingml/2006/main" xmlns:r="http://schemas.openxmlformats.org/officeDocument/2006/relationships" xmlns:p="http://schemas.openxmlformats.org/presentationml/2006/main">
  <p:tag name="SHAPE" val="OLD"/>
</p:tagLst>
</file>

<file path=ppt/tags/tag318.xml><?xml version="1.0" encoding="utf-8"?>
<p:tagLst xmlns:a="http://schemas.openxmlformats.org/drawingml/2006/main" xmlns:r="http://schemas.openxmlformats.org/officeDocument/2006/relationships" xmlns:p="http://schemas.openxmlformats.org/presentationml/2006/main">
  <p:tag name="SHAPE" val="OLD"/>
</p:tagLst>
</file>

<file path=ppt/tags/tag319.xml><?xml version="1.0" encoding="utf-8"?>
<p:tagLst xmlns:a="http://schemas.openxmlformats.org/drawingml/2006/main" xmlns:r="http://schemas.openxmlformats.org/officeDocument/2006/relationships" xmlns:p="http://schemas.openxmlformats.org/presentationml/2006/main">
  <p:tag name="SHAPE" val="OLD"/>
</p:tagLst>
</file>

<file path=ppt/tags/tag320.xml><?xml version="1.0" encoding="utf-8"?>
<p:tagLst xmlns:a="http://schemas.openxmlformats.org/drawingml/2006/main" xmlns:r="http://schemas.openxmlformats.org/officeDocument/2006/relationships" xmlns:p="http://schemas.openxmlformats.org/presentationml/2006/main">
  <p:tag name="SHAPE" val="OLD"/>
</p:tagLst>
</file>

<file path=ppt/tags/tag321.xml><?xml version="1.0" encoding="utf-8"?>
<p:tagLst xmlns:a="http://schemas.openxmlformats.org/drawingml/2006/main" xmlns:r="http://schemas.openxmlformats.org/officeDocument/2006/relationships" xmlns:p="http://schemas.openxmlformats.org/presentationml/2006/main">
  <p:tag name="SHAPE" val="OLD"/>
</p:tagLst>
</file>

<file path=ppt/tags/tag322.xml><?xml version="1.0" encoding="utf-8"?>
<p:tagLst xmlns:a="http://schemas.openxmlformats.org/drawingml/2006/main" xmlns:r="http://schemas.openxmlformats.org/officeDocument/2006/relationships" xmlns:p="http://schemas.openxmlformats.org/presentationml/2006/main">
  <p:tag name="SHAPE" val="OLD"/>
</p:tagLst>
</file>

<file path=ppt/tags/tag323.xml><?xml version="1.0" encoding="utf-8"?>
<p:tagLst xmlns:a="http://schemas.openxmlformats.org/drawingml/2006/main" xmlns:r="http://schemas.openxmlformats.org/officeDocument/2006/relationships" xmlns:p="http://schemas.openxmlformats.org/presentationml/2006/main">
  <p:tag name="SHAPE" val="OLD"/>
</p:tagLst>
</file>

<file path=ppt/tags/tag324.xml><?xml version="1.0" encoding="utf-8"?>
<p:tagLst xmlns:a="http://schemas.openxmlformats.org/drawingml/2006/main" xmlns:r="http://schemas.openxmlformats.org/officeDocument/2006/relationships" xmlns:p="http://schemas.openxmlformats.org/presentationml/2006/main">
  <p:tag name="SHAPE" val="OLD"/>
</p:tagLst>
</file>

<file path=ppt/tags/tag325.xml><?xml version="1.0" encoding="utf-8"?>
<p:tagLst xmlns:a="http://schemas.openxmlformats.org/drawingml/2006/main" xmlns:r="http://schemas.openxmlformats.org/officeDocument/2006/relationships" xmlns:p="http://schemas.openxmlformats.org/presentationml/2006/main">
  <p:tag name="SHAPE" val="OLD"/>
</p:tagLst>
</file>

<file path=ppt/tags/tag326.xml><?xml version="1.0" encoding="utf-8"?>
<p:tagLst xmlns:a="http://schemas.openxmlformats.org/drawingml/2006/main" xmlns:r="http://schemas.openxmlformats.org/officeDocument/2006/relationships" xmlns:p="http://schemas.openxmlformats.org/presentationml/2006/main">
  <p:tag name="SHAPE" val="OLD"/>
</p:tagLst>
</file>

<file path=ppt/tags/tag327.xml><?xml version="1.0" encoding="utf-8"?>
<p:tagLst xmlns:a="http://schemas.openxmlformats.org/drawingml/2006/main" xmlns:r="http://schemas.openxmlformats.org/officeDocument/2006/relationships" xmlns:p="http://schemas.openxmlformats.org/presentationml/2006/main">
  <p:tag name="SHAPE" val="OLD"/>
</p:tagLst>
</file>

<file path=ppt/tags/tag328.xml><?xml version="1.0" encoding="utf-8"?>
<p:tagLst xmlns:a="http://schemas.openxmlformats.org/drawingml/2006/main" xmlns:r="http://schemas.openxmlformats.org/officeDocument/2006/relationships" xmlns:p="http://schemas.openxmlformats.org/presentationml/2006/main">
  <p:tag name="SHAPE" val="OLD"/>
</p:tagLst>
</file>

<file path=ppt/tags/tag329.xml><?xml version="1.0" encoding="utf-8"?>
<p:tagLst xmlns:a="http://schemas.openxmlformats.org/drawingml/2006/main" xmlns:r="http://schemas.openxmlformats.org/officeDocument/2006/relationships" xmlns:p="http://schemas.openxmlformats.org/presentationml/2006/main">
  <p:tag name="SHAPE" val="OLD"/>
</p:tagLst>
</file>

<file path=ppt/tags/tag330.xml><?xml version="1.0" encoding="utf-8"?>
<p:tagLst xmlns:a="http://schemas.openxmlformats.org/drawingml/2006/main" xmlns:r="http://schemas.openxmlformats.org/officeDocument/2006/relationships" xmlns:p="http://schemas.openxmlformats.org/presentationml/2006/main">
  <p:tag name="SHAPE" val="OLD"/>
</p:tagLst>
</file>

<file path=ppt/tags/tag331.xml><?xml version="1.0" encoding="utf-8"?>
<p:tagLst xmlns:a="http://schemas.openxmlformats.org/drawingml/2006/main" xmlns:r="http://schemas.openxmlformats.org/officeDocument/2006/relationships" xmlns:p="http://schemas.openxmlformats.org/presentationml/2006/main">
  <p:tag name="SHAPE" val="OLD"/>
</p:tagLst>
</file>

<file path=ppt/tags/tag332.xml><?xml version="1.0" encoding="utf-8"?>
<p:tagLst xmlns:a="http://schemas.openxmlformats.org/drawingml/2006/main" xmlns:r="http://schemas.openxmlformats.org/officeDocument/2006/relationships" xmlns:p="http://schemas.openxmlformats.org/presentationml/2006/main">
  <p:tag name="SHAPE" val="OLD"/>
</p:tagLst>
</file>

<file path=ppt/tags/tag333.xml><?xml version="1.0" encoding="utf-8"?>
<p:tagLst xmlns:a="http://schemas.openxmlformats.org/drawingml/2006/main" xmlns:r="http://schemas.openxmlformats.org/officeDocument/2006/relationships" xmlns:p="http://schemas.openxmlformats.org/presentationml/2006/main">
  <p:tag name="SHAPE" val="OLD"/>
</p:tagLst>
</file>

<file path=ppt/tags/tag334.xml><?xml version="1.0" encoding="utf-8"?>
<p:tagLst xmlns:a="http://schemas.openxmlformats.org/drawingml/2006/main" xmlns:r="http://schemas.openxmlformats.org/officeDocument/2006/relationships" xmlns:p="http://schemas.openxmlformats.org/presentationml/2006/main">
  <p:tag name="SHAPE" val="OLD"/>
</p:tagLst>
</file>

<file path=ppt/tags/tag335.xml><?xml version="1.0" encoding="utf-8"?>
<p:tagLst xmlns:a="http://schemas.openxmlformats.org/drawingml/2006/main" xmlns:r="http://schemas.openxmlformats.org/officeDocument/2006/relationships" xmlns:p="http://schemas.openxmlformats.org/presentationml/2006/main">
  <p:tag name="SHAPE" val="OLD"/>
</p:tagLst>
</file>

<file path=ppt/tags/tag336.xml><?xml version="1.0" encoding="utf-8"?>
<p:tagLst xmlns:a="http://schemas.openxmlformats.org/drawingml/2006/main" xmlns:r="http://schemas.openxmlformats.org/officeDocument/2006/relationships" xmlns:p="http://schemas.openxmlformats.org/presentationml/2006/main">
  <p:tag name="SHAPE" val="OLD"/>
</p:tagLst>
</file>

<file path=ppt/tags/tag337.xml><?xml version="1.0" encoding="utf-8"?>
<p:tagLst xmlns:a="http://schemas.openxmlformats.org/drawingml/2006/main" xmlns:r="http://schemas.openxmlformats.org/officeDocument/2006/relationships" xmlns:p="http://schemas.openxmlformats.org/presentationml/2006/main">
  <p:tag name="SHAPE" val="OLD"/>
</p:tagLst>
</file>

<file path=ppt/tags/tag338.xml><?xml version="1.0" encoding="utf-8"?>
<p:tagLst xmlns:a="http://schemas.openxmlformats.org/drawingml/2006/main" xmlns:r="http://schemas.openxmlformats.org/officeDocument/2006/relationships" xmlns:p="http://schemas.openxmlformats.org/presentationml/2006/main">
  <p:tag name="SHAPE" val="OLD"/>
</p:tagLst>
</file>

<file path=ppt/tags/tag339.xml><?xml version="1.0" encoding="utf-8"?>
<p:tagLst xmlns:a="http://schemas.openxmlformats.org/drawingml/2006/main" xmlns:r="http://schemas.openxmlformats.org/officeDocument/2006/relationships" xmlns:p="http://schemas.openxmlformats.org/presentationml/2006/main">
  <p:tag name="SHAPE" val="OLD"/>
</p:tagLst>
</file>

<file path=ppt/tags/tag340.xml><?xml version="1.0" encoding="utf-8"?>
<p:tagLst xmlns:a="http://schemas.openxmlformats.org/drawingml/2006/main" xmlns:r="http://schemas.openxmlformats.org/officeDocument/2006/relationships" xmlns:p="http://schemas.openxmlformats.org/presentationml/2006/main">
  <p:tag name="SHAPE" val="OLD"/>
</p:tagLst>
</file>

<file path=ppt/tags/tag341.xml><?xml version="1.0" encoding="utf-8"?>
<p:tagLst xmlns:a="http://schemas.openxmlformats.org/drawingml/2006/main" xmlns:r="http://schemas.openxmlformats.org/officeDocument/2006/relationships" xmlns:p="http://schemas.openxmlformats.org/presentationml/2006/main">
  <p:tag name="SHAPE" val="OLD"/>
</p:tagLst>
</file>

<file path=ppt/tags/tag342.xml><?xml version="1.0" encoding="utf-8"?>
<p:tagLst xmlns:a="http://schemas.openxmlformats.org/drawingml/2006/main" xmlns:r="http://schemas.openxmlformats.org/officeDocument/2006/relationships" xmlns:p="http://schemas.openxmlformats.org/presentationml/2006/main">
  <p:tag name="SHAPE" val="OLD"/>
</p:tagLst>
</file>

<file path=ppt/tags/tag343.xml><?xml version="1.0" encoding="utf-8"?>
<p:tagLst xmlns:a="http://schemas.openxmlformats.org/drawingml/2006/main" xmlns:r="http://schemas.openxmlformats.org/officeDocument/2006/relationships" xmlns:p="http://schemas.openxmlformats.org/presentationml/2006/main">
  <p:tag name="SHAPE" val="OLD"/>
</p:tagLst>
</file>

<file path=ppt/tags/tag344.xml><?xml version="1.0" encoding="utf-8"?>
<p:tagLst xmlns:a="http://schemas.openxmlformats.org/drawingml/2006/main" xmlns:r="http://schemas.openxmlformats.org/officeDocument/2006/relationships" xmlns:p="http://schemas.openxmlformats.org/presentationml/2006/main">
  <p:tag name="SHAPE" val="OLD"/>
</p:tagLst>
</file>

<file path=ppt/tags/tag345.xml><?xml version="1.0" encoding="utf-8"?>
<p:tagLst xmlns:a="http://schemas.openxmlformats.org/drawingml/2006/main" xmlns:r="http://schemas.openxmlformats.org/officeDocument/2006/relationships" xmlns:p="http://schemas.openxmlformats.org/presentationml/2006/main">
  <p:tag name="SHAPE" val="OLD"/>
</p:tagLst>
</file>

<file path=ppt/tags/tag346.xml><?xml version="1.0" encoding="utf-8"?>
<p:tagLst xmlns:a="http://schemas.openxmlformats.org/drawingml/2006/main" xmlns:r="http://schemas.openxmlformats.org/officeDocument/2006/relationships" xmlns:p="http://schemas.openxmlformats.org/presentationml/2006/main">
  <p:tag name="SHAPE" val="OLD"/>
</p:tagLst>
</file>

<file path=ppt/tags/tag347.xml><?xml version="1.0" encoding="utf-8"?>
<p:tagLst xmlns:a="http://schemas.openxmlformats.org/drawingml/2006/main" xmlns:r="http://schemas.openxmlformats.org/officeDocument/2006/relationships" xmlns:p="http://schemas.openxmlformats.org/presentationml/2006/main">
  <p:tag name="SHAPE" val="OLD"/>
</p:tagLst>
</file>

<file path=ppt/tags/tag348.xml><?xml version="1.0" encoding="utf-8"?>
<p:tagLst xmlns:a="http://schemas.openxmlformats.org/drawingml/2006/main" xmlns:r="http://schemas.openxmlformats.org/officeDocument/2006/relationships" xmlns:p="http://schemas.openxmlformats.org/presentationml/2006/main">
  <p:tag name="SHAPE" val="OLD"/>
</p:tagLst>
</file>

<file path=ppt/tags/tag349.xml><?xml version="1.0" encoding="utf-8"?>
<p:tagLst xmlns:a="http://schemas.openxmlformats.org/drawingml/2006/main" xmlns:r="http://schemas.openxmlformats.org/officeDocument/2006/relationships" xmlns:p="http://schemas.openxmlformats.org/presentationml/2006/main">
  <p:tag name="SHAPE" val="OLD"/>
</p:tagLst>
</file>

<file path=ppt/tags/tag350.xml><?xml version="1.0" encoding="utf-8"?>
<p:tagLst xmlns:a="http://schemas.openxmlformats.org/drawingml/2006/main" xmlns:r="http://schemas.openxmlformats.org/officeDocument/2006/relationships" xmlns:p="http://schemas.openxmlformats.org/presentationml/2006/main">
  <p:tag name="SHAPE" val="OLD"/>
</p:tagLst>
</file>

<file path=ppt/tags/tag351.xml><?xml version="1.0" encoding="utf-8"?>
<p:tagLst xmlns:a="http://schemas.openxmlformats.org/drawingml/2006/main" xmlns:r="http://schemas.openxmlformats.org/officeDocument/2006/relationships" xmlns:p="http://schemas.openxmlformats.org/presentationml/2006/main">
  <p:tag name="SHAPE" val="OLD"/>
</p:tagLst>
</file>

<file path=ppt/tags/tag352.xml><?xml version="1.0" encoding="utf-8"?>
<p:tagLst xmlns:a="http://schemas.openxmlformats.org/drawingml/2006/main" xmlns:r="http://schemas.openxmlformats.org/officeDocument/2006/relationships" xmlns:p="http://schemas.openxmlformats.org/presentationml/2006/main">
  <p:tag name="SHAPE" val="OLD"/>
</p:tagLst>
</file>

<file path=ppt/tags/tag353.xml><?xml version="1.0" encoding="utf-8"?>
<p:tagLst xmlns:a="http://schemas.openxmlformats.org/drawingml/2006/main" xmlns:r="http://schemas.openxmlformats.org/officeDocument/2006/relationships" xmlns:p="http://schemas.openxmlformats.org/presentationml/2006/main">
  <p:tag name="SHAPE" val="OLD"/>
</p:tagLst>
</file>

<file path=ppt/tags/tag354.xml><?xml version="1.0" encoding="utf-8"?>
<p:tagLst xmlns:a="http://schemas.openxmlformats.org/drawingml/2006/main" xmlns:r="http://schemas.openxmlformats.org/officeDocument/2006/relationships" xmlns:p="http://schemas.openxmlformats.org/presentationml/2006/main">
  <p:tag name="SHAPE" val="OLD"/>
</p:tagLst>
</file>

<file path=ppt/tags/tag355.xml><?xml version="1.0" encoding="utf-8"?>
<p:tagLst xmlns:a="http://schemas.openxmlformats.org/drawingml/2006/main" xmlns:r="http://schemas.openxmlformats.org/officeDocument/2006/relationships" xmlns:p="http://schemas.openxmlformats.org/presentationml/2006/main">
  <p:tag name="SHAPE" val="OLD"/>
</p:tagLst>
</file>

<file path=ppt/tags/tag356.xml><?xml version="1.0" encoding="utf-8"?>
<p:tagLst xmlns:a="http://schemas.openxmlformats.org/drawingml/2006/main" xmlns:r="http://schemas.openxmlformats.org/officeDocument/2006/relationships" xmlns:p="http://schemas.openxmlformats.org/presentationml/2006/main">
  <p:tag name="SHAPE" val="OLD"/>
</p:tagLst>
</file>

<file path=ppt/tags/tag357.xml><?xml version="1.0" encoding="utf-8"?>
<p:tagLst xmlns:a="http://schemas.openxmlformats.org/drawingml/2006/main" xmlns:r="http://schemas.openxmlformats.org/officeDocument/2006/relationships" xmlns:p="http://schemas.openxmlformats.org/presentationml/2006/main">
  <p:tag name="SHAPE" val="OLD"/>
</p:tagLst>
</file>

<file path=ppt/tags/tag358.xml><?xml version="1.0" encoding="utf-8"?>
<p:tagLst xmlns:a="http://schemas.openxmlformats.org/drawingml/2006/main" xmlns:r="http://schemas.openxmlformats.org/officeDocument/2006/relationships" xmlns:p="http://schemas.openxmlformats.org/presentationml/2006/main">
  <p:tag name="SHAPE" val="OLD"/>
</p:tagLst>
</file>

<file path=ppt/tags/tag359.xml><?xml version="1.0" encoding="utf-8"?>
<p:tagLst xmlns:a="http://schemas.openxmlformats.org/drawingml/2006/main" xmlns:r="http://schemas.openxmlformats.org/officeDocument/2006/relationships" xmlns:p="http://schemas.openxmlformats.org/presentationml/2006/main">
  <p:tag name="SHAPE" val="OLD"/>
</p:tagLst>
</file>

<file path=ppt/tags/tag360.xml><?xml version="1.0" encoding="utf-8"?>
<p:tagLst xmlns:a="http://schemas.openxmlformats.org/drawingml/2006/main" xmlns:r="http://schemas.openxmlformats.org/officeDocument/2006/relationships" xmlns:p="http://schemas.openxmlformats.org/presentationml/2006/main">
  <p:tag name="SHAPE" val="OLD"/>
</p:tagLst>
</file>

<file path=ppt/tags/tag361.xml><?xml version="1.0" encoding="utf-8"?>
<p:tagLst xmlns:a="http://schemas.openxmlformats.org/drawingml/2006/main" xmlns:r="http://schemas.openxmlformats.org/officeDocument/2006/relationships" xmlns:p="http://schemas.openxmlformats.org/presentationml/2006/main">
  <p:tag name="SHAPE" val="OLD"/>
</p:tagLst>
</file>

<file path=ppt/tags/tag362.xml><?xml version="1.0" encoding="utf-8"?>
<p:tagLst xmlns:a="http://schemas.openxmlformats.org/drawingml/2006/main" xmlns:r="http://schemas.openxmlformats.org/officeDocument/2006/relationships" xmlns:p="http://schemas.openxmlformats.org/presentationml/2006/main">
  <p:tag name="SHAPE" val="OLD"/>
</p:tagLst>
</file>

<file path=ppt/tags/tag363.xml><?xml version="1.0" encoding="utf-8"?>
<p:tagLst xmlns:a="http://schemas.openxmlformats.org/drawingml/2006/main" xmlns:r="http://schemas.openxmlformats.org/officeDocument/2006/relationships" xmlns:p="http://schemas.openxmlformats.org/presentationml/2006/main">
  <p:tag name="SHAPE" val="OLD"/>
</p:tagLst>
</file>

<file path=ppt/tags/tag364.xml><?xml version="1.0" encoding="utf-8"?>
<p:tagLst xmlns:a="http://schemas.openxmlformats.org/drawingml/2006/main" xmlns:r="http://schemas.openxmlformats.org/officeDocument/2006/relationships" xmlns:p="http://schemas.openxmlformats.org/presentationml/2006/main">
  <p:tag name="SHAPE" val="OLD"/>
</p:tagLst>
</file>

<file path=ppt/tags/tag365.xml><?xml version="1.0" encoding="utf-8"?>
<p:tagLst xmlns:a="http://schemas.openxmlformats.org/drawingml/2006/main" xmlns:r="http://schemas.openxmlformats.org/officeDocument/2006/relationships" xmlns:p="http://schemas.openxmlformats.org/presentationml/2006/main">
  <p:tag name="SHAPE" val="OLD"/>
</p:tagLst>
</file>

<file path=ppt/tags/tag366.xml><?xml version="1.0" encoding="utf-8"?>
<p:tagLst xmlns:a="http://schemas.openxmlformats.org/drawingml/2006/main" xmlns:r="http://schemas.openxmlformats.org/officeDocument/2006/relationships" xmlns:p="http://schemas.openxmlformats.org/presentationml/2006/main">
  <p:tag name="SHAPE" val="OLD"/>
</p:tagLst>
</file>

<file path=ppt/tags/tag367.xml><?xml version="1.0" encoding="utf-8"?>
<p:tagLst xmlns:a="http://schemas.openxmlformats.org/drawingml/2006/main" xmlns:r="http://schemas.openxmlformats.org/officeDocument/2006/relationships" xmlns:p="http://schemas.openxmlformats.org/presentationml/2006/main">
  <p:tag name="SHAPE" val="OLD"/>
</p:tagLst>
</file>

<file path=ppt/tags/tag368.xml><?xml version="1.0" encoding="utf-8"?>
<p:tagLst xmlns:a="http://schemas.openxmlformats.org/drawingml/2006/main" xmlns:r="http://schemas.openxmlformats.org/officeDocument/2006/relationships" xmlns:p="http://schemas.openxmlformats.org/presentationml/2006/main">
  <p:tag name="SHAPE" val="OLD"/>
</p:tagLst>
</file>

<file path=ppt/tags/tag369.xml><?xml version="1.0" encoding="utf-8"?>
<p:tagLst xmlns:a="http://schemas.openxmlformats.org/drawingml/2006/main" xmlns:r="http://schemas.openxmlformats.org/officeDocument/2006/relationships" xmlns:p="http://schemas.openxmlformats.org/presentationml/2006/main">
  <p:tag name="SHAPE" val="OLD"/>
</p:tagLst>
</file>

<file path=ppt/tags/tag370.xml><?xml version="1.0" encoding="utf-8"?>
<p:tagLst xmlns:a="http://schemas.openxmlformats.org/drawingml/2006/main" xmlns:r="http://schemas.openxmlformats.org/officeDocument/2006/relationships" xmlns:p="http://schemas.openxmlformats.org/presentationml/2006/main">
  <p:tag name="SHAPE" val="OLD"/>
</p:tagLst>
</file>

<file path=ppt/tags/tag371.xml><?xml version="1.0" encoding="utf-8"?>
<p:tagLst xmlns:a="http://schemas.openxmlformats.org/drawingml/2006/main" xmlns:r="http://schemas.openxmlformats.org/officeDocument/2006/relationships" xmlns:p="http://schemas.openxmlformats.org/presentationml/2006/main">
  <p:tag name="SHAPE" val="OLD"/>
</p:tagLst>
</file>

<file path=ppt/tags/tag372.xml><?xml version="1.0" encoding="utf-8"?>
<p:tagLst xmlns:a="http://schemas.openxmlformats.org/drawingml/2006/main" xmlns:r="http://schemas.openxmlformats.org/officeDocument/2006/relationships" xmlns:p="http://schemas.openxmlformats.org/presentationml/2006/main">
  <p:tag name="SHAPE" val="OLD"/>
</p:tagLst>
</file>

<file path=ppt/tags/tag373.xml><?xml version="1.0" encoding="utf-8"?>
<p:tagLst xmlns:a="http://schemas.openxmlformats.org/drawingml/2006/main" xmlns:r="http://schemas.openxmlformats.org/officeDocument/2006/relationships" xmlns:p="http://schemas.openxmlformats.org/presentationml/2006/main">
  <p:tag name="SHAPE" val="OLD"/>
</p:tagLst>
</file>

<file path=ppt/tags/tag374.xml><?xml version="1.0" encoding="utf-8"?>
<p:tagLst xmlns:a="http://schemas.openxmlformats.org/drawingml/2006/main" xmlns:r="http://schemas.openxmlformats.org/officeDocument/2006/relationships" xmlns:p="http://schemas.openxmlformats.org/presentationml/2006/main">
  <p:tag name="SHAPE" val="OLD"/>
</p:tagLst>
</file>

<file path=ppt/tags/tag375.xml><?xml version="1.0" encoding="utf-8"?>
<p:tagLst xmlns:a="http://schemas.openxmlformats.org/drawingml/2006/main" xmlns:r="http://schemas.openxmlformats.org/officeDocument/2006/relationships" xmlns:p="http://schemas.openxmlformats.org/presentationml/2006/main">
  <p:tag name="SHAPE" val="OLD"/>
</p:tagLst>
</file>

<file path=ppt/tags/tag376.xml><?xml version="1.0" encoding="utf-8"?>
<p:tagLst xmlns:a="http://schemas.openxmlformats.org/drawingml/2006/main" xmlns:r="http://schemas.openxmlformats.org/officeDocument/2006/relationships" xmlns:p="http://schemas.openxmlformats.org/presentationml/2006/main">
  <p:tag name="SHAPE" val="OLD"/>
</p:tagLst>
</file>

<file path=ppt/tags/tag377.xml><?xml version="1.0" encoding="utf-8"?>
<p:tagLst xmlns:a="http://schemas.openxmlformats.org/drawingml/2006/main" xmlns:r="http://schemas.openxmlformats.org/officeDocument/2006/relationships" xmlns:p="http://schemas.openxmlformats.org/presentationml/2006/main">
  <p:tag name="SHAPE" val="OLD"/>
</p:tagLst>
</file>

<file path=ppt/tags/tag378.xml><?xml version="1.0" encoding="utf-8"?>
<p:tagLst xmlns:a="http://schemas.openxmlformats.org/drawingml/2006/main" xmlns:r="http://schemas.openxmlformats.org/officeDocument/2006/relationships" xmlns:p="http://schemas.openxmlformats.org/presentationml/2006/main">
  <p:tag name="SHAPE" val="OLD"/>
</p:tagLst>
</file>

<file path=ppt/tags/tag379.xml><?xml version="1.0" encoding="utf-8"?>
<p:tagLst xmlns:a="http://schemas.openxmlformats.org/drawingml/2006/main" xmlns:r="http://schemas.openxmlformats.org/officeDocument/2006/relationships" xmlns:p="http://schemas.openxmlformats.org/presentationml/2006/main">
  <p:tag name="SHAPE" val="OLD"/>
</p:tagLst>
</file>

<file path=ppt/tags/tag380.xml><?xml version="1.0" encoding="utf-8"?>
<p:tagLst xmlns:a="http://schemas.openxmlformats.org/drawingml/2006/main" xmlns:r="http://schemas.openxmlformats.org/officeDocument/2006/relationships" xmlns:p="http://schemas.openxmlformats.org/presentationml/2006/main">
  <p:tag name="SHAPE" val="OLD"/>
</p:tagLst>
</file>

<file path=ppt/tags/tag381.xml><?xml version="1.0" encoding="utf-8"?>
<p:tagLst xmlns:a="http://schemas.openxmlformats.org/drawingml/2006/main" xmlns:r="http://schemas.openxmlformats.org/officeDocument/2006/relationships" xmlns:p="http://schemas.openxmlformats.org/presentationml/2006/main">
  <p:tag name="SHAPE" val="OLD"/>
</p:tagLst>
</file>

<file path=ppt/theme/theme1.xml><?xml version="1.0" encoding="utf-8"?>
<a:theme xmlns:a="http://schemas.openxmlformats.org/drawingml/2006/main" name="ISUZU PPT Template 2.0">
  <a:themeElements>
    <a:clrScheme name="ISUZU Colors 240404">
      <a:dk1>
        <a:srgbClr val="000000"/>
      </a:dk1>
      <a:lt1>
        <a:srgbClr val="FFFFFF"/>
      </a:lt1>
      <a:dk2>
        <a:srgbClr val="344251"/>
      </a:dk2>
      <a:lt2>
        <a:srgbClr val="848E9A"/>
      </a:lt2>
      <a:accent1>
        <a:srgbClr val="B5091F"/>
      </a:accent1>
      <a:accent2>
        <a:srgbClr val="002664"/>
      </a:accent2>
      <a:accent3>
        <a:srgbClr val="21585A"/>
      </a:accent3>
      <a:accent4>
        <a:srgbClr val="DF621D"/>
      </a:accent4>
      <a:accent5>
        <a:srgbClr val="008FB8"/>
      </a:accent5>
      <a:accent6>
        <a:srgbClr val="80B129"/>
      </a:accent6>
      <a:hlink>
        <a:srgbClr val="72C2D6"/>
      </a:hlink>
      <a:folHlink>
        <a:srgbClr val="344251"/>
      </a:folHlink>
    </a:clrScheme>
    <a:fontScheme name="ISUZU 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lumMod val="20000"/>
            <a:lumOff val="80000"/>
          </a:schemeClr>
        </a:solidFill>
        <a:ln w="19050">
          <a:solidFill>
            <a:schemeClr val="tx2"/>
          </a:solidFill>
        </a:ln>
      </a:spPr>
      <a:bodyPr rtlCol="0" anchor="ctr"/>
      <a:lstStyle>
        <a:defPPr algn="ctr">
          <a:lnSpc>
            <a:spcPct val="90000"/>
          </a:lnSpc>
          <a:spcBef>
            <a:spcPts val="600"/>
          </a:spcBef>
          <a:defRPr sz="2000" dirty="0" err="1">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9050">
          <a:solidFill>
            <a:srgbClr val="304352"/>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lnSpc>
            <a:spcPct val="90000"/>
          </a:lnSpc>
          <a:spcBef>
            <a:spcPts val="600"/>
          </a:spcBef>
          <a:defRPr sz="2000" dirty="0" err="1" smtClean="0"/>
        </a:defPPr>
      </a:lstStyle>
    </a:txDef>
  </a:objectDefaults>
  <a:extraClrSchemeLst/>
  <a:custClrLst>
    <a:custClr name="ISUZU Corporate Red">
      <a:srgbClr val="E60012"/>
    </a:custClr>
    <a:custClr name="ISUZU Light Grey">
      <a:srgbClr val="818D9A"/>
    </a:custClr>
    <a:custClr name="ISUZU Dark Grey">
      <a:srgbClr val="304352"/>
    </a:custClr>
    <a:custClr name="ISUZU Dark Red">
      <a:srgbClr val="B5091F"/>
    </a:custClr>
    <a:custClr name="ISUZU Dark Blue">
      <a:srgbClr val="002768"/>
    </a:custClr>
    <a:custClr name="ISUZU Dark Green">
      <a:srgbClr val="00595B"/>
    </a:custClr>
    <a:custClr name="ISUZU Dark Orange">
      <a:srgbClr val="F05700"/>
    </a:custClr>
    <a:custClr name="ISUZU Blue">
      <a:srgbClr val="0091BB"/>
    </a:custClr>
    <a:custClr name="ISUZU Green">
      <a:srgbClr val="71B200"/>
    </a:custClr>
    <a:custClr name="BLANK">
      <a:srgbClr val="FFFFFF"/>
    </a:custClr>
    <a:custClr name="Black">
      <a:srgbClr val="000000"/>
    </a:custClr>
    <a:custClr name="Light Grey 2 ">
      <a:srgbClr val="A1AAB4"/>
    </a:custClr>
    <a:custClr name="Dark Grey 2 ">
      <a:srgbClr val="63717E"/>
    </a:custClr>
    <a:custClr name="Dark Red 2 ">
      <a:srgbClr val="D4404D"/>
    </a:custClr>
    <a:custClr name="Dark Blue 2 ">
      <a:srgbClr val="335286"/>
    </a:custClr>
    <a:custClr name="Dark Green 2 ">
      <a:srgbClr val="337B7C"/>
    </a:custClr>
    <a:custClr name="Dark Orange 2 ">
      <a:srgbClr val="F37933"/>
    </a:custClr>
    <a:custClr name="Blue 2 ">
      <a:srgbClr val="40ADCD"/>
    </a:custClr>
    <a:custClr name="Green 2 ">
      <a:srgbClr val="93C643"/>
    </a:custClr>
    <a:custClr name="BLANK">
      <a:srgbClr val="FFFFFF"/>
    </a:custClr>
    <a:custClr name="White">
      <a:srgbClr val="FFFFFF"/>
    </a:custClr>
    <a:custClr name="Light Grey 3 ">
      <a:srgbClr val="B4BBC3"/>
    </a:custClr>
    <a:custClr name="Dark Grey 3 ">
      <a:srgbClr val="828D97"/>
    </a:custClr>
    <a:custClr name="Dark Red 3 ">
      <a:srgbClr val="DD6670"/>
    </a:custClr>
    <a:custClr name="Dark Blue 3 ">
      <a:srgbClr val="667DA4"/>
    </a:custClr>
    <a:custClr name="Dark Green 3 ">
      <a:srgbClr val="669C9D"/>
    </a:custClr>
    <a:custClr name="Dark Orange 3 ">
      <a:srgbClr val="F69A66"/>
    </a:custClr>
    <a:custClr name="Blue 3 ">
      <a:srgbClr val="66BCD6"/>
    </a:custClr>
    <a:custClr name="Green 3 ">
      <a:srgbClr val="A9D16F"/>
    </a:custClr>
    <a:custClr name="BLANK">
      <a:srgbClr val="FFFFFF"/>
    </a:custClr>
    <a:custClr name="BLANK">
      <a:srgbClr val="FFFFFF"/>
    </a:custClr>
    <a:custClr name="BLANK">
      <a:srgbClr val="FFFFFF"/>
    </a:custClr>
    <a:custClr name="BLANK">
      <a:srgbClr val="FFFFFF"/>
    </a:custClr>
    <a:custClr name="BLANK">
      <a:srgbClr val="FFFFFF"/>
    </a:custClr>
    <a:custClr name="ISUZU Blue">
      <a:srgbClr val="0091BB"/>
    </a:custClr>
    <a:custClr name="ISUZU Green">
      <a:srgbClr val="71B200"/>
    </a:custClr>
    <a:custClr name="ISUZU Yellow">
      <a:srgbClr val="FF9C00"/>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ISUZU Light Blue">
      <a:srgbClr val="52C3D8"/>
    </a:custClr>
    <a:custClr name="ISUZU Light Green">
      <a:srgbClr val="ADD545"/>
    </a:custClr>
    <a:custClr name="ISUZU Light Yellow">
      <a:srgbClr val="FFD01E"/>
    </a:custClr>
  </a:custClrLst>
  <a:extLst>
    <a:ext uri="{05A4C25C-085E-4340-85A3-A5531E510DB2}">
      <thm15:themeFamily xmlns:thm15="http://schemas.microsoft.com/office/thememl/2012/main" name="ISUZU_Template_240404_ENG.potx" id="{F1FD88DE-375A-41F1-B326-E1572D740C48}" vid="{64F91176-12EE-4639-BC25-8F29F5080AA7}"/>
    </a:ext>
  </a:extLst>
</a:theme>
</file>

<file path=ppt/theme/theme2.xml><?xml version="1.0" encoding="utf-8"?>
<a:theme xmlns:a="http://schemas.openxmlformats.org/drawingml/2006/main" name="Office Theme">
  <a:themeElements>
    <a:clrScheme name="ISUZU Colors 240404">
      <a:dk1>
        <a:srgbClr val="000000"/>
      </a:dk1>
      <a:lt1>
        <a:srgbClr val="FFFFFF"/>
      </a:lt1>
      <a:dk2>
        <a:srgbClr val="344251"/>
      </a:dk2>
      <a:lt2>
        <a:srgbClr val="848E9A"/>
      </a:lt2>
      <a:accent1>
        <a:srgbClr val="B5091F"/>
      </a:accent1>
      <a:accent2>
        <a:srgbClr val="002664"/>
      </a:accent2>
      <a:accent3>
        <a:srgbClr val="21585A"/>
      </a:accent3>
      <a:accent4>
        <a:srgbClr val="DF621D"/>
      </a:accent4>
      <a:accent5>
        <a:srgbClr val="008FB8"/>
      </a:accent5>
      <a:accent6>
        <a:srgbClr val="80B129"/>
      </a:accent6>
      <a:hlink>
        <a:srgbClr val="72C2D6"/>
      </a:hlink>
      <a:folHlink>
        <a:srgbClr val="344251"/>
      </a:folHlink>
    </a:clrScheme>
    <a:fontScheme name="ISUZU 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ISUZU Colors 240404">
      <a:dk1>
        <a:srgbClr val="000000"/>
      </a:dk1>
      <a:lt1>
        <a:srgbClr val="FFFFFF"/>
      </a:lt1>
      <a:dk2>
        <a:srgbClr val="344251"/>
      </a:dk2>
      <a:lt2>
        <a:srgbClr val="848E9A"/>
      </a:lt2>
      <a:accent1>
        <a:srgbClr val="B5091F"/>
      </a:accent1>
      <a:accent2>
        <a:srgbClr val="002664"/>
      </a:accent2>
      <a:accent3>
        <a:srgbClr val="21585A"/>
      </a:accent3>
      <a:accent4>
        <a:srgbClr val="DF621D"/>
      </a:accent4>
      <a:accent5>
        <a:srgbClr val="008FB8"/>
      </a:accent5>
      <a:accent6>
        <a:srgbClr val="80B129"/>
      </a:accent6>
      <a:hlink>
        <a:srgbClr val="72C2D6"/>
      </a:hlink>
      <a:folHlink>
        <a:srgbClr val="344251"/>
      </a:folHlink>
    </a:clrScheme>
    <a:fontScheme name="ISUZU 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50FEAE0594D7F24486991E22283D4CAE" ma:contentTypeVersion="11" ma:contentTypeDescription="新しいドキュメントを作成します。" ma:contentTypeScope="" ma:versionID="ee400f9cbd99f5216b95455381efc144">
  <xsd:schema xmlns:xsd="http://www.w3.org/2001/XMLSchema" xmlns:xs="http://www.w3.org/2001/XMLSchema" xmlns:p="http://schemas.microsoft.com/office/2006/metadata/properties" xmlns:ns2="ddee5bbe-21f3-4a6f-ab55-318b426ea9bc" xmlns:ns3="473cf4a9-cff3-4929-9a59-42896ec5beb1" targetNamespace="http://schemas.microsoft.com/office/2006/metadata/properties" ma:root="true" ma:fieldsID="fb8350d8cf01bea830888ea4cb9287f8" ns2:_="" ns3:_="">
    <xsd:import namespace="ddee5bbe-21f3-4a6f-ab55-318b426ea9bc"/>
    <xsd:import namespace="473cf4a9-cff3-4929-9a59-42896ec5beb1"/>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ee5bbe-21f3-4a6f-ab55-318b426ea9bc" elementFormDefault="qualified">
    <xsd:import namespace="http://schemas.microsoft.com/office/2006/documentManagement/types"/>
    <xsd:import namespace="http://schemas.microsoft.com/office/infopath/2007/PartnerControls"/>
    <xsd:element name="lcf76f155ced4ddcb4097134ff3c332f" ma:index="8" nillable="true" ma:taxonomy="true" ma:internalName="lcf76f155ced4ddcb4097134ff3c332f" ma:taxonomyFieldName="MediaServiceImageTags" ma:displayName="画像タグ" ma:readOnly="false" ma:fieldId="{5cf76f15-5ced-4ddc-b409-7134ff3c332f}" ma:taxonomyMulti="true" ma:sspId="d78d7d5a-2c89-47bb-bda4-6ea5dbfbd41a" ma:termSetId="00000000-0000-0000-0000-000000000000"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73cf4a9-cff3-4929-9a59-42896ec5beb1"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c6ac67f9-f20b-435e-9328-6b8c20753ba5}" ma:internalName="TaxCatchAll" ma:showField="CatchAllData" ma:web="473cf4a9-cff3-4929-9a59-42896ec5be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dee5bbe-21f3-4a6f-ab55-318b426ea9bc">
      <Terms xmlns="http://schemas.microsoft.com/office/infopath/2007/PartnerControls"/>
    </lcf76f155ced4ddcb4097134ff3c332f>
    <TaxCatchAll xmlns="473cf4a9-cff3-4929-9a59-42896ec5beb1" xsi:nil="true"/>
  </documentManagement>
</p:properties>
</file>

<file path=customXml/itemProps1.xml><?xml version="1.0" encoding="utf-8"?>
<ds:datastoreItem xmlns:ds="http://schemas.openxmlformats.org/officeDocument/2006/customXml" ds:itemID="{758088E9-84BC-41D0-80CD-FF98BDA9D8AA}">
  <ds:schemaRefs>
    <ds:schemaRef ds:uri="http://schemas.microsoft.com/sharepoint/v3/contenttype/forms"/>
  </ds:schemaRefs>
</ds:datastoreItem>
</file>

<file path=customXml/itemProps2.xml><?xml version="1.0" encoding="utf-8"?>
<ds:datastoreItem xmlns:ds="http://schemas.openxmlformats.org/officeDocument/2006/customXml" ds:itemID="{96CB4ACE-25C7-462B-A6AA-6B2FCCE925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dee5bbe-21f3-4a6f-ab55-318b426ea9bc"/>
    <ds:schemaRef ds:uri="473cf4a9-cff3-4929-9a59-42896ec5beb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FA120B5-097B-4D6A-9F4B-C1D0E849ADBD}">
  <ds:schemaRefs>
    <ds:schemaRef ds:uri="http://schemas.microsoft.com/office/infopath/2007/PartnerControls"/>
    <ds:schemaRef ds:uri="http://www.w3.org/XML/1998/namespace"/>
    <ds:schemaRef ds:uri="http://schemas.microsoft.com/office/2006/documentManagement/types"/>
    <ds:schemaRef ds:uri="http://schemas.openxmlformats.org/package/2006/metadata/core-properties"/>
    <ds:schemaRef ds:uri="http://purl.org/dc/dcmitype/"/>
    <ds:schemaRef ds:uri="http://schemas.microsoft.com/office/2006/metadata/properties"/>
    <ds:schemaRef ds:uri="http://purl.org/dc/elements/1.1/"/>
    <ds:schemaRef ds:uri="http://purl.org/dc/terms/"/>
    <ds:schemaRef ds:uri="473cf4a9-cff3-4929-9a59-42896ec5beb1"/>
    <ds:schemaRef ds:uri="ddee5bbe-21f3-4a6f-ab55-318b426ea9bc"/>
  </ds:schemaRefs>
</ds:datastoreItem>
</file>

<file path=docProps/app.xml><?xml version="1.0" encoding="utf-8"?>
<Properties xmlns="http://schemas.openxmlformats.org/officeDocument/2006/extended-properties" xmlns:vt="http://schemas.openxmlformats.org/officeDocument/2006/docPropsVTypes">
  <Template>ISUZU_Template_240404_ENG</Template>
  <TotalTime>850</TotalTime>
  <Words>543</Words>
  <Application>Microsoft Office PowerPoint</Application>
  <PresentationFormat>Widescreen</PresentationFormat>
  <Paragraphs>91</Paragraphs>
  <Slides>10</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ISUZU PPT Template 2.0</vt:lpstr>
      <vt:lpstr>ISZE Team Meeting Sales Department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Niklas Mossvik</dc:creator>
  <cp:lastModifiedBy>Jerome Van Der Pluym</cp:lastModifiedBy>
  <cp:revision>135</cp:revision>
  <dcterms:created xsi:type="dcterms:W3CDTF">2024-04-04T09:15:38Z</dcterms:created>
  <dcterms:modified xsi:type="dcterms:W3CDTF">2026-05-28T08:03:15Z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0x01010050FEAE0594D7F24486991E22283D4CAE</vt:lpwstr>
  </property>
</Properties>
</file>