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heme/theme2.xml" ContentType="application/vnd.openxmlformats-officedocument.theme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heme/theme3.xml" ContentType="application/vnd.openxmlformats-officedocument.theme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420" r:id="rId5"/>
    <p:sldId id="421" r:id="rId6"/>
    <p:sldId id="2147483643" r:id="rId7"/>
    <p:sldId id="2147469618" r:id="rId8"/>
    <p:sldId id="512" r:id="rId9"/>
    <p:sldId id="356" r:id="rId10"/>
    <p:sldId id="504" r:id="rId11"/>
    <p:sldId id="505" r:id="rId12"/>
    <p:sldId id="506" r:id="rId13"/>
    <p:sldId id="507" r:id="rId14"/>
    <p:sldId id="508" r:id="rId15"/>
    <p:sldId id="509" r:id="rId16"/>
    <p:sldId id="510" r:id="rId17"/>
  </p:sldIdLst>
  <p:sldSz cx="12192000" cy="6858000"/>
  <p:notesSz cx="6858000" cy="9144000"/>
  <p:custDataLst>
    <p:tags r:id="rId20"/>
  </p:custDataLst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818E9C"/>
    <a:srgbClr val="A3C460"/>
    <a:srgbClr val="B6CF81"/>
    <a:srgbClr val="84B8D3"/>
    <a:srgbClr val="5BA8C8"/>
    <a:srgbClr val="EDA370"/>
    <a:srgbClr val="E78B4F"/>
    <a:srgbClr val="E68344"/>
    <a:srgbClr val="848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1" autoAdjust="0"/>
    <p:restoredTop sz="94660"/>
  </p:normalViewPr>
  <p:slideViewPr>
    <p:cSldViewPr snapToGrid="0">
      <p:cViewPr varScale="1">
        <p:scale>
          <a:sx n="39" d="100"/>
          <a:sy n="39" d="100"/>
        </p:scale>
        <p:origin x="48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515260\Desktop\&#12304;PMS&#20998;&#26512;&#12305;%20&#12465;&#12491;&#12450;&#65288;IEA&#65289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B6D55D"/>
            </a:solidFill>
          </c:spPr>
          <c:explosion val="3"/>
          <c:dPt>
            <c:idx val="0"/>
            <c:bubble3D val="0"/>
            <c:spPr>
              <a:solidFill>
                <a:srgbClr val="B6D55D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F123-43A3-AD69-8E052E59A7F3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F123-43A3-AD69-8E052E59A7F3}"/>
              </c:ext>
            </c:extLst>
          </c:dPt>
          <c:dLbls>
            <c:delete val="1"/>
          </c:dLbls>
          <c:cat>
            <c:strRef>
              <c:f>Summary!$CI$100:$CI$101</c:f>
              <c:strCache>
                <c:ptCount val="2"/>
                <c:pt idx="0">
                  <c:v>Actual</c:v>
                </c:pt>
                <c:pt idx="1">
                  <c:v>Lost</c:v>
                </c:pt>
              </c:strCache>
            </c:strRef>
          </c:cat>
          <c:val>
            <c:numRef>
              <c:f>Summary!$CJ$100:$CJ$101</c:f>
              <c:numCache>
                <c:formatCode>#,##0_);[Red]\(#,##0\)</c:formatCode>
                <c:ptCount val="2"/>
                <c:pt idx="0">
                  <c:v>21022</c:v>
                </c:pt>
                <c:pt idx="1">
                  <c:v>115130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23-43A3-AD69-8E052E59A7F3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D60537-533C-4957-AFEC-D762358833C3}" type="doc">
      <dgm:prSet loTypeId="urn:microsoft.com/office/officeart/2005/8/layout/funnel1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kumimoji="1" lang="ja-JP" altLang="en-US"/>
        </a:p>
      </dgm:t>
    </dgm:pt>
    <dgm:pt modelId="{9CDF53B2-166E-4C9F-9763-921C8B88F26D}">
      <dgm:prSet phldrT="[テキスト]"/>
      <dgm:spPr/>
      <dgm:t>
        <a:bodyPr/>
        <a:lstStyle/>
        <a:p>
          <a:r>
            <a:rPr kumimoji="1" lang="en-US" altLang="ja-JP" dirty="0">
              <a:latin typeface="+mj-lt"/>
            </a:rPr>
            <a:t>PMS Sales</a:t>
          </a:r>
          <a:endParaRPr kumimoji="1" lang="ja-JP" altLang="en-US" dirty="0">
            <a:latin typeface="+mj-lt"/>
          </a:endParaRPr>
        </a:p>
      </dgm:t>
    </dgm:pt>
    <dgm:pt modelId="{F03DAEC2-B744-4E14-8B00-B52FE5879860}" type="parTrans" cxnId="{BCA5595A-0B29-4199-8679-A3DFC585F34E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0858A0A6-11D2-4335-A191-0909F971008F}" type="sibTrans" cxnId="{BCA5595A-0B29-4199-8679-A3DFC585F34E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C5D604BC-1852-41FA-A275-1F279CB39B99}">
      <dgm:prSet phldrT="[テキスト]"/>
      <dgm:spPr/>
      <dgm:t>
        <a:bodyPr/>
        <a:lstStyle/>
        <a:p>
          <a:r>
            <a:rPr kumimoji="1" lang="en-US" altLang="ja-JP" dirty="0">
              <a:latin typeface="+mj-lt"/>
            </a:rPr>
            <a:t>Market Info</a:t>
          </a:r>
          <a:endParaRPr kumimoji="1" lang="ja-JP" altLang="en-US" dirty="0">
            <a:latin typeface="+mj-lt"/>
          </a:endParaRPr>
        </a:p>
      </dgm:t>
    </dgm:pt>
    <dgm:pt modelId="{7A7C8AC2-6DEE-4C3F-8312-AA266F27E9DA}" type="parTrans" cxnId="{45B39E18-36C8-4F97-8DB4-DFE2314E1E3E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54F01E57-9390-4CD2-B9F6-D511B71A34FD}" type="sibTrans" cxnId="{45B39E18-36C8-4F97-8DB4-DFE2314E1E3E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7C0C23D3-1A18-4423-9605-38941FDFA7FD}">
      <dgm:prSet phldrT="[テキスト]"/>
      <dgm:spPr/>
      <dgm:t>
        <a:bodyPr/>
        <a:lstStyle/>
        <a:p>
          <a:r>
            <a:rPr kumimoji="1" lang="en-US" altLang="ja-JP" dirty="0">
              <a:latin typeface="+mj-lt"/>
            </a:rPr>
            <a:t>Vehicle UIO</a:t>
          </a:r>
          <a:endParaRPr kumimoji="1" lang="ja-JP" altLang="en-US" dirty="0">
            <a:latin typeface="+mj-lt"/>
          </a:endParaRPr>
        </a:p>
      </dgm:t>
    </dgm:pt>
    <dgm:pt modelId="{864851FF-B7FF-44FF-9973-3E7F198D93A9}" type="parTrans" cxnId="{F0E6092D-59CA-43FF-8706-EA0EFAE1E7C3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C0E94C94-317A-4431-8C94-C5A79C59D6DD}" type="sibTrans" cxnId="{F0E6092D-59CA-43FF-8706-EA0EFAE1E7C3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B0C3E1AB-CBA2-46F5-B1F3-92864D7C029C}">
      <dgm:prSet phldrT="[テキスト]" phldr="1"/>
      <dgm:spPr/>
      <dgm:t>
        <a:bodyPr/>
        <a:lstStyle/>
        <a:p>
          <a:endParaRPr kumimoji="1" lang="ja-JP" altLang="en-US" dirty="0">
            <a:latin typeface="+mj-lt"/>
          </a:endParaRPr>
        </a:p>
      </dgm:t>
    </dgm:pt>
    <dgm:pt modelId="{DE1148B1-02C4-4FFB-B982-BF8EAE1683C6}" type="sibTrans" cxnId="{6D9EA823-D073-4AB8-850C-D1260DFF7850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FCCBB38C-7786-4AAE-9A26-F76819902A98}" type="parTrans" cxnId="{6D9EA823-D073-4AB8-850C-D1260DFF7850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851EB2F1-EF0A-48F6-9E88-ADD223E56851}">
      <dgm:prSet phldrT="[テキスト]" custT="1"/>
      <dgm:spPr/>
      <dgm:t>
        <a:bodyPr/>
        <a:lstStyle/>
        <a:p>
          <a:r>
            <a:rPr kumimoji="1" lang="en-US" altLang="ja-JP" sz="2000" b="1" u="sng" dirty="0">
              <a:solidFill>
                <a:schemeClr val="bg1"/>
              </a:solidFill>
              <a:latin typeface="+mj-lt"/>
            </a:rPr>
            <a:t>PMS Cover Ratio and Sales Trend Analysis</a:t>
          </a:r>
          <a:endParaRPr kumimoji="1" lang="ja-JP" altLang="en-US" sz="2000" b="1" u="sng" dirty="0">
            <a:solidFill>
              <a:schemeClr val="bg1"/>
            </a:solidFill>
            <a:latin typeface="+mj-lt"/>
          </a:endParaRPr>
        </a:p>
      </dgm:t>
    </dgm:pt>
    <dgm:pt modelId="{4B0F4DCF-849B-454F-971F-215582B2DC81}" type="sibTrans" cxnId="{34FF1B40-96F2-43FF-ABB8-6AC910FFA2C7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E430270F-7BF3-424C-98F8-2D7E629C5C74}" type="parTrans" cxnId="{34FF1B40-96F2-43FF-ABB8-6AC910FFA2C7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18232524-476E-49D5-ABE5-5EED248FBF13}" type="pres">
      <dgm:prSet presAssocID="{56D60537-533C-4957-AFEC-D762358833C3}" presName="Name0" presStyleCnt="0">
        <dgm:presLayoutVars>
          <dgm:chMax val="4"/>
          <dgm:resizeHandles val="exact"/>
        </dgm:presLayoutVars>
      </dgm:prSet>
      <dgm:spPr/>
    </dgm:pt>
    <dgm:pt modelId="{E24A8DB3-9BB2-486E-80D4-53EAB4FBADB0}" type="pres">
      <dgm:prSet presAssocID="{56D60537-533C-4957-AFEC-D762358833C3}" presName="ellipse" presStyleLbl="trBgShp" presStyleIdx="0" presStyleCnt="1" custAng="16200000" custLinFactNeighborX="-42250" custLinFactNeighborY="87626"/>
      <dgm:spPr/>
    </dgm:pt>
    <dgm:pt modelId="{DFE953CB-B3FC-4B66-BF77-61015547CB19}" type="pres">
      <dgm:prSet presAssocID="{56D60537-533C-4957-AFEC-D762358833C3}" presName="arrow1" presStyleLbl="fgShp" presStyleIdx="0" presStyleCnt="1" custAng="16200000" custScaleX="158438" custScaleY="186439" custLinFactX="23979" custLinFactY="-164921" custLinFactNeighborX="100000" custLinFactNeighborY="-200000"/>
      <dgm:spPr>
        <a:solidFill>
          <a:srgbClr val="FFFFFF"/>
        </a:solidFill>
      </dgm:spPr>
    </dgm:pt>
    <dgm:pt modelId="{D6AF285A-3571-4374-A8DF-BE72830680B6}" type="pres">
      <dgm:prSet presAssocID="{56D60537-533C-4957-AFEC-D762358833C3}" presName="rectangle" presStyleLbl="revTx" presStyleIdx="0" presStyleCnt="1" custAng="10800000" custFlipVert="1" custScaleX="169919" custScaleY="79572" custLinFactNeighborX="-6213" custLinFactNeighborY="8440">
        <dgm:presLayoutVars>
          <dgm:bulletEnabled val="1"/>
        </dgm:presLayoutVars>
      </dgm:prSet>
      <dgm:spPr/>
    </dgm:pt>
    <dgm:pt modelId="{156A96D6-76F4-4215-81B3-6BFCCF384564}" type="pres">
      <dgm:prSet presAssocID="{7C0C23D3-1A18-4423-9605-38941FDFA7FD}" presName="item1" presStyleLbl="node1" presStyleIdx="0" presStyleCnt="3" custLinFactX="-15215" custLinFactNeighborX="-100000" custLinFactNeighborY="45493">
        <dgm:presLayoutVars>
          <dgm:bulletEnabled val="1"/>
        </dgm:presLayoutVars>
      </dgm:prSet>
      <dgm:spPr/>
    </dgm:pt>
    <dgm:pt modelId="{81D8A529-3C14-46A6-8641-CF05F5D0A4CD}" type="pres">
      <dgm:prSet presAssocID="{C5D604BC-1852-41FA-A275-1F279CB39B99}" presName="item2" presStyleLbl="node1" presStyleIdx="1" presStyleCnt="3" custLinFactNeighborX="-43660" custLinFactNeighborY="-28584">
        <dgm:presLayoutVars>
          <dgm:bulletEnabled val="1"/>
        </dgm:presLayoutVars>
      </dgm:prSet>
      <dgm:spPr/>
    </dgm:pt>
    <dgm:pt modelId="{34E07E67-EE8E-45B8-AB08-488D70EBBFB4}" type="pres">
      <dgm:prSet presAssocID="{851EB2F1-EF0A-48F6-9E88-ADD223E56851}" presName="item3" presStyleLbl="node1" presStyleIdx="2" presStyleCnt="3" custLinFactNeighborX="-85138" custLinFactNeighborY="67382">
        <dgm:presLayoutVars>
          <dgm:bulletEnabled val="1"/>
        </dgm:presLayoutVars>
      </dgm:prSet>
      <dgm:spPr/>
    </dgm:pt>
    <dgm:pt modelId="{204BB5E4-0178-4943-8177-E6021D658FC5}" type="pres">
      <dgm:prSet presAssocID="{56D60537-533C-4957-AFEC-D762358833C3}" presName="funnel" presStyleLbl="trAlignAcc1" presStyleIdx="0" presStyleCnt="1" custAng="16200000" custLinFactNeighborX="-18623" custLinFactNeighborY="9488"/>
      <dgm:spPr/>
    </dgm:pt>
  </dgm:ptLst>
  <dgm:cxnLst>
    <dgm:cxn modelId="{45B39E18-36C8-4F97-8DB4-DFE2314E1E3E}" srcId="{56D60537-533C-4957-AFEC-D762358833C3}" destId="{C5D604BC-1852-41FA-A275-1F279CB39B99}" srcOrd="2" destOrd="0" parTransId="{7A7C8AC2-6DEE-4C3F-8312-AA266F27E9DA}" sibTransId="{54F01E57-9390-4CD2-B9F6-D511B71A34FD}"/>
    <dgm:cxn modelId="{6D9EA823-D073-4AB8-850C-D1260DFF7850}" srcId="{56D60537-533C-4957-AFEC-D762358833C3}" destId="{B0C3E1AB-CBA2-46F5-B1F3-92864D7C029C}" srcOrd="4" destOrd="0" parTransId="{FCCBB38C-7786-4AAE-9A26-F76819902A98}" sibTransId="{DE1148B1-02C4-4FFB-B982-BF8EAE1683C6}"/>
    <dgm:cxn modelId="{82A6F925-8B98-42E8-92E4-BE071E1CC227}" type="presOf" srcId="{9CDF53B2-166E-4C9F-9763-921C8B88F26D}" destId="{34E07E67-EE8E-45B8-AB08-488D70EBBFB4}" srcOrd="0" destOrd="0" presId="urn:microsoft.com/office/officeart/2005/8/layout/funnel1"/>
    <dgm:cxn modelId="{F0E6092D-59CA-43FF-8706-EA0EFAE1E7C3}" srcId="{56D60537-533C-4957-AFEC-D762358833C3}" destId="{7C0C23D3-1A18-4423-9605-38941FDFA7FD}" srcOrd="1" destOrd="0" parTransId="{864851FF-B7FF-44FF-9973-3E7F198D93A9}" sibTransId="{C0E94C94-317A-4431-8C94-C5A79C59D6DD}"/>
    <dgm:cxn modelId="{9EE94B38-36CA-4CB8-BCC7-7A5F6AB28D1D}" type="presOf" srcId="{56D60537-533C-4957-AFEC-D762358833C3}" destId="{18232524-476E-49D5-ABE5-5EED248FBF13}" srcOrd="0" destOrd="0" presId="urn:microsoft.com/office/officeart/2005/8/layout/funnel1"/>
    <dgm:cxn modelId="{5FAC273C-9FB4-42BD-8FB2-204719E1B107}" type="presOf" srcId="{C5D604BC-1852-41FA-A275-1F279CB39B99}" destId="{156A96D6-76F4-4215-81B3-6BFCCF384564}" srcOrd="0" destOrd="0" presId="urn:microsoft.com/office/officeart/2005/8/layout/funnel1"/>
    <dgm:cxn modelId="{34FF1B40-96F2-43FF-ABB8-6AC910FFA2C7}" srcId="{56D60537-533C-4957-AFEC-D762358833C3}" destId="{851EB2F1-EF0A-48F6-9E88-ADD223E56851}" srcOrd="3" destOrd="0" parTransId="{E430270F-7BF3-424C-98F8-2D7E629C5C74}" sibTransId="{4B0F4DCF-849B-454F-971F-215582B2DC81}"/>
    <dgm:cxn modelId="{352DCD42-2502-4528-9663-E9CD4EBFF447}" type="presOf" srcId="{851EB2F1-EF0A-48F6-9E88-ADD223E56851}" destId="{D6AF285A-3571-4374-A8DF-BE72830680B6}" srcOrd="0" destOrd="0" presId="urn:microsoft.com/office/officeart/2005/8/layout/funnel1"/>
    <dgm:cxn modelId="{BCA5595A-0B29-4199-8679-A3DFC585F34E}" srcId="{56D60537-533C-4957-AFEC-D762358833C3}" destId="{9CDF53B2-166E-4C9F-9763-921C8B88F26D}" srcOrd="0" destOrd="0" parTransId="{F03DAEC2-B744-4E14-8B00-B52FE5879860}" sibTransId="{0858A0A6-11D2-4335-A191-0909F971008F}"/>
    <dgm:cxn modelId="{198A6FD1-E56D-4CCC-8FEE-7CBE029997F3}" type="presOf" srcId="{7C0C23D3-1A18-4423-9605-38941FDFA7FD}" destId="{81D8A529-3C14-46A6-8641-CF05F5D0A4CD}" srcOrd="0" destOrd="0" presId="urn:microsoft.com/office/officeart/2005/8/layout/funnel1"/>
    <dgm:cxn modelId="{89E93599-380B-4B4E-8D3A-38A8BEECDA26}" type="presParOf" srcId="{18232524-476E-49D5-ABE5-5EED248FBF13}" destId="{E24A8DB3-9BB2-486E-80D4-53EAB4FBADB0}" srcOrd="0" destOrd="0" presId="urn:microsoft.com/office/officeart/2005/8/layout/funnel1"/>
    <dgm:cxn modelId="{67F0F15B-48A8-4CA2-AC9C-DF3CE67967E6}" type="presParOf" srcId="{18232524-476E-49D5-ABE5-5EED248FBF13}" destId="{DFE953CB-B3FC-4B66-BF77-61015547CB19}" srcOrd="1" destOrd="0" presId="urn:microsoft.com/office/officeart/2005/8/layout/funnel1"/>
    <dgm:cxn modelId="{9A15BF13-56B8-42ED-8C7C-15865604088A}" type="presParOf" srcId="{18232524-476E-49D5-ABE5-5EED248FBF13}" destId="{D6AF285A-3571-4374-A8DF-BE72830680B6}" srcOrd="2" destOrd="0" presId="urn:microsoft.com/office/officeart/2005/8/layout/funnel1"/>
    <dgm:cxn modelId="{B80F5528-D444-4E38-87DC-326FC1213F10}" type="presParOf" srcId="{18232524-476E-49D5-ABE5-5EED248FBF13}" destId="{156A96D6-76F4-4215-81B3-6BFCCF384564}" srcOrd="3" destOrd="0" presId="urn:microsoft.com/office/officeart/2005/8/layout/funnel1"/>
    <dgm:cxn modelId="{A5EA9C26-6D50-46AE-893B-2FF47DD8FB5D}" type="presParOf" srcId="{18232524-476E-49D5-ABE5-5EED248FBF13}" destId="{81D8A529-3C14-46A6-8641-CF05F5D0A4CD}" srcOrd="4" destOrd="0" presId="urn:microsoft.com/office/officeart/2005/8/layout/funnel1"/>
    <dgm:cxn modelId="{03AF95D7-54A1-4639-8E36-A5C7137BD026}" type="presParOf" srcId="{18232524-476E-49D5-ABE5-5EED248FBF13}" destId="{34E07E67-EE8E-45B8-AB08-488D70EBBFB4}" srcOrd="5" destOrd="0" presId="urn:microsoft.com/office/officeart/2005/8/layout/funnel1"/>
    <dgm:cxn modelId="{2C6E91D3-1952-45DD-9BDD-288F7AE5AED7}" type="presParOf" srcId="{18232524-476E-49D5-ABE5-5EED248FBF13}" destId="{204BB5E4-0178-4943-8177-E6021D658FC5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D60537-533C-4957-AFEC-D762358833C3}" type="doc">
      <dgm:prSet loTypeId="urn:microsoft.com/office/officeart/2005/8/layout/funnel1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kumimoji="1" lang="ja-JP" altLang="en-US"/>
        </a:p>
      </dgm:t>
    </dgm:pt>
    <dgm:pt modelId="{9CDF53B2-166E-4C9F-9763-921C8B88F26D}">
      <dgm:prSet phldrT="[テキスト]"/>
      <dgm:spPr>
        <a:solidFill>
          <a:srgbClr val="E5814A"/>
        </a:solidFill>
      </dgm:spPr>
      <dgm:t>
        <a:bodyPr/>
        <a:lstStyle/>
        <a:p>
          <a:r>
            <a:rPr kumimoji="1" lang="en-US" altLang="ja-JP" dirty="0">
              <a:latin typeface="+mj-lt"/>
            </a:rPr>
            <a:t>Incentive Program</a:t>
          </a:r>
          <a:endParaRPr kumimoji="1" lang="ja-JP" altLang="en-US" dirty="0">
            <a:latin typeface="+mj-lt"/>
          </a:endParaRPr>
        </a:p>
      </dgm:t>
    </dgm:pt>
    <dgm:pt modelId="{F03DAEC2-B744-4E14-8B00-B52FE5879860}" type="parTrans" cxnId="{BCA5595A-0B29-4199-8679-A3DFC585F34E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0858A0A6-11D2-4335-A191-0909F971008F}" type="sibTrans" cxnId="{BCA5595A-0B29-4199-8679-A3DFC585F34E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C5D604BC-1852-41FA-A275-1F279CB39B99}">
      <dgm:prSet phldrT="[テキスト]" custT="1"/>
      <dgm:spPr>
        <a:solidFill>
          <a:srgbClr val="80B129"/>
        </a:solidFill>
      </dgm:spPr>
      <dgm:t>
        <a:bodyPr/>
        <a:lstStyle/>
        <a:p>
          <a:r>
            <a:rPr kumimoji="1" lang="en-US" altLang="ja-JP" sz="1400" dirty="0">
              <a:latin typeface="+mj-lt"/>
            </a:rPr>
            <a:t>Maintenance Package</a:t>
          </a:r>
          <a:endParaRPr kumimoji="1" lang="ja-JP" altLang="en-US" sz="1400" dirty="0">
            <a:latin typeface="+mj-lt"/>
          </a:endParaRPr>
        </a:p>
      </dgm:t>
    </dgm:pt>
    <dgm:pt modelId="{7A7C8AC2-6DEE-4C3F-8312-AA266F27E9DA}" type="parTrans" cxnId="{45B39E18-36C8-4F97-8DB4-DFE2314E1E3E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54F01E57-9390-4CD2-B9F6-D511B71A34FD}" type="sibTrans" cxnId="{45B39E18-36C8-4F97-8DB4-DFE2314E1E3E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7C0C23D3-1A18-4423-9605-38941FDFA7FD}">
      <dgm:prSet phldrT="[テキスト]"/>
      <dgm:spPr>
        <a:solidFill>
          <a:srgbClr val="C43A4C"/>
        </a:solidFill>
      </dgm:spPr>
      <dgm:t>
        <a:bodyPr/>
        <a:lstStyle/>
        <a:p>
          <a:r>
            <a:rPr kumimoji="1" lang="en-US" altLang="ja-JP" dirty="0">
              <a:latin typeface="+mj-lt"/>
            </a:rPr>
            <a:t>Pricing Strategy</a:t>
          </a:r>
          <a:endParaRPr kumimoji="1" lang="ja-JP" altLang="en-US" dirty="0">
            <a:latin typeface="+mj-lt"/>
          </a:endParaRPr>
        </a:p>
      </dgm:t>
    </dgm:pt>
    <dgm:pt modelId="{864851FF-B7FF-44FF-9973-3E7F198D93A9}" type="parTrans" cxnId="{F0E6092D-59CA-43FF-8706-EA0EFAE1E7C3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C0E94C94-317A-4431-8C94-C5A79C59D6DD}" type="sibTrans" cxnId="{F0E6092D-59CA-43FF-8706-EA0EFAE1E7C3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B0C3E1AB-CBA2-46F5-B1F3-92864D7C029C}">
      <dgm:prSet phldrT="[テキスト]" phldr="1"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DE1148B1-02C4-4FFB-B982-BF8EAE1683C6}" type="sibTrans" cxnId="{6D9EA823-D073-4AB8-850C-D1260DFF7850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FCCBB38C-7786-4AAE-9A26-F76819902A98}" type="parTrans" cxnId="{6D9EA823-D073-4AB8-850C-D1260DFF7850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851EB2F1-EF0A-48F6-9E88-ADD223E56851}">
      <dgm:prSet phldrT="[テキスト]" custT="1"/>
      <dgm:spPr/>
      <dgm:t>
        <a:bodyPr/>
        <a:lstStyle/>
        <a:p>
          <a:r>
            <a:rPr kumimoji="1" lang="en-US" altLang="ja-JP" sz="2000" b="1" u="sng" dirty="0">
              <a:solidFill>
                <a:schemeClr val="bg1"/>
              </a:solidFill>
              <a:latin typeface="+mj-lt"/>
            </a:rPr>
            <a:t>Output of PMS Analysis </a:t>
          </a:r>
          <a:r>
            <a:rPr kumimoji="1" lang="en-US" altLang="ja-JP" sz="2000" b="1" u="sng" dirty="0">
              <a:solidFill>
                <a:schemeClr val="bg1"/>
              </a:solidFill>
              <a:latin typeface="+mj-lt"/>
              <a:sym typeface="Wingdings" panose="05000000000000000000" pitchFamily="2" charset="2"/>
            </a:rPr>
            <a:t> Sales Activity Ideas </a:t>
          </a:r>
          <a:endParaRPr kumimoji="1" lang="ja-JP" altLang="en-US" sz="2000" b="1" u="sng" dirty="0">
            <a:solidFill>
              <a:schemeClr val="bg1"/>
            </a:solidFill>
            <a:latin typeface="+mj-lt"/>
          </a:endParaRPr>
        </a:p>
      </dgm:t>
    </dgm:pt>
    <dgm:pt modelId="{4B0F4DCF-849B-454F-971F-215582B2DC81}" type="sibTrans" cxnId="{34FF1B40-96F2-43FF-ABB8-6AC910FFA2C7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E430270F-7BF3-424C-98F8-2D7E629C5C74}" type="parTrans" cxnId="{34FF1B40-96F2-43FF-ABB8-6AC910FFA2C7}">
      <dgm:prSet/>
      <dgm:spPr/>
      <dgm:t>
        <a:bodyPr/>
        <a:lstStyle/>
        <a:p>
          <a:endParaRPr kumimoji="1" lang="ja-JP" altLang="en-US">
            <a:latin typeface="+mj-lt"/>
          </a:endParaRPr>
        </a:p>
      </dgm:t>
    </dgm:pt>
    <dgm:pt modelId="{18232524-476E-49D5-ABE5-5EED248FBF13}" type="pres">
      <dgm:prSet presAssocID="{56D60537-533C-4957-AFEC-D762358833C3}" presName="Name0" presStyleCnt="0">
        <dgm:presLayoutVars>
          <dgm:chMax val="4"/>
          <dgm:resizeHandles val="exact"/>
        </dgm:presLayoutVars>
      </dgm:prSet>
      <dgm:spPr/>
    </dgm:pt>
    <dgm:pt modelId="{E24A8DB3-9BB2-486E-80D4-53EAB4FBADB0}" type="pres">
      <dgm:prSet presAssocID="{56D60537-533C-4957-AFEC-D762358833C3}" presName="ellipse" presStyleLbl="trBgShp" presStyleIdx="0" presStyleCnt="1" custAng="16200000" custLinFactNeighborX="23246" custLinFactNeighborY="98720"/>
      <dgm:spPr/>
    </dgm:pt>
    <dgm:pt modelId="{DFE953CB-B3FC-4B66-BF77-61015547CB19}" type="pres">
      <dgm:prSet presAssocID="{56D60537-533C-4957-AFEC-D762358833C3}" presName="arrow1" presStyleLbl="fgShp" presStyleIdx="0" presStyleCnt="1" custAng="16200000" custScaleX="158438" custScaleY="186439" custLinFactX="-86370" custLinFactY="-133318" custLinFactNeighborX="-100000" custLinFactNeighborY="-200000"/>
      <dgm:spPr>
        <a:solidFill>
          <a:srgbClr val="FFFFFF"/>
        </a:solidFill>
      </dgm:spPr>
    </dgm:pt>
    <dgm:pt modelId="{D6AF285A-3571-4374-A8DF-BE72830680B6}" type="pres">
      <dgm:prSet presAssocID="{56D60537-533C-4957-AFEC-D762358833C3}" presName="rectangle" presStyleLbl="revTx" presStyleIdx="0" presStyleCnt="1" custAng="10800000" custFlipVert="1" custScaleX="166667" custScaleY="79572" custLinFactNeighborX="6462" custLinFactNeighborY="17042">
        <dgm:presLayoutVars>
          <dgm:bulletEnabled val="1"/>
        </dgm:presLayoutVars>
      </dgm:prSet>
      <dgm:spPr/>
    </dgm:pt>
    <dgm:pt modelId="{156A96D6-76F4-4215-81B3-6BFCCF384564}" type="pres">
      <dgm:prSet presAssocID="{7C0C23D3-1A18-4423-9605-38941FDFA7FD}" presName="item1" presStyleLbl="node1" presStyleIdx="0" presStyleCnt="3" custScaleX="126229" custLinFactNeighborX="72538" custLinFactNeighborY="64951">
        <dgm:presLayoutVars>
          <dgm:bulletEnabled val="1"/>
        </dgm:presLayoutVars>
      </dgm:prSet>
      <dgm:spPr/>
    </dgm:pt>
    <dgm:pt modelId="{81D8A529-3C14-46A6-8641-CF05F5D0A4CD}" type="pres">
      <dgm:prSet presAssocID="{C5D604BC-1852-41FA-A275-1F279CB39B99}" presName="item2" presStyleLbl="node1" presStyleIdx="1" presStyleCnt="3" custLinFactX="33050" custLinFactNeighborX="100000" custLinFactNeighborY="-16938">
        <dgm:presLayoutVars>
          <dgm:bulletEnabled val="1"/>
        </dgm:presLayoutVars>
      </dgm:prSet>
      <dgm:spPr/>
    </dgm:pt>
    <dgm:pt modelId="{34E07E67-EE8E-45B8-AB08-488D70EBBFB4}" type="pres">
      <dgm:prSet presAssocID="{851EB2F1-EF0A-48F6-9E88-ADD223E56851}" presName="item3" presStyleLbl="node1" presStyleIdx="2" presStyleCnt="3" custLinFactNeighborX="-21980" custLinFactNeighborY="90072">
        <dgm:presLayoutVars>
          <dgm:bulletEnabled val="1"/>
        </dgm:presLayoutVars>
      </dgm:prSet>
      <dgm:spPr/>
    </dgm:pt>
    <dgm:pt modelId="{204BB5E4-0178-4943-8177-E6021D658FC5}" type="pres">
      <dgm:prSet presAssocID="{56D60537-533C-4957-AFEC-D762358833C3}" presName="funnel" presStyleLbl="trAlignAcc1" presStyleIdx="0" presStyleCnt="1" custAng="5400000" custLinFactNeighborX="902" custLinFactNeighborY="13568"/>
      <dgm:spPr/>
    </dgm:pt>
  </dgm:ptLst>
  <dgm:cxnLst>
    <dgm:cxn modelId="{45B39E18-36C8-4F97-8DB4-DFE2314E1E3E}" srcId="{56D60537-533C-4957-AFEC-D762358833C3}" destId="{C5D604BC-1852-41FA-A275-1F279CB39B99}" srcOrd="2" destOrd="0" parTransId="{7A7C8AC2-6DEE-4C3F-8312-AA266F27E9DA}" sibTransId="{54F01E57-9390-4CD2-B9F6-D511B71A34FD}"/>
    <dgm:cxn modelId="{6D9EA823-D073-4AB8-850C-D1260DFF7850}" srcId="{56D60537-533C-4957-AFEC-D762358833C3}" destId="{B0C3E1AB-CBA2-46F5-B1F3-92864D7C029C}" srcOrd="4" destOrd="0" parTransId="{FCCBB38C-7786-4AAE-9A26-F76819902A98}" sibTransId="{DE1148B1-02C4-4FFB-B982-BF8EAE1683C6}"/>
    <dgm:cxn modelId="{82A6F925-8B98-42E8-92E4-BE071E1CC227}" type="presOf" srcId="{9CDF53B2-166E-4C9F-9763-921C8B88F26D}" destId="{34E07E67-EE8E-45B8-AB08-488D70EBBFB4}" srcOrd="0" destOrd="0" presId="urn:microsoft.com/office/officeart/2005/8/layout/funnel1"/>
    <dgm:cxn modelId="{F0E6092D-59CA-43FF-8706-EA0EFAE1E7C3}" srcId="{56D60537-533C-4957-AFEC-D762358833C3}" destId="{7C0C23D3-1A18-4423-9605-38941FDFA7FD}" srcOrd="1" destOrd="0" parTransId="{864851FF-B7FF-44FF-9973-3E7F198D93A9}" sibTransId="{C0E94C94-317A-4431-8C94-C5A79C59D6DD}"/>
    <dgm:cxn modelId="{9EE94B38-36CA-4CB8-BCC7-7A5F6AB28D1D}" type="presOf" srcId="{56D60537-533C-4957-AFEC-D762358833C3}" destId="{18232524-476E-49D5-ABE5-5EED248FBF13}" srcOrd="0" destOrd="0" presId="urn:microsoft.com/office/officeart/2005/8/layout/funnel1"/>
    <dgm:cxn modelId="{5FAC273C-9FB4-42BD-8FB2-204719E1B107}" type="presOf" srcId="{C5D604BC-1852-41FA-A275-1F279CB39B99}" destId="{156A96D6-76F4-4215-81B3-6BFCCF384564}" srcOrd="0" destOrd="0" presId="urn:microsoft.com/office/officeart/2005/8/layout/funnel1"/>
    <dgm:cxn modelId="{34FF1B40-96F2-43FF-ABB8-6AC910FFA2C7}" srcId="{56D60537-533C-4957-AFEC-D762358833C3}" destId="{851EB2F1-EF0A-48F6-9E88-ADD223E56851}" srcOrd="3" destOrd="0" parTransId="{E430270F-7BF3-424C-98F8-2D7E629C5C74}" sibTransId="{4B0F4DCF-849B-454F-971F-215582B2DC81}"/>
    <dgm:cxn modelId="{352DCD42-2502-4528-9663-E9CD4EBFF447}" type="presOf" srcId="{851EB2F1-EF0A-48F6-9E88-ADD223E56851}" destId="{D6AF285A-3571-4374-A8DF-BE72830680B6}" srcOrd="0" destOrd="0" presId="urn:microsoft.com/office/officeart/2005/8/layout/funnel1"/>
    <dgm:cxn modelId="{BCA5595A-0B29-4199-8679-A3DFC585F34E}" srcId="{56D60537-533C-4957-AFEC-D762358833C3}" destId="{9CDF53B2-166E-4C9F-9763-921C8B88F26D}" srcOrd="0" destOrd="0" parTransId="{F03DAEC2-B744-4E14-8B00-B52FE5879860}" sibTransId="{0858A0A6-11D2-4335-A191-0909F971008F}"/>
    <dgm:cxn modelId="{198A6FD1-E56D-4CCC-8FEE-7CBE029997F3}" type="presOf" srcId="{7C0C23D3-1A18-4423-9605-38941FDFA7FD}" destId="{81D8A529-3C14-46A6-8641-CF05F5D0A4CD}" srcOrd="0" destOrd="0" presId="urn:microsoft.com/office/officeart/2005/8/layout/funnel1"/>
    <dgm:cxn modelId="{89E93599-380B-4B4E-8D3A-38A8BEECDA26}" type="presParOf" srcId="{18232524-476E-49D5-ABE5-5EED248FBF13}" destId="{E24A8DB3-9BB2-486E-80D4-53EAB4FBADB0}" srcOrd="0" destOrd="0" presId="urn:microsoft.com/office/officeart/2005/8/layout/funnel1"/>
    <dgm:cxn modelId="{67F0F15B-48A8-4CA2-AC9C-DF3CE67967E6}" type="presParOf" srcId="{18232524-476E-49D5-ABE5-5EED248FBF13}" destId="{DFE953CB-B3FC-4B66-BF77-61015547CB19}" srcOrd="1" destOrd="0" presId="urn:microsoft.com/office/officeart/2005/8/layout/funnel1"/>
    <dgm:cxn modelId="{9A15BF13-56B8-42ED-8C7C-15865604088A}" type="presParOf" srcId="{18232524-476E-49D5-ABE5-5EED248FBF13}" destId="{D6AF285A-3571-4374-A8DF-BE72830680B6}" srcOrd="2" destOrd="0" presId="urn:microsoft.com/office/officeart/2005/8/layout/funnel1"/>
    <dgm:cxn modelId="{B80F5528-D444-4E38-87DC-326FC1213F10}" type="presParOf" srcId="{18232524-476E-49D5-ABE5-5EED248FBF13}" destId="{156A96D6-76F4-4215-81B3-6BFCCF384564}" srcOrd="3" destOrd="0" presId="urn:microsoft.com/office/officeart/2005/8/layout/funnel1"/>
    <dgm:cxn modelId="{A5EA9C26-6D50-46AE-893B-2FF47DD8FB5D}" type="presParOf" srcId="{18232524-476E-49D5-ABE5-5EED248FBF13}" destId="{81D8A529-3C14-46A6-8641-CF05F5D0A4CD}" srcOrd="4" destOrd="0" presId="urn:microsoft.com/office/officeart/2005/8/layout/funnel1"/>
    <dgm:cxn modelId="{03AF95D7-54A1-4639-8E36-A5C7137BD026}" type="presParOf" srcId="{18232524-476E-49D5-ABE5-5EED248FBF13}" destId="{34E07E67-EE8E-45B8-AB08-488D70EBBFB4}" srcOrd="5" destOrd="0" presId="urn:microsoft.com/office/officeart/2005/8/layout/funnel1"/>
    <dgm:cxn modelId="{2C6E91D3-1952-45DD-9BDD-288F7AE5AED7}" type="presParOf" srcId="{18232524-476E-49D5-ABE5-5EED248FBF13}" destId="{204BB5E4-0178-4943-8177-E6021D658FC5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4A8DB3-9BB2-486E-80D4-53EAB4FBADB0}">
      <dsp:nvSpPr>
        <dsp:cNvPr id="0" name=""/>
        <dsp:cNvSpPr/>
      </dsp:nvSpPr>
      <dsp:spPr>
        <a:xfrm rot="16200000">
          <a:off x="-499884" y="1370296"/>
          <a:ext cx="3738078" cy="1298185"/>
        </a:xfrm>
        <a:prstGeom prst="ellipse">
          <a:avLst/>
        </a:prstGeom>
        <a:solidFill>
          <a:schemeClr val="accent2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953CB-B3FC-4B66-BF77-61015547CB19}">
      <dsp:nvSpPr>
        <dsp:cNvPr id="0" name=""/>
        <dsp:cNvSpPr/>
      </dsp:nvSpPr>
      <dsp:spPr>
        <a:xfrm rot="16200000">
          <a:off x="3278544" y="1519271"/>
          <a:ext cx="1147778" cy="864401"/>
        </a:xfrm>
        <a:prstGeom prst="downArrow">
          <a:avLst/>
        </a:prstGeom>
        <a:solidFill>
          <a:srgbClr val="FFFFFF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D6AF285A-3571-4374-A8DF-BE72830680B6}">
      <dsp:nvSpPr>
        <dsp:cNvPr id="0" name=""/>
        <dsp:cNvSpPr/>
      </dsp:nvSpPr>
      <dsp:spPr>
        <a:xfrm rot="10800000" flipV="1">
          <a:off x="0" y="3944637"/>
          <a:ext cx="5908562" cy="6917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b="1" u="sng" kern="1200" dirty="0">
              <a:solidFill>
                <a:schemeClr val="bg1"/>
              </a:solidFill>
              <a:latin typeface="+mj-lt"/>
            </a:rPr>
            <a:t>PMS Cover Ratio and Sales Trend Analysis</a:t>
          </a:r>
          <a:endParaRPr kumimoji="1" lang="ja-JP" altLang="en-US" sz="2000" b="1" u="sng" kern="1200" dirty="0">
            <a:solidFill>
              <a:schemeClr val="bg1"/>
            </a:solidFill>
            <a:latin typeface="+mj-lt"/>
          </a:endParaRPr>
        </a:p>
      </dsp:txBody>
      <dsp:txXfrm rot="-10800000">
        <a:off x="0" y="3944637"/>
        <a:ext cx="5908562" cy="691735"/>
      </dsp:txXfrm>
    </dsp:sp>
    <dsp:sp modelId="{156A96D6-76F4-4215-81B3-6BFCCF384564}">
      <dsp:nvSpPr>
        <dsp:cNvPr id="0" name=""/>
        <dsp:cNvSpPr/>
      </dsp:nvSpPr>
      <dsp:spPr>
        <a:xfrm>
          <a:off x="936109" y="2224415"/>
          <a:ext cx="1303980" cy="130398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>
              <a:latin typeface="+mj-lt"/>
            </a:rPr>
            <a:t>Market Info</a:t>
          </a:r>
          <a:endParaRPr kumimoji="1" lang="ja-JP" altLang="en-US" sz="2100" kern="1200" dirty="0">
            <a:latin typeface="+mj-lt"/>
          </a:endParaRPr>
        </a:p>
      </dsp:txBody>
      <dsp:txXfrm>
        <a:off x="1127072" y="2415378"/>
        <a:ext cx="922054" cy="922054"/>
      </dsp:txXfrm>
    </dsp:sp>
    <dsp:sp modelId="{81D8A529-3C14-46A6-8641-CF05F5D0A4CD}">
      <dsp:nvSpPr>
        <dsp:cNvPr id="0" name=""/>
        <dsp:cNvSpPr/>
      </dsp:nvSpPr>
      <dsp:spPr>
        <a:xfrm>
          <a:off x="936102" y="280190"/>
          <a:ext cx="1303980" cy="1303980"/>
        </a:xfrm>
        <a:prstGeom prst="ellipse">
          <a:avLst/>
        </a:prstGeom>
        <a:gradFill rotWithShape="0">
          <a:gsLst>
            <a:gs pos="0">
              <a:schemeClr val="accent2">
                <a:hueOff val="-1052953"/>
                <a:satOff val="-26831"/>
                <a:lumOff val="22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52953"/>
                <a:satOff val="-26831"/>
                <a:lumOff val="22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52953"/>
                <a:satOff val="-26831"/>
                <a:lumOff val="22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>
              <a:latin typeface="+mj-lt"/>
            </a:rPr>
            <a:t>Vehicle UIO</a:t>
          </a:r>
          <a:endParaRPr kumimoji="1" lang="ja-JP" altLang="en-US" sz="2100" kern="1200" dirty="0">
            <a:latin typeface="+mj-lt"/>
          </a:endParaRPr>
        </a:p>
      </dsp:txBody>
      <dsp:txXfrm>
        <a:off x="1127065" y="471153"/>
        <a:ext cx="922054" cy="922054"/>
      </dsp:txXfrm>
    </dsp:sp>
    <dsp:sp modelId="{34E07E67-EE8E-45B8-AB08-488D70EBBFB4}">
      <dsp:nvSpPr>
        <dsp:cNvPr id="0" name=""/>
        <dsp:cNvSpPr/>
      </dsp:nvSpPr>
      <dsp:spPr>
        <a:xfrm>
          <a:off x="1728195" y="1216295"/>
          <a:ext cx="1303980" cy="1303980"/>
        </a:xfrm>
        <a:prstGeom prst="ellipse">
          <a:avLst/>
        </a:prstGeom>
        <a:gradFill rotWithShape="0">
          <a:gsLst>
            <a:gs pos="0">
              <a:schemeClr val="accent2">
                <a:hueOff val="-2105905"/>
                <a:satOff val="-53661"/>
                <a:lumOff val="451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105905"/>
                <a:satOff val="-53661"/>
                <a:lumOff val="451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105905"/>
                <a:satOff val="-53661"/>
                <a:lumOff val="451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100" kern="1200" dirty="0">
              <a:latin typeface="+mj-lt"/>
            </a:rPr>
            <a:t>PMS Sales</a:t>
          </a:r>
          <a:endParaRPr kumimoji="1" lang="ja-JP" altLang="en-US" sz="2100" kern="1200" dirty="0">
            <a:latin typeface="+mj-lt"/>
          </a:endParaRPr>
        </a:p>
      </dsp:txBody>
      <dsp:txXfrm>
        <a:off x="1919158" y="1407258"/>
        <a:ext cx="922054" cy="922054"/>
      </dsp:txXfrm>
    </dsp:sp>
    <dsp:sp modelId="{204BB5E4-0178-4943-8177-E6021D658FC5}">
      <dsp:nvSpPr>
        <dsp:cNvPr id="0" name=""/>
        <dsp:cNvSpPr/>
      </dsp:nvSpPr>
      <dsp:spPr>
        <a:xfrm rot="16200000">
          <a:off x="170370" y="381303"/>
          <a:ext cx="4056829" cy="3245463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4A8DB3-9BB2-486E-80D4-53EAB4FBADB0}">
      <dsp:nvSpPr>
        <dsp:cNvPr id="0" name=""/>
        <dsp:cNvSpPr/>
      </dsp:nvSpPr>
      <dsp:spPr>
        <a:xfrm rot="16200000">
          <a:off x="1928776" y="1606640"/>
          <a:ext cx="3811031" cy="1323521"/>
        </a:xfrm>
        <a:prstGeom prst="ellipse">
          <a:avLst/>
        </a:prstGeom>
        <a:solidFill>
          <a:schemeClr val="accent2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953CB-B3FC-4B66-BF77-61015547CB19}">
      <dsp:nvSpPr>
        <dsp:cNvPr id="0" name=""/>
        <dsp:cNvSpPr/>
      </dsp:nvSpPr>
      <dsp:spPr>
        <a:xfrm rot="16200000">
          <a:off x="992722" y="1761074"/>
          <a:ext cx="1170178" cy="881271"/>
        </a:xfrm>
        <a:prstGeom prst="downArrow">
          <a:avLst/>
        </a:prstGeom>
        <a:solidFill>
          <a:srgbClr val="FFFFFF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D6AF285A-3571-4374-A8DF-BE72830680B6}">
      <dsp:nvSpPr>
        <dsp:cNvPr id="0" name=""/>
        <dsp:cNvSpPr/>
      </dsp:nvSpPr>
      <dsp:spPr>
        <a:xfrm rot="10800000" flipV="1">
          <a:off x="-5" y="4147163"/>
          <a:ext cx="5908587" cy="7052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b="1" u="sng" kern="1200" dirty="0">
              <a:solidFill>
                <a:schemeClr val="bg1"/>
              </a:solidFill>
              <a:latin typeface="+mj-lt"/>
            </a:rPr>
            <a:t>Output of PMS Analysis </a:t>
          </a:r>
          <a:r>
            <a:rPr kumimoji="1" lang="en-US" altLang="ja-JP" sz="2000" b="1" u="sng" kern="1200" dirty="0">
              <a:solidFill>
                <a:schemeClr val="bg1"/>
              </a:solidFill>
              <a:latin typeface="+mj-lt"/>
              <a:sym typeface="Wingdings" panose="05000000000000000000" pitchFamily="2" charset="2"/>
            </a:rPr>
            <a:t> Sales Activity Ideas </a:t>
          </a:r>
          <a:endParaRPr kumimoji="1" lang="ja-JP" altLang="en-US" sz="2000" b="1" u="sng" kern="1200" dirty="0">
            <a:solidFill>
              <a:schemeClr val="bg1"/>
            </a:solidFill>
            <a:latin typeface="+mj-lt"/>
          </a:endParaRPr>
        </a:p>
      </dsp:txBody>
      <dsp:txXfrm rot="-10800000">
        <a:off x="-5" y="4147163"/>
        <a:ext cx="5908587" cy="705235"/>
      </dsp:txXfrm>
    </dsp:sp>
    <dsp:sp modelId="{156A96D6-76F4-4215-81B3-6BFCCF384564}">
      <dsp:nvSpPr>
        <dsp:cNvPr id="0" name=""/>
        <dsp:cNvSpPr/>
      </dsp:nvSpPr>
      <dsp:spPr>
        <a:xfrm>
          <a:off x="3218418" y="2589277"/>
          <a:ext cx="1678125" cy="1329429"/>
        </a:xfrm>
        <a:prstGeom prst="ellipse">
          <a:avLst/>
        </a:prstGeom>
        <a:solidFill>
          <a:srgbClr val="80B129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400" kern="1200" dirty="0">
              <a:latin typeface="+mj-lt"/>
            </a:rPr>
            <a:t>Maintenance Package</a:t>
          </a:r>
          <a:endParaRPr kumimoji="1" lang="ja-JP" altLang="en-US" sz="1400" kern="1200" dirty="0">
            <a:latin typeface="+mj-lt"/>
          </a:endParaRPr>
        </a:p>
      </dsp:txBody>
      <dsp:txXfrm>
        <a:off x="3464174" y="2783967"/>
        <a:ext cx="1186613" cy="940049"/>
      </dsp:txXfrm>
    </dsp:sp>
    <dsp:sp modelId="{81D8A529-3C14-46A6-8641-CF05F5D0A4CD}">
      <dsp:nvSpPr>
        <dsp:cNvPr id="0" name=""/>
        <dsp:cNvSpPr/>
      </dsp:nvSpPr>
      <dsp:spPr>
        <a:xfrm>
          <a:off x="3245950" y="503253"/>
          <a:ext cx="1329429" cy="1329429"/>
        </a:xfrm>
        <a:prstGeom prst="ellipse">
          <a:avLst/>
        </a:prstGeom>
        <a:solidFill>
          <a:srgbClr val="C43A4C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700" kern="1200" dirty="0">
              <a:latin typeface="+mj-lt"/>
            </a:rPr>
            <a:t>Pricing Strategy</a:t>
          </a:r>
          <a:endParaRPr kumimoji="1" lang="ja-JP" altLang="en-US" sz="1700" kern="1200" dirty="0">
            <a:latin typeface="+mj-lt"/>
          </a:endParaRPr>
        </a:p>
      </dsp:txBody>
      <dsp:txXfrm>
        <a:off x="3440640" y="697943"/>
        <a:ext cx="940049" cy="940049"/>
      </dsp:txXfrm>
    </dsp:sp>
    <dsp:sp modelId="{34E07E67-EE8E-45B8-AB08-488D70EBBFB4}">
      <dsp:nvSpPr>
        <dsp:cNvPr id="0" name=""/>
        <dsp:cNvSpPr/>
      </dsp:nvSpPr>
      <dsp:spPr>
        <a:xfrm>
          <a:off x="2543907" y="1604449"/>
          <a:ext cx="1329429" cy="1329429"/>
        </a:xfrm>
        <a:prstGeom prst="ellipse">
          <a:avLst/>
        </a:prstGeom>
        <a:solidFill>
          <a:srgbClr val="E5814A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700" kern="1200" dirty="0">
              <a:latin typeface="+mj-lt"/>
            </a:rPr>
            <a:t>Incentive Program</a:t>
          </a:r>
          <a:endParaRPr kumimoji="1" lang="ja-JP" altLang="en-US" sz="1700" kern="1200" dirty="0">
            <a:latin typeface="+mj-lt"/>
          </a:endParaRPr>
        </a:p>
      </dsp:txBody>
      <dsp:txXfrm>
        <a:off x="2738597" y="1799139"/>
        <a:ext cx="940049" cy="940049"/>
      </dsp:txXfrm>
    </dsp:sp>
    <dsp:sp modelId="{204BB5E4-0178-4943-8177-E6021D658FC5}">
      <dsp:nvSpPr>
        <dsp:cNvPr id="0" name=""/>
        <dsp:cNvSpPr/>
      </dsp:nvSpPr>
      <dsp:spPr>
        <a:xfrm rot="5400000">
          <a:off x="923593" y="586512"/>
          <a:ext cx="4136003" cy="3308802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" Type="http://schemas.openxmlformats.org/officeDocument/2006/relationships/theme" Target="../theme/theme3.xml"/><Relationship Id="rId6" Type="http://schemas.openxmlformats.org/officeDocument/2006/relationships/tags" Target="../tags/tag280.xml"/><Relationship Id="rId5" Type="http://schemas.openxmlformats.org/officeDocument/2006/relationships/tags" Target="../tags/tag279.xml"/><Relationship Id="rId4" Type="http://schemas.openxmlformats.org/officeDocument/2006/relationships/tags" Target="../tags/tag27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F0BA78-90CB-6716-BAB4-5230A3DF17B2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71BA2-0175-825B-7350-4BA121125589}"/>
              </a:ext>
            </a:extLst>
          </p:cNvPr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ADDA5-687F-4CA2-A9AF-6B9BF327A4DD}" type="datetimeFigureOut">
              <a:rPr lang="en-US" altLang="ja-JP" sz="1000" smtClean="0"/>
              <a:t>1/16/2026</a:t>
            </a:fld>
            <a:endParaRPr lang="ja-JP" altLang="en-US" sz="1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90FE2-FFF9-F3D2-3B9E-E27FF1500339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6A66D-1FFF-1678-14DB-F9428C5D4D3D}"/>
              </a:ext>
            </a:extLst>
          </p:cNvPr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58B59-2E2E-46A0-90ED-1E61FADAB3B5}" type="slidenum">
              <a:rPr lang="en-US" altLang="ja-JP" sz="1000" smtClean="0"/>
              <a:t>‹#›</a:t>
            </a:fld>
            <a:endParaRPr lang="ja-JP" altLang="en-US" sz="1000"/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11072DBC-7458-B0A5-006F-9A77FFDFD512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060184" y="8853800"/>
            <a:ext cx="737631" cy="128367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D1FC228-DC72-A1A7-7565-634640A96F61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912B6C-CE3F-D459-6033-7479C9BD4A6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59C4B25-13DC-8240-8FB3-29757822D933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5B32314-27A9-7F76-DF92-20FF4AE6A54E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F5F5B2-78CC-8E92-C577-13AF3D69C06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09272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75.xml"/><Relationship Id="rId3" Type="http://schemas.openxmlformats.org/officeDocument/2006/relationships/tags" Target="../tags/tag270.xml"/><Relationship Id="rId7" Type="http://schemas.openxmlformats.org/officeDocument/2006/relationships/tags" Target="../tags/tag274.xml"/><Relationship Id="rId2" Type="http://schemas.openxmlformats.org/officeDocument/2006/relationships/tags" Target="../tags/tag269.xml"/><Relationship Id="rId1" Type="http://schemas.openxmlformats.org/officeDocument/2006/relationships/theme" Target="../theme/theme2.xml"/><Relationship Id="rId6" Type="http://schemas.openxmlformats.org/officeDocument/2006/relationships/tags" Target="../tags/tag273.xml"/><Relationship Id="rId5" Type="http://schemas.openxmlformats.org/officeDocument/2006/relationships/tags" Target="../tags/tag272.xml"/><Relationship Id="rId4" Type="http://schemas.openxmlformats.org/officeDocument/2006/relationships/tags" Target="../tags/tag27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altLang="en-US" dirty="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E281846C-643F-4F0E-9EC5-8D1A801D89C6}" type="datetimeFigureOut">
              <a:rPr lang="en-US" altLang="ja-JP" smtClean="0"/>
              <a:pPr/>
              <a:t>1/16/2026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1691229" y="945883"/>
            <a:ext cx="3475541" cy="195499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3449533"/>
            <a:ext cx="5486400" cy="496623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  <a:endParaRPr lang="ja-JP" altLang="en-US"/>
          </a:p>
          <a:p>
            <a:pPr lvl="2"/>
            <a:r>
              <a:rPr lang="en-US" altLang="ja-JP"/>
              <a:t>Third level</a:t>
            </a:r>
            <a:endParaRPr lang="ja-JP" altLang="en-US"/>
          </a:p>
          <a:p>
            <a:pPr lvl="3"/>
            <a:r>
              <a:rPr lang="en-US" altLang="ja-JP"/>
              <a:t>Fourth level</a:t>
            </a:r>
            <a:endParaRPr lang="ja-JP" altLang="en-US"/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altLang="en-US" dirty="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E33A13B3-A3CB-4EE5-AF82-764F8AB15C6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grpSp>
        <p:nvGrpSpPr>
          <p:cNvPr id="8" name="LOGO RED">
            <a:extLst>
              <a:ext uri="{FF2B5EF4-FFF2-40B4-BE49-F238E27FC236}">
                <a16:creationId xmlns:a16="http://schemas.microsoft.com/office/drawing/2014/main" id="{AB799E2B-D3C9-AFAE-EDB1-D544666556C1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3060184" y="8853800"/>
            <a:ext cx="737631" cy="128367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F1B57B5-583B-5F3A-D9A6-B2A0A94A8626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5579C19-6679-A34E-F94B-387A17288156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C01044-50B1-C740-5BF1-32485419907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2477F87-3264-58A2-D634-FDCE09153ADA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2FCB32D-1342-0DF1-099E-4A864AAFCE2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7445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A13B3-A3CB-4EE5-AF82-764F8AB15C65}" type="slidenum">
              <a:rPr lang="en-US" altLang="ja-JP" smtClean="0"/>
              <a:pPr/>
              <a:t>8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1213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7.xml"/><Relationship Id="rId7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.xml"/><Relationship Id="rId10" Type="http://schemas.openxmlformats.org/officeDocument/2006/relationships/image" Target="../media/image4.svg"/><Relationship Id="rId4" Type="http://schemas.openxmlformats.org/officeDocument/2006/relationships/tags" Target="../tags/tag8.xml"/><Relationship Id="rId9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5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6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5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9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3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tags" Target="../tags/tag26.xml"/><Relationship Id="rId7" Type="http://schemas.openxmlformats.org/officeDocument/2006/relationships/image" Target="../media/image7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31.xml"/><Relationship Id="rId7" Type="http://schemas.openxmlformats.org/officeDocument/2006/relationships/image" Target="../media/image10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tags" Target="../tags/tag36.xml"/><Relationship Id="rId7" Type="http://schemas.openxmlformats.org/officeDocument/2006/relationships/image" Target="../media/image7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9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41.xml"/><Relationship Id="rId7" Type="http://schemas.openxmlformats.org/officeDocument/2006/relationships/image" Target="../media/image10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9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image" Target="../media/image2.sv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image" Target="../media/image1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image" Target="../media/image13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image" Target="../media/image13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7" Type="http://schemas.openxmlformats.org/officeDocument/2006/relationships/image" Target="../media/image14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15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7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6.xml"/><Relationship Id="rId4" Type="http://schemas.openxmlformats.org/officeDocument/2006/relationships/tags" Target="../tags/tag8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1.xml"/><Relationship Id="rId4" Type="http://schemas.openxmlformats.org/officeDocument/2006/relationships/tags" Target="../tags/tag9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9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7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image" Target="../media/image12.png"/><Relationship Id="rId4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135.xml"/><Relationship Id="rId7" Type="http://schemas.openxmlformats.org/officeDocument/2006/relationships/image" Target="../media/image16.svg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image" Target="../media/image7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36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139.xml"/><Relationship Id="rId7" Type="http://schemas.openxmlformats.org/officeDocument/2006/relationships/image" Target="../media/image11.svg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image" Target="../media/image10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0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143.xml"/><Relationship Id="rId7" Type="http://schemas.openxmlformats.org/officeDocument/2006/relationships/image" Target="../media/image16.svg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image" Target="../media/image7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4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147.xml"/><Relationship Id="rId7" Type="http://schemas.openxmlformats.org/officeDocument/2006/relationships/image" Target="../media/image11.svg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image" Target="../media/image10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8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5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9" Type="http://schemas.openxmlformats.org/officeDocument/2006/relationships/image" Target="../media/image16.sv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15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9" Type="http://schemas.openxmlformats.org/officeDocument/2006/relationships/image" Target="../media/image11.sv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168.xml"/><Relationship Id="rId3" Type="http://schemas.openxmlformats.org/officeDocument/2006/relationships/tags" Target="../tags/tag163.xml"/><Relationship Id="rId7" Type="http://schemas.openxmlformats.org/officeDocument/2006/relationships/tags" Target="../tags/tag167.xm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6" Type="http://schemas.openxmlformats.org/officeDocument/2006/relationships/tags" Target="../tags/tag166.xml"/><Relationship Id="rId11" Type="http://schemas.openxmlformats.org/officeDocument/2006/relationships/image" Target="../media/image8.svg"/><Relationship Id="rId5" Type="http://schemas.openxmlformats.org/officeDocument/2006/relationships/tags" Target="../tags/tag165.xml"/><Relationship Id="rId10" Type="http://schemas.openxmlformats.org/officeDocument/2006/relationships/image" Target="../media/image7.png"/><Relationship Id="rId4" Type="http://schemas.openxmlformats.org/officeDocument/2006/relationships/tags" Target="../tags/tag164.xml"/><Relationship Id="rId9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176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11" Type="http://schemas.openxmlformats.org/officeDocument/2006/relationships/image" Target="../media/image11.svg"/><Relationship Id="rId5" Type="http://schemas.openxmlformats.org/officeDocument/2006/relationships/tags" Target="../tags/tag173.xml"/><Relationship Id="rId10" Type="http://schemas.openxmlformats.org/officeDocument/2006/relationships/image" Target="../media/image10.png"/><Relationship Id="rId4" Type="http://schemas.openxmlformats.org/officeDocument/2006/relationships/tags" Target="../tags/tag172.xml"/><Relationship Id="rId9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17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6" Type="http://schemas.openxmlformats.org/officeDocument/2006/relationships/tags" Target="../tags/tag182.xml"/><Relationship Id="rId11" Type="http://schemas.openxmlformats.org/officeDocument/2006/relationships/image" Target="../media/image2.svg"/><Relationship Id="rId5" Type="http://schemas.openxmlformats.org/officeDocument/2006/relationships/tags" Target="../tags/tag181.xml"/><Relationship Id="rId10" Type="http://schemas.openxmlformats.org/officeDocument/2006/relationships/image" Target="../media/image1.png"/><Relationship Id="rId4" Type="http://schemas.openxmlformats.org/officeDocument/2006/relationships/tags" Target="../tags/tag180.xml"/><Relationship Id="rId9" Type="http://schemas.openxmlformats.org/officeDocument/2006/relationships/image" Target="../media/image22.sv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3" Type="http://schemas.openxmlformats.org/officeDocument/2006/relationships/tags" Target="../tags/tag185.xml"/><Relationship Id="rId7" Type="http://schemas.openxmlformats.org/officeDocument/2006/relationships/tags" Target="../tags/tag189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9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19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9.xml"/><Relationship Id="rId7" Type="http://schemas.openxmlformats.org/officeDocument/2006/relationships/tags" Target="../tags/tag203.xml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6.xml"/><Relationship Id="rId7" Type="http://schemas.openxmlformats.org/officeDocument/2006/relationships/tags" Target="../tags/tag210.xml"/><Relationship Id="rId2" Type="http://schemas.openxmlformats.org/officeDocument/2006/relationships/tags" Target="../tags/tag205.xml"/><Relationship Id="rId1" Type="http://schemas.openxmlformats.org/officeDocument/2006/relationships/tags" Target="../tags/tag204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13.xml"/><Relationship Id="rId7" Type="http://schemas.openxmlformats.org/officeDocument/2006/relationships/tags" Target="../tags/tag217.xm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10" Type="http://schemas.openxmlformats.org/officeDocument/2006/relationships/image" Target="../media/image8.svg"/><Relationship Id="rId4" Type="http://schemas.openxmlformats.org/officeDocument/2006/relationships/tags" Target="../tags/tag214.xml"/><Relationship Id="rId9" Type="http://schemas.openxmlformats.org/officeDocument/2006/relationships/image" Target="../media/image7.pn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20.xml"/><Relationship Id="rId7" Type="http://schemas.openxmlformats.org/officeDocument/2006/relationships/tags" Target="../tags/tag224.xml"/><Relationship Id="rId2" Type="http://schemas.openxmlformats.org/officeDocument/2006/relationships/tags" Target="../tags/tag219.xml"/><Relationship Id="rId1" Type="http://schemas.openxmlformats.org/officeDocument/2006/relationships/tags" Target="../tags/tag218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10" Type="http://schemas.openxmlformats.org/officeDocument/2006/relationships/image" Target="../media/image11.svg"/><Relationship Id="rId4" Type="http://schemas.openxmlformats.org/officeDocument/2006/relationships/tags" Target="../tags/tag221.xml"/><Relationship Id="rId9" Type="http://schemas.openxmlformats.org/officeDocument/2006/relationships/image" Target="../media/image10.png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27.xml"/><Relationship Id="rId7" Type="http://schemas.openxmlformats.org/officeDocument/2006/relationships/tags" Target="../tags/tag231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6" Type="http://schemas.openxmlformats.org/officeDocument/2006/relationships/tags" Target="../tags/tag230.xml"/><Relationship Id="rId5" Type="http://schemas.openxmlformats.org/officeDocument/2006/relationships/tags" Target="../tags/tag229.xml"/><Relationship Id="rId10" Type="http://schemas.openxmlformats.org/officeDocument/2006/relationships/image" Target="../media/image8.svg"/><Relationship Id="rId4" Type="http://schemas.openxmlformats.org/officeDocument/2006/relationships/tags" Target="../tags/tag228.xml"/><Relationship Id="rId9" Type="http://schemas.openxmlformats.org/officeDocument/2006/relationships/image" Target="../media/image7.pn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34.xml"/><Relationship Id="rId7" Type="http://schemas.openxmlformats.org/officeDocument/2006/relationships/tags" Target="../tags/tag238.xml"/><Relationship Id="rId2" Type="http://schemas.openxmlformats.org/officeDocument/2006/relationships/tags" Target="../tags/tag233.xml"/><Relationship Id="rId1" Type="http://schemas.openxmlformats.org/officeDocument/2006/relationships/tags" Target="../tags/tag232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10" Type="http://schemas.openxmlformats.org/officeDocument/2006/relationships/image" Target="../media/image11.svg"/><Relationship Id="rId4" Type="http://schemas.openxmlformats.org/officeDocument/2006/relationships/tags" Target="../tags/tag235.xml"/><Relationship Id="rId9" Type="http://schemas.openxmlformats.org/officeDocument/2006/relationships/image" Target="../media/image10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tags" Target="../tags/tag24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tags" Target="../tags/tag24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24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6.xml"/><Relationship Id="rId1" Type="http://schemas.openxmlformats.org/officeDocument/2006/relationships/tags" Target="../tags/tag245.xml"/><Relationship Id="rId6" Type="http://schemas.openxmlformats.org/officeDocument/2006/relationships/tags" Target="../tags/tag250.xml"/><Relationship Id="rId5" Type="http://schemas.openxmlformats.org/officeDocument/2006/relationships/tags" Target="../tags/tag249.xml"/><Relationship Id="rId4" Type="http://schemas.openxmlformats.org/officeDocument/2006/relationships/tags" Target="../tags/tag248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25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52.xml"/><Relationship Id="rId1" Type="http://schemas.openxmlformats.org/officeDocument/2006/relationships/tags" Target="../tags/tag251.xml"/><Relationship Id="rId6" Type="http://schemas.openxmlformats.org/officeDocument/2006/relationships/tags" Target="../tags/tag256.xml"/><Relationship Id="rId5" Type="http://schemas.openxmlformats.org/officeDocument/2006/relationships/tags" Target="../tags/tag255.xml"/><Relationship Id="rId4" Type="http://schemas.openxmlformats.org/officeDocument/2006/relationships/tags" Target="../tags/tag254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25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tags" Target="../tags/tag260.xml"/><Relationship Id="rId9" Type="http://schemas.openxmlformats.org/officeDocument/2006/relationships/image" Target="../media/image8.svg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26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64.xml"/><Relationship Id="rId1" Type="http://schemas.openxmlformats.org/officeDocument/2006/relationships/tags" Target="../tags/tag263.x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9" Type="http://schemas.openxmlformats.org/officeDocument/2006/relationships/image" Target="../media/image1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 Intro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Lines locked">
            <a:extLst>
              <a:ext uri="{FF2B5EF4-FFF2-40B4-BE49-F238E27FC236}">
                <a16:creationId xmlns:a16="http://schemas.microsoft.com/office/drawing/2014/main" id="{F67FE508-3830-9902-E356-983AED62310A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3697200"/>
            <a:ext cx="12192000" cy="3064803"/>
          </a:xfrm>
          <a:prstGeom prst="rect">
            <a:avLst/>
          </a:prstGeom>
        </p:spPr>
      </p:pic>
      <p:grpSp>
        <p:nvGrpSpPr>
          <p:cNvPr id="23" name="LOGO RED">
            <a:extLst>
              <a:ext uri="{FF2B5EF4-FFF2-40B4-BE49-F238E27FC236}">
                <a16:creationId xmlns:a16="http://schemas.microsoft.com/office/drawing/2014/main" id="{A3D21425-E4F5-BA03-474C-634D8486FCC6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7">
              <a:extLst>
                <a:ext uri="{FF2B5EF4-FFF2-40B4-BE49-F238E27FC236}">
                  <a16:creationId xmlns:a16="http://schemas.microsoft.com/office/drawing/2014/main" id="{9CB8B1BA-77D6-DC8F-4FB3-8865EE53647B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8">
              <a:extLst>
                <a:ext uri="{FF2B5EF4-FFF2-40B4-BE49-F238E27FC236}">
                  <a16:creationId xmlns:a16="http://schemas.microsoft.com/office/drawing/2014/main" id="{D030864B-0F9B-6746-C7BC-71EADCBCBCB3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9">
              <a:extLst>
                <a:ext uri="{FF2B5EF4-FFF2-40B4-BE49-F238E27FC236}">
                  <a16:creationId xmlns:a16="http://schemas.microsoft.com/office/drawing/2014/main" id="{7013969C-746A-E6E4-1BF7-DE8C1165F87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0">
              <a:extLst>
                <a:ext uri="{FF2B5EF4-FFF2-40B4-BE49-F238E27FC236}">
                  <a16:creationId xmlns:a16="http://schemas.microsoft.com/office/drawing/2014/main" id="{BBE85AFA-3329-2D8B-E57C-B7BAAB975F6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1">
              <a:extLst>
                <a:ext uri="{FF2B5EF4-FFF2-40B4-BE49-F238E27FC236}">
                  <a16:creationId xmlns:a16="http://schemas.microsoft.com/office/drawing/2014/main" id="{802953B5-2C95-1400-CCFC-CA2BE75E6C8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Logo ISUZU GROUP">
            <a:extLst>
              <a:ext uri="{FF2B5EF4-FFF2-40B4-BE49-F238E27FC236}">
                <a16:creationId xmlns:a16="http://schemas.microsoft.com/office/drawing/2014/main" id="{0A1AC8C0-B0DF-5EB5-B8D1-D1B625AF406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A47C5D-9DF1-B128-A6C9-49B6A1491B14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540000" y="2088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5B540F4-7B65-E887-23C5-13D881A3F232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</p:spTree>
    <p:extLst>
      <p:ext uri="{BB962C8B-B14F-4D97-AF65-F5344CB8AC3E}">
        <p14:creationId xmlns:p14="http://schemas.microsoft.com/office/powerpoint/2010/main" val="3987231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 Intro -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30E28073-1A55-2B51-A00A-6D1DD9C7E08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50"/>
          <a:stretch>
            <a:fillRect/>
          </a:stretch>
        </p:blipFill>
        <p:spPr>
          <a:xfrm>
            <a:off x="0" y="3697200"/>
            <a:ext cx="12192000" cy="3160800"/>
          </a:xfrm>
          <a:prstGeom prst="rect">
            <a:avLst/>
          </a:prstGeom>
        </p:spPr>
      </p:pic>
      <p:grpSp>
        <p:nvGrpSpPr>
          <p:cNvPr id="27" name="LOGO RED">
            <a:extLst>
              <a:ext uri="{FF2B5EF4-FFF2-40B4-BE49-F238E27FC236}">
                <a16:creationId xmlns:a16="http://schemas.microsoft.com/office/drawing/2014/main" id="{74F83E0D-01EF-7069-2D94-C62DE4FBC4FF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8" name="Freeform: Shape 7">
              <a:extLst>
                <a:ext uri="{FF2B5EF4-FFF2-40B4-BE49-F238E27FC236}">
                  <a16:creationId xmlns:a16="http://schemas.microsoft.com/office/drawing/2014/main" id="{1D1D9E5A-8933-E89E-ED6D-EAF0796E45F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8">
              <a:extLst>
                <a:ext uri="{FF2B5EF4-FFF2-40B4-BE49-F238E27FC236}">
                  <a16:creationId xmlns:a16="http://schemas.microsoft.com/office/drawing/2014/main" id="{CF2E09C8-5701-0216-6D7A-C912342756F5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AAB9B8E5-4885-3A73-E68B-AF083B07307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0">
              <a:extLst>
                <a:ext uri="{FF2B5EF4-FFF2-40B4-BE49-F238E27FC236}">
                  <a16:creationId xmlns:a16="http://schemas.microsoft.com/office/drawing/2014/main" id="{2439F794-4FCA-C0D2-50C2-BE58C0D6B0DA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1">
              <a:extLst>
                <a:ext uri="{FF2B5EF4-FFF2-40B4-BE49-F238E27FC236}">
                  <a16:creationId xmlns:a16="http://schemas.microsoft.com/office/drawing/2014/main" id="{BA01A36E-7597-E539-C829-E80A72D63800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7D153F50-91C6-85A8-54DD-B987B0C2A77C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40000" y="2088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222254B-28BA-62B9-FE56-FA76CECD4DE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</p:spTree>
    <p:extLst>
      <p:ext uri="{BB962C8B-B14F-4D97-AF65-F5344CB8AC3E}">
        <p14:creationId xmlns:p14="http://schemas.microsoft.com/office/powerpoint/2010/main" val="1331049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 Intro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65FA87A0-FCD8-C951-E360-19BD63D4758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" b="57"/>
          <a:stretch/>
        </p:blipFill>
        <p:spPr>
          <a:xfrm>
            <a:off x="0" y="3697201"/>
            <a:ext cx="12192000" cy="3160800"/>
          </a:xfrm>
          <a:prstGeom prst="rect">
            <a:avLst/>
          </a:prstGeom>
        </p:spPr>
      </p:pic>
      <p:grpSp>
        <p:nvGrpSpPr>
          <p:cNvPr id="27" name="LOGO RED">
            <a:extLst>
              <a:ext uri="{FF2B5EF4-FFF2-40B4-BE49-F238E27FC236}">
                <a16:creationId xmlns:a16="http://schemas.microsoft.com/office/drawing/2014/main" id="{B0A5A0A6-4D21-88DD-230F-43AA227C7637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8" name="Freeform: Shape 7">
              <a:extLst>
                <a:ext uri="{FF2B5EF4-FFF2-40B4-BE49-F238E27FC236}">
                  <a16:creationId xmlns:a16="http://schemas.microsoft.com/office/drawing/2014/main" id="{1E4B9F16-8B29-16B7-FC6A-666A69766D15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8">
              <a:extLst>
                <a:ext uri="{FF2B5EF4-FFF2-40B4-BE49-F238E27FC236}">
                  <a16:creationId xmlns:a16="http://schemas.microsoft.com/office/drawing/2014/main" id="{26B37C67-1164-37CE-99B5-42F168F6284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9EF7511A-1B6F-89F4-FAFD-59E22DD0A204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0">
              <a:extLst>
                <a:ext uri="{FF2B5EF4-FFF2-40B4-BE49-F238E27FC236}">
                  <a16:creationId xmlns:a16="http://schemas.microsoft.com/office/drawing/2014/main" id="{B8253061-C7BC-B14A-819C-1028890CAAB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1">
              <a:extLst>
                <a:ext uri="{FF2B5EF4-FFF2-40B4-BE49-F238E27FC236}">
                  <a16:creationId xmlns:a16="http://schemas.microsoft.com/office/drawing/2014/main" id="{F2469B7B-E942-BD44-AFFF-7B0D88D6E546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5D55C834-0C90-6CDF-81F4-E107616D2DD3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40000" y="2088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15889E5-A66B-E49E-E296-924EE50D1A53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</p:spTree>
    <p:extLst>
      <p:ext uri="{BB962C8B-B14F-4D97-AF65-F5344CB8AC3E}">
        <p14:creationId xmlns:p14="http://schemas.microsoft.com/office/powerpoint/2010/main" val="1705559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 Intro - Red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4184176-FD9C-7D44-D04F-A7BCD747E87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964641"/>
            <a:ext cx="12193211" cy="5893359"/>
          </a:xfrm>
          <a:prstGeom prst="rect">
            <a:avLst/>
          </a:prstGeom>
          <a:solidFill>
            <a:srgbClr val="C5554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/>
          </a:p>
        </p:txBody>
      </p:sp>
      <p:grpSp>
        <p:nvGrpSpPr>
          <p:cNvPr id="21" name="LOGO RED">
            <a:extLst>
              <a:ext uri="{FF2B5EF4-FFF2-40B4-BE49-F238E27FC236}">
                <a16:creationId xmlns:a16="http://schemas.microsoft.com/office/drawing/2014/main" id="{676CD286-833A-B6E2-8F5E-6B14694E1327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2" name="Freeform: Shape 26">
              <a:extLst>
                <a:ext uri="{FF2B5EF4-FFF2-40B4-BE49-F238E27FC236}">
                  <a16:creationId xmlns:a16="http://schemas.microsoft.com/office/drawing/2014/main" id="{F2A69CE2-34C0-30DB-BA6B-987F20FAAFA2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7">
              <a:extLst>
                <a:ext uri="{FF2B5EF4-FFF2-40B4-BE49-F238E27FC236}">
                  <a16:creationId xmlns:a16="http://schemas.microsoft.com/office/drawing/2014/main" id="{4906BA23-992C-22DD-AC9A-24F3E85D0646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8">
              <a:extLst>
                <a:ext uri="{FF2B5EF4-FFF2-40B4-BE49-F238E27FC236}">
                  <a16:creationId xmlns:a16="http://schemas.microsoft.com/office/drawing/2014/main" id="{CA0FB64B-E80E-4232-A797-DEB90F49D9BC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9">
              <a:extLst>
                <a:ext uri="{FF2B5EF4-FFF2-40B4-BE49-F238E27FC236}">
                  <a16:creationId xmlns:a16="http://schemas.microsoft.com/office/drawing/2014/main" id="{6AD1A22E-AA84-8E4E-D00D-BDD257FF2417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0">
              <a:extLst>
                <a:ext uri="{FF2B5EF4-FFF2-40B4-BE49-F238E27FC236}">
                  <a16:creationId xmlns:a16="http://schemas.microsoft.com/office/drawing/2014/main" id="{7E8D1ECF-DB51-1F21-121B-FB9CA529C9E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図 3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993B2510-DCC9-C25A-8A2E-8544C253E3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50"/>
          <a:stretch>
            <a:fillRect/>
          </a:stretch>
        </p:blipFill>
        <p:spPr>
          <a:xfrm>
            <a:off x="10510" y="3697201"/>
            <a:ext cx="12192000" cy="31608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5A42B89-B30B-B826-8B40-718EB1A20DCB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40000" y="2088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56059DA-984D-B3EF-1059-0FFA54D22071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</p:spTree>
    <p:extLst>
      <p:ext uri="{BB962C8B-B14F-4D97-AF65-F5344CB8AC3E}">
        <p14:creationId xmlns:p14="http://schemas.microsoft.com/office/powerpoint/2010/main" val="3847979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 Intro - Blu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1">
            <a:extLst>
              <a:ext uri="{FF2B5EF4-FFF2-40B4-BE49-F238E27FC236}">
                <a16:creationId xmlns:a16="http://schemas.microsoft.com/office/drawing/2014/main" id="{8E073B85-40ED-7765-75EF-AF816BBF208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964641"/>
            <a:ext cx="12193211" cy="5893359"/>
          </a:xfrm>
          <a:prstGeom prst="rect">
            <a:avLst/>
          </a:prstGeom>
          <a:solidFill>
            <a:srgbClr val="2F437A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/>
          </a:p>
        </p:txBody>
      </p:sp>
      <p:grpSp>
        <p:nvGrpSpPr>
          <p:cNvPr id="43" name="LOGO RED">
            <a:extLst>
              <a:ext uri="{FF2B5EF4-FFF2-40B4-BE49-F238E27FC236}">
                <a16:creationId xmlns:a16="http://schemas.microsoft.com/office/drawing/2014/main" id="{7BB6A81C-59AF-1A7F-1F70-2823C6E2CD86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4" name="Freeform: Shape 26">
              <a:extLst>
                <a:ext uri="{FF2B5EF4-FFF2-40B4-BE49-F238E27FC236}">
                  <a16:creationId xmlns:a16="http://schemas.microsoft.com/office/drawing/2014/main" id="{83C764B0-72E9-0200-59D3-615D264EAE34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27">
              <a:extLst>
                <a:ext uri="{FF2B5EF4-FFF2-40B4-BE49-F238E27FC236}">
                  <a16:creationId xmlns:a16="http://schemas.microsoft.com/office/drawing/2014/main" id="{1B376E21-E84C-BDA4-9E24-F43B5749F68A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28">
              <a:extLst>
                <a:ext uri="{FF2B5EF4-FFF2-40B4-BE49-F238E27FC236}">
                  <a16:creationId xmlns:a16="http://schemas.microsoft.com/office/drawing/2014/main" id="{02D5C511-4AD3-1E2A-1BBF-4B94EB7BAC4D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29">
              <a:extLst>
                <a:ext uri="{FF2B5EF4-FFF2-40B4-BE49-F238E27FC236}">
                  <a16:creationId xmlns:a16="http://schemas.microsoft.com/office/drawing/2014/main" id="{398C2C81-8C5B-76F1-22D5-DC6AC362A8C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30">
              <a:extLst>
                <a:ext uri="{FF2B5EF4-FFF2-40B4-BE49-F238E27FC236}">
                  <a16:creationId xmlns:a16="http://schemas.microsoft.com/office/drawing/2014/main" id="{0CA427C0-4023-3500-CBFE-0D1707219FF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図 3">
            <a:extLst>
              <a:ext uri="{FF2B5EF4-FFF2-40B4-BE49-F238E27FC236}">
                <a16:creationId xmlns:a16="http://schemas.microsoft.com/office/drawing/2014/main" id="{FA6E1D5D-537E-AA10-29C9-FDB4ACF80D3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" b="57"/>
          <a:stretch/>
        </p:blipFill>
        <p:spPr>
          <a:xfrm>
            <a:off x="0" y="3697201"/>
            <a:ext cx="12192000" cy="31608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206BA2D-AD44-D68C-E179-3D0C0C74E8AC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40000" y="2088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30B8C81-0AB8-7A13-96BF-AA8528E7BA43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</p:spTree>
    <p:extLst>
      <p:ext uri="{BB962C8B-B14F-4D97-AF65-F5344CB8AC3E}">
        <p14:creationId xmlns:p14="http://schemas.microsoft.com/office/powerpoint/2010/main" val="1175341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 Intro - Red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4EE9E310-5BC5-6D27-EEF1-F9B1F9AB5E1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246AC234-BC84-6DFE-2DF0-9132B93BE0D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4" name="Swirl Locked">
            <a:extLst>
              <a:ext uri="{FF2B5EF4-FFF2-40B4-BE49-F238E27FC236}">
                <a16:creationId xmlns:a16="http://schemas.microsoft.com/office/drawing/2014/main" id="{5FB9E093-BE67-DE96-4307-3A432C37E058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8644423-307F-D894-B9F1-D4126F65537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540000" y="1224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 dirty="0"/>
              <a:t>タイトル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D99FFEE-AEBA-AF22-C5E9-056B91568CAC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</p:spTree>
    <p:extLst>
      <p:ext uri="{BB962C8B-B14F-4D97-AF65-F5344CB8AC3E}">
        <p14:creationId xmlns:p14="http://schemas.microsoft.com/office/powerpoint/2010/main" val="930782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 Intro - Red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2ED771AD-A64E-2A03-C862-3E55A9C4E93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7" name="Logo">
            <a:extLst>
              <a:ext uri="{FF2B5EF4-FFF2-40B4-BE49-F238E27FC236}">
                <a16:creationId xmlns:a16="http://schemas.microsoft.com/office/drawing/2014/main" id="{396B22A5-DA25-A831-F2B2-2ACBA2887AD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5" name="Swirl Locked">
            <a:extLst>
              <a:ext uri="{FF2B5EF4-FFF2-40B4-BE49-F238E27FC236}">
                <a16:creationId xmlns:a16="http://schemas.microsoft.com/office/drawing/2014/main" id="{E93E4DBB-4310-2DAC-F9C5-8CB9A2EFC1A0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 dirty="0"/>
              <a:t>  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0ADEF19-FE5C-7100-205F-DB43D2C5366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733B0-F304-7DB5-E201-305000FA1CF4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40000" y="1224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007763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 Intro - Blue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4EE9E310-5BC5-6D27-EEF1-F9B1F9AB5E1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246AC234-BC84-6DFE-2DF0-9132B93BE0D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Swirl Locked">
            <a:extLst>
              <a:ext uri="{FF2B5EF4-FFF2-40B4-BE49-F238E27FC236}">
                <a16:creationId xmlns:a16="http://schemas.microsoft.com/office/drawing/2014/main" id="{63C16CE8-5C64-B6AB-EE45-384DEA058FB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 dirty="0"/>
              <a:t> 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CE6D298-4BBA-FFDB-6DEA-F5ECEA5A8348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BA7740-B97B-57A2-CDA0-F7334D031731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40000" y="1224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694138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9 Intro - Blu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D91F24B3-F07E-E64C-A785-3CCB0344DB4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B5EB7971-0020-30F5-0DD1-28E1FC106BC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Swirl Locked">
            <a:extLst>
              <a:ext uri="{FF2B5EF4-FFF2-40B4-BE49-F238E27FC236}">
                <a16:creationId xmlns:a16="http://schemas.microsoft.com/office/drawing/2014/main" id="{6C320A50-F362-E05D-7456-0A13C8EBA24E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5602EF5-7A3D-24EF-B2C3-970CA1550A11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5BC8A-0749-37A3-16E2-9672A380D440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40000" y="1224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747007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 ToC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868D06-771D-4147-3C89-0A5D61881531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D4C8BC0D-535F-1CA2-14D5-8BC02A47E2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213214" y="593892"/>
            <a:ext cx="8532000" cy="12240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6263B7D-4CB1-8A08-53FA-61EBDE584673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2212563" y="2070099"/>
            <a:ext cx="8532000" cy="3420000"/>
          </a:xfrm>
        </p:spPr>
        <p:txBody>
          <a:bodyPr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F667F77-52E8-2872-DE79-26B333A9121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  <p:pic>
        <p:nvPicPr>
          <p:cNvPr id="5" name="Lines Locked">
            <a:extLst>
              <a:ext uri="{FF2B5EF4-FFF2-40B4-BE49-F238E27FC236}">
                <a16:creationId xmlns:a16="http://schemas.microsoft.com/office/drawing/2014/main" id="{6497DA9D-4B07-7DAF-6752-29F401ED7997}"/>
              </a:ext>
            </a:extLst>
          </p:cNvPr>
          <p:cNvPicPr/>
          <p:nvPr userDrawn="1">
            <p:custDataLst>
              <p:tags r:id="rId4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-2515456" y="2567025"/>
            <a:ext cx="6857999" cy="172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6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 ToC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1595F35-D759-104A-554A-B232AFBA5447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  <p:pic>
        <p:nvPicPr>
          <p:cNvPr id="2" name="図 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B4BE683C-F660-75E1-9729-60972B24229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50"/>
          <a:stretch>
            <a:fillRect/>
          </a:stretch>
        </p:blipFill>
        <p:spPr>
          <a:xfrm rot="5400000">
            <a:off x="-2540026" y="2540026"/>
            <a:ext cx="6858003" cy="1777951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CC1A9608-4293-7D8C-67FE-7BC31B532E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2"/>
            <a:ext cx="8532000" cy="12240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A2D7AE1-6643-CB97-887A-B901D3604738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099"/>
            <a:ext cx="8532000" cy="3420000"/>
          </a:xfrm>
        </p:spPr>
        <p:txBody>
          <a:bodyPr/>
          <a:lstStyle/>
          <a:p>
            <a:pPr lvl="0"/>
            <a:r>
              <a:rPr lang="ja-JP" altLang="en-US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3995329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3 ToC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ECE8FA6-8A43-3817-6BD3-1E715D9EDE1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  <p:grpSp>
        <p:nvGrpSpPr>
          <p:cNvPr id="2" name="Swirl Locked">
            <a:extLst>
              <a:ext uri="{FF2B5EF4-FFF2-40B4-BE49-F238E27FC236}">
                <a16:creationId xmlns:a16="http://schemas.microsoft.com/office/drawing/2014/main" id="{03A42F23-E70A-8DDB-F1C9-02B52899315D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 rot="5400000">
            <a:off x="-2539591" y="2539590"/>
            <a:ext cx="6858000" cy="1778819"/>
            <a:chOff x="0" y="3699103"/>
            <a:chExt cx="12193209" cy="3162659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2CC0EAB-3DCE-C88F-E57F-B552078343B4}"/>
                </a:ext>
              </a:extLst>
            </p:cNvPr>
            <p:cNvSpPr/>
            <p:nvPr userDrawn="1">
              <p:custDataLst>
                <p:tags r:id="rId5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7F78FE0-CD76-A45B-8021-8A9C9785B201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15">
              <a:extLst>
                <a:ext uri="{FF2B5EF4-FFF2-40B4-BE49-F238E27FC236}">
                  <a16:creationId xmlns:a16="http://schemas.microsoft.com/office/drawing/2014/main" id="{7B22D23C-9E4A-F6A9-A2D4-443CC5888992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6">
            <a:extLst>
              <a:ext uri="{FF2B5EF4-FFF2-40B4-BE49-F238E27FC236}">
                <a16:creationId xmlns:a16="http://schemas.microsoft.com/office/drawing/2014/main" id="{236300C9-A527-F54A-327D-FCAA9E87AB7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2213214" y="593892"/>
            <a:ext cx="8532000" cy="12240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7A5840-ACFD-478B-6EDB-1CF42DBF02AC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2212563" y="2070099"/>
            <a:ext cx="8532000" cy="3420000"/>
          </a:xfrm>
        </p:spPr>
        <p:txBody>
          <a:bodyPr/>
          <a:lstStyle/>
          <a:p>
            <a:pPr lvl="0"/>
            <a:r>
              <a:rPr lang="ja-JP" altLang="en-US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2296173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 Chapt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olor 4">
            <a:extLst>
              <a:ext uri="{FF2B5EF4-FFF2-40B4-BE49-F238E27FC236}">
                <a16:creationId xmlns:a16="http://schemas.microsoft.com/office/drawing/2014/main" id="{5C17AE5C-CA5D-29BA-2770-6135ABBF1768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1"/>
            </p:custDataLst>
          </p:nvPr>
        </p:nvSpPr>
        <p:spPr>
          <a:xfrm>
            <a:off x="0" y="0"/>
            <a:ext cx="12193211" cy="6857999"/>
          </a:xfrm>
          <a:prstGeom prst="rect">
            <a:avLst/>
          </a:prstGeom>
          <a:solidFill>
            <a:srgbClr val="B5091F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Swirl Locked">
            <a:extLst>
              <a:ext uri="{FF2B5EF4-FFF2-40B4-BE49-F238E27FC236}">
                <a16:creationId xmlns:a16="http://schemas.microsoft.com/office/drawing/2014/main" id="{E89D1165-E043-8FC2-CDDA-6294779F6E06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1" y="1"/>
            <a:ext cx="12192000" cy="6119999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20DDD7B-5BCF-3A8E-517E-3CA7E02881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1850" y="1057747"/>
            <a:ext cx="7848000" cy="2339984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075241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 Chapt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olor 4">
            <a:extLst>
              <a:ext uri="{FF2B5EF4-FFF2-40B4-BE49-F238E27FC236}">
                <a16:creationId xmlns:a16="http://schemas.microsoft.com/office/drawing/2014/main" id="{C34CB5BD-8B63-74AB-8915-6F7290ECD094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1"/>
            </p:custDataLst>
          </p:nvPr>
        </p:nvSpPr>
        <p:spPr>
          <a:xfrm>
            <a:off x="0" y="0"/>
            <a:ext cx="12193211" cy="6857999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Swirl Locked">
            <a:extLst>
              <a:ext uri="{FF2B5EF4-FFF2-40B4-BE49-F238E27FC236}">
                <a16:creationId xmlns:a16="http://schemas.microsoft.com/office/drawing/2014/main" id="{0A6DFC0D-A319-57C1-7D94-D050F7F3B9AE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1" y="1"/>
            <a:ext cx="12192000" cy="6119999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DD9251-D596-E236-9881-BF33966D0B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1850" y="1057747"/>
            <a:ext cx="7848000" cy="2339984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2027465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3 Chapter - Red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9E13313-5907-F8FA-03A6-232364530D2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5554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ja-JP" alt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47F634D-978A-442F-A40F-FCD5C65DEEC3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8016000" y="0"/>
            <a:ext cx="417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B9E3A5D5-6561-341B-FC0B-1D6BC939ECB5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831852" y="2879319"/>
            <a:ext cx="5875282" cy="253516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223837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/>
            </a:lvl3pPr>
            <a:lvl4pPr marL="669925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A7FA0DC-43CD-C672-56B5-7DC77CF8FA4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31851" y="1057747"/>
            <a:ext cx="5866900" cy="1295131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6" name="Swirl">
            <a:extLst>
              <a:ext uri="{FF2B5EF4-FFF2-40B4-BE49-F238E27FC236}">
                <a16:creationId xmlns:a16="http://schemas.microsoft.com/office/drawing/2014/main" id="{05233926-3E71-E33D-C4D3-D721C9EF68C1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6772952" y="0"/>
            <a:ext cx="1699200" cy="6858000"/>
          </a:xfr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226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 marL="460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 marL="6876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 marL="9144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ja-JP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0831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4 Chapter - Blue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A5CA167-228A-5640-4765-2080B98894A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437A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ja-JP" alt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D52A2FD-6FDD-6D73-3E41-77720228B948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2"/>
            </p:custDataLst>
          </p:nvPr>
        </p:nvSpPr>
        <p:spPr>
          <a:xfrm>
            <a:off x="831852" y="2879319"/>
            <a:ext cx="5875282" cy="253516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223837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/>
            </a:lvl3pPr>
            <a:lvl4pPr marL="669925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F6E5DF-58D1-7558-5546-05A71205D82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31851" y="1057747"/>
            <a:ext cx="5866900" cy="1295131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61E7236-6DC5-A527-F9FB-AB9A058D9C98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4"/>
            </p:custDataLst>
          </p:nvPr>
        </p:nvSpPr>
        <p:spPr>
          <a:xfrm>
            <a:off x="8016000" y="0"/>
            <a:ext cx="417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Swirl">
            <a:extLst>
              <a:ext uri="{FF2B5EF4-FFF2-40B4-BE49-F238E27FC236}">
                <a16:creationId xmlns:a16="http://schemas.microsoft.com/office/drawing/2014/main" id="{2326CF35-DBA2-85B0-40E6-26F6BC8A2B31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6772952" y="0"/>
            <a:ext cx="1699200" cy="6858000"/>
          </a:xfr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226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 marL="460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 marL="6876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 marL="9144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ja-JP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44747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 Content - Red Title, Text_Top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E7154BA-BA7F-A234-44F8-8341BE7D4DF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60770129-267A-C977-51EF-8652222538C9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59F3EF14-2548-345B-DEF8-247C84141C4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590C1F0-3320-2F5F-7546-50D91CC6841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D32DC8B-9619-34B0-DA00-20E629D7AF18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C07084-AFDE-2C8E-466E-BE2226D2F8F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D7D464A-25F1-E274-D7DC-2C7D023E3FB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7389B50F-A6C5-43DD-B54E-5911B9CD9B5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F91B5D1-4E0C-8668-FD18-7FFF163B3ECC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68CAD-FD0E-1DE9-7208-D34DEAD51D0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70327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 Content - Blue Title, Text_Top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652AE0B-7B9F-EB88-6744-8470770B8749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9FC68AC8-56D4-5277-086D-EC798597B28C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F1735E8D-E7F4-D4FF-A47E-7EF4F78E1C79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82D0A98-E556-5892-B381-503254ADADCE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4B2AE9-7A1C-3EFA-A949-1E51887838F9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02B95D8-9587-2ED3-65BB-8C1910C417B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3F9F478-9FD7-1328-6DA0-D75C316A3B5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0FED1AD4-4F49-2096-439E-F08E65A4C7A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E260DF2-0D0D-FA9B-ABD9-FF88C229B359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002664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FC57D0F-4723-D185-6E9A-571398BDA0B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94849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 Content - Red Title,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30CB287-6B11-0281-2980-D7A58D79CDE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A5AD8F80-FDC4-80D1-A16E-475748AA2880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7BB938E9-0349-4FE9-A9D6-DFA3AC5BC94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CFC1F442-3AFE-EDB6-3088-A9FDDA6C34C7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1592F145-CB93-C7C3-C3DE-AAF77CFC5BD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791AB978-C414-517B-E238-692F3094D19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428C5FAB-EFF3-E2B0-EE33-D50F3EAF511D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58EC620-ED76-73A0-0C31-DA32AB1545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457200" y="1196975"/>
            <a:ext cx="5638800" cy="5111749"/>
          </a:xfrm>
        </p:spPr>
        <p:txBody>
          <a:bodyPr lIns="0" rIns="18000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6D6AC434-CAA2-9DC4-E047-16D56760D405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6096000" y="1196975"/>
            <a:ext cx="5637000" cy="5111749"/>
          </a:xfrm>
        </p:spPr>
        <p:txBody>
          <a:bodyPr lIns="0" rIns="18000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4895D6BE-CA90-C7FB-555B-4AEE30AAAA8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C8B4A9E-ABE7-7412-0D2F-82D4C6999B23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8D06B6F-734F-2C4F-AFC4-E57AB2929DA3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803609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 Content - Blue Title,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EB2FB9-0D78-9D89-F603-E214D2334DFE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A5AD8F80-FDC4-80D1-A16E-475748AA2880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7BB938E9-0349-4FE9-A9D6-DFA3AC5BC94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CFC1F442-3AFE-EDB6-3088-A9FDDA6C34C7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1592F145-CB93-C7C3-C3DE-AAF77CFC5BD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791AB978-C414-517B-E238-692F3094D19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428C5FAB-EFF3-E2B0-EE33-D50F3EAF511D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58EC620-ED76-73A0-0C31-DA32AB1545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457200" y="1196975"/>
            <a:ext cx="5638800" cy="5111749"/>
          </a:xfrm>
        </p:spPr>
        <p:txBody>
          <a:bodyPr lIns="0" rIns="18000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6D6AC434-CAA2-9DC4-E047-16D56760D405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6096000" y="1196975"/>
            <a:ext cx="5637000" cy="5111749"/>
          </a:xfrm>
        </p:spPr>
        <p:txBody>
          <a:bodyPr lIns="0" rIns="18000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0F328A3C-A6C7-7893-2917-7B6DF46496F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28CD858-7918-EFA6-44C2-FBD282B6F5B6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FEB5280-9E5F-3974-1807-5836370C06B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48373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 Content - Red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0AF86E-1EC9-D3FD-1F00-49AE6C22B0A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32E3B6BA-F758-3D5E-5F55-41F02DCAA90A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6096000" y="0"/>
            <a:ext cx="609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5CAE5929-D15F-38A7-AA5E-89958F2AC86B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1" name="Freeform: Shape 9">
              <a:extLst>
                <a:ext uri="{FF2B5EF4-FFF2-40B4-BE49-F238E27FC236}">
                  <a16:creationId xmlns:a16="http://schemas.microsoft.com/office/drawing/2014/main" id="{3AC62D4E-1069-6EB0-79C9-6C82F48E705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7F5762D3-8F19-A86F-0A2A-AD5F9995194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11">
              <a:extLst>
                <a:ext uri="{FF2B5EF4-FFF2-40B4-BE49-F238E27FC236}">
                  <a16:creationId xmlns:a16="http://schemas.microsoft.com/office/drawing/2014/main" id="{D1F9DFD6-DC24-7B8C-9D0D-92E8A6769F6B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DE91A95E-49B1-62A7-B6EF-31DD83A6E291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C6D5FA6F-9167-D231-9C77-D78236E8B047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F1EA1618-506C-22D4-BF96-48271B214ED6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57200" y="1196975"/>
            <a:ext cx="5184002" cy="5111749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23D74A6-54D4-CDDF-FF12-E7FE260D7CA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4945802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2103593-214C-B16F-1D1D-5312189A5F27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719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6 Content - Blue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B1A7B4-C90B-5174-1E18-489F4C9F1216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40D543-9FD2-04C8-8230-253D9B4D8D32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6096000" y="0"/>
            <a:ext cx="609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27E896B1-DDFF-2917-33A4-41974FF41CAA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1" name="Freeform: Shape 9">
              <a:extLst>
                <a:ext uri="{FF2B5EF4-FFF2-40B4-BE49-F238E27FC236}">
                  <a16:creationId xmlns:a16="http://schemas.microsoft.com/office/drawing/2014/main" id="{E88779C5-8006-E264-C412-A6D4D8331B64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C411DA21-17AA-E315-72C6-0FCF4A9EB364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11">
              <a:extLst>
                <a:ext uri="{FF2B5EF4-FFF2-40B4-BE49-F238E27FC236}">
                  <a16:creationId xmlns:a16="http://schemas.microsoft.com/office/drawing/2014/main" id="{636FB7E2-7087-8579-7E48-BB43079D376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954D36C4-63EF-F55E-8E18-848E87B8CED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38D6AF16-2077-10B4-321E-E591A0BC0B83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6CBA4E6-9222-A131-2B39-13F8355932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57200" y="1196975"/>
            <a:ext cx="5184002" cy="5111749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8D8EC7F7-71D9-BB94-7D9B-CDF63FE0869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4945802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4009649-17B7-3ED0-CF23-A3B4C108B76E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6427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7 Content - 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9AC64CF-1299-C15C-FC48-420729449EFD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16" name="LOGO RED">
            <a:extLst>
              <a:ext uri="{FF2B5EF4-FFF2-40B4-BE49-F238E27FC236}">
                <a16:creationId xmlns:a16="http://schemas.microsoft.com/office/drawing/2014/main" id="{EFC0F43E-3187-0C9B-4850-8079E4A838D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7" name="Freeform: Shape 6">
              <a:extLst>
                <a:ext uri="{FF2B5EF4-FFF2-40B4-BE49-F238E27FC236}">
                  <a16:creationId xmlns:a16="http://schemas.microsoft.com/office/drawing/2014/main" id="{2AAFDEAE-1A99-5DB9-801C-798CA9CA0FED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38360DB9-2039-F224-83A2-05E319B4927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E377815F-FD13-8E44-7C90-F69CA0024926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0">
              <a:extLst>
                <a:ext uri="{FF2B5EF4-FFF2-40B4-BE49-F238E27FC236}">
                  <a16:creationId xmlns:a16="http://schemas.microsoft.com/office/drawing/2014/main" id="{BC096D12-1469-4702-5122-1BF481D021B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A83E24C6-9106-E91F-417C-663D75582D1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0E3DA47C-B0BE-7CBE-67AC-5203509064C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3455B15-4F69-02F2-00C1-CB4527EF23A8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7577CDC-5F30-9BCB-642A-A8BD3604738F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A0846D-97D9-9368-4536-C40678C606BD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398253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8 Content -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CC747F-C021-9627-1002-F20551B96F5C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16" name="LOGO RED">
            <a:extLst>
              <a:ext uri="{FF2B5EF4-FFF2-40B4-BE49-F238E27FC236}">
                <a16:creationId xmlns:a16="http://schemas.microsoft.com/office/drawing/2014/main" id="{B2B548E9-28F5-0D3B-2956-58AD4706B64B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7" name="Freeform: Shape 6">
              <a:extLst>
                <a:ext uri="{FF2B5EF4-FFF2-40B4-BE49-F238E27FC236}">
                  <a16:creationId xmlns:a16="http://schemas.microsoft.com/office/drawing/2014/main" id="{5D022BFB-1C44-185F-D0FE-0BC991B012B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38CFE24F-391A-96C0-AA31-696793FCC33A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F21CBE1F-6DA1-B80A-4A90-6BE141AEA49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0">
              <a:extLst>
                <a:ext uri="{FF2B5EF4-FFF2-40B4-BE49-F238E27FC236}">
                  <a16:creationId xmlns:a16="http://schemas.microsoft.com/office/drawing/2014/main" id="{72BBCD8B-B836-5AB1-4D92-0355B2AECA44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0C42678C-061F-48E4-E13F-05FF8967780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554A9659-5F49-427B-70DD-355785CD8DE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2B5DBA0-4A39-6FEC-C950-D4B80820EC54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7121083-B5B5-85EC-DDBF-0899173E614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E9A462E-B13B-F36B-B938-6565B5A1501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87685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9 Content -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E8D586E-96A9-7AD5-B507-819C045271B5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14" name="LOGO RED">
            <a:extLst>
              <a:ext uri="{FF2B5EF4-FFF2-40B4-BE49-F238E27FC236}">
                <a16:creationId xmlns:a16="http://schemas.microsoft.com/office/drawing/2014/main" id="{75A73315-05DF-960C-CA3D-2EA4C9D2531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5" name="Freeform: Shape 2">
              <a:extLst>
                <a:ext uri="{FF2B5EF4-FFF2-40B4-BE49-F238E27FC236}">
                  <a16:creationId xmlns:a16="http://schemas.microsoft.com/office/drawing/2014/main" id="{DC5EFCEC-C45D-50C9-2C4A-8A39DD9D92EF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525CC2C4-8DBA-B64E-AC9A-F9FFE754305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7">
              <a:extLst>
                <a:ext uri="{FF2B5EF4-FFF2-40B4-BE49-F238E27FC236}">
                  <a16:creationId xmlns:a16="http://schemas.microsoft.com/office/drawing/2014/main" id="{DDF28C2A-5CC8-5527-4056-78E1AEDAEA12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02249847-FA22-A46F-BB41-E0B3BCB438D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815FCFBF-2035-00B9-1735-A3695C4847D1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2B337B6-F6BB-5847-E1E4-C4DE60B654D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033500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0 Content - Red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AEB08F3-EA50-E32B-B5BE-63A53DD3D5A0}"/>
              </a:ext>
            </a:extLst>
          </p:cNvPr>
          <p:cNvSpPr/>
          <p:nvPr userDrawn="1"/>
        </p:nvSpPr>
        <p:spPr>
          <a:xfrm>
            <a:off x="10349001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C9450B-5DA7-E0B2-815D-F4809EB8C06D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23" name="LOGO RED">
            <a:extLst>
              <a:ext uri="{FF2B5EF4-FFF2-40B4-BE49-F238E27FC236}">
                <a16:creationId xmlns:a16="http://schemas.microsoft.com/office/drawing/2014/main" id="{BC70152F-A979-52FB-2AF5-D70B2428AA2D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11">
              <a:extLst>
                <a:ext uri="{FF2B5EF4-FFF2-40B4-BE49-F238E27FC236}">
                  <a16:creationId xmlns:a16="http://schemas.microsoft.com/office/drawing/2014/main" id="{2D27A781-81B4-9F12-D963-3CAD2ABBE6C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DC1DF749-A040-7B54-4423-6D551BBDBD3D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B751A44A-502F-9127-51CE-989B31E654C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4">
              <a:extLst>
                <a:ext uri="{FF2B5EF4-FFF2-40B4-BE49-F238E27FC236}">
                  <a16:creationId xmlns:a16="http://schemas.microsoft.com/office/drawing/2014/main" id="{362E80C3-2171-509F-79BF-97B167AE80E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5">
              <a:extLst>
                <a:ext uri="{FF2B5EF4-FFF2-40B4-BE49-F238E27FC236}">
                  <a16:creationId xmlns:a16="http://schemas.microsoft.com/office/drawing/2014/main" id="{D3569F7E-3EF9-DB35-5C90-F4F87A99C21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7FCD9F39-0AB0-8FA7-3115-957974C7277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9341554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48F7046-898E-BC31-63F3-9A65B751179C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D950AC0-C8CD-83CD-62BE-B1AA0CEA35A8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9579754" cy="5111750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pic>
        <p:nvPicPr>
          <p:cNvPr id="11" name="図 10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609BC884-AB48-14F6-425F-59E859FAB0E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50"/>
          <a:stretch>
            <a:fillRect/>
          </a:stretch>
        </p:blipFill>
        <p:spPr>
          <a:xfrm rot="16200000" flipH="1">
            <a:off x="7884597" y="2540026"/>
            <a:ext cx="6858003" cy="177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828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1 Content - Blu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A518AC1-210C-F4EC-57DD-33359881F0F8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0510AF-D356-0E9D-BAD5-50552AF88CB2}"/>
              </a:ext>
            </a:extLst>
          </p:cNvPr>
          <p:cNvSpPr/>
          <p:nvPr userDrawn="1"/>
        </p:nvSpPr>
        <p:spPr>
          <a:xfrm>
            <a:off x="10344473" y="-135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25" name="LOGO RED">
            <a:extLst>
              <a:ext uri="{FF2B5EF4-FFF2-40B4-BE49-F238E27FC236}">
                <a16:creationId xmlns:a16="http://schemas.microsoft.com/office/drawing/2014/main" id="{47C4783F-6471-A120-2B1F-D8BF38BD467E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6" name="Freeform: Shape 11">
              <a:extLst>
                <a:ext uri="{FF2B5EF4-FFF2-40B4-BE49-F238E27FC236}">
                  <a16:creationId xmlns:a16="http://schemas.microsoft.com/office/drawing/2014/main" id="{B373D8FD-3947-C2D0-6A72-76B99B63E4D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E99D7D60-1CE5-72D8-B696-CE8922302A43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B7222C11-FA44-9163-A22F-A07508755CCC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D93E4D58-FFDB-09C5-4E30-4654A74F8930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9EBFD03A-BEBC-2E40-C1A1-DA75A282C9B8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B36BA760-8215-7C18-C4BB-7B205483136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9341554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0490C9E-D8E0-ED65-B609-3E25D80451BB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A698E78-8A6B-5ADF-8568-3DF6D68EB05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9579754" cy="5111750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grpSp>
        <p:nvGrpSpPr>
          <p:cNvPr id="14" name="Swirl Locked">
            <a:extLst>
              <a:ext uri="{FF2B5EF4-FFF2-40B4-BE49-F238E27FC236}">
                <a16:creationId xmlns:a16="http://schemas.microsoft.com/office/drawing/2014/main" id="{515BC9B0-9CFB-E96B-71D8-6E50F0B8EF2F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 rot="16200000" flipH="1">
            <a:off x="7885447" y="2539590"/>
            <a:ext cx="6858000" cy="1778819"/>
            <a:chOff x="0" y="3699103"/>
            <a:chExt cx="12193209" cy="3162659"/>
          </a:xfrm>
        </p:grpSpPr>
        <p:sp>
          <p:nvSpPr>
            <p:cNvPr id="15" name="Freeform: Shape 4">
              <a:extLst>
                <a:ext uri="{FF2B5EF4-FFF2-40B4-BE49-F238E27FC236}">
                  <a16:creationId xmlns:a16="http://schemas.microsoft.com/office/drawing/2014/main" id="{FF467601-22CC-DDEC-7D04-DCFB46F03B95}"/>
                </a:ext>
              </a:extLst>
            </p:cNvPr>
            <p:cNvSpPr/>
            <p:nvPr userDrawn="1">
              <p:custDataLst>
                <p:tags r:id="rId5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5">
              <a:extLst>
                <a:ext uri="{FF2B5EF4-FFF2-40B4-BE49-F238E27FC236}">
                  <a16:creationId xmlns:a16="http://schemas.microsoft.com/office/drawing/2014/main" id="{F89BF55C-AA98-1ED3-EBDF-A6049DDB35A7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5">
              <a:extLst>
                <a:ext uri="{FF2B5EF4-FFF2-40B4-BE49-F238E27FC236}">
                  <a16:creationId xmlns:a16="http://schemas.microsoft.com/office/drawing/2014/main" id="{D16F323F-B637-CBD6-6A73-C3746CEFDF4A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7901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2 Content - Title, Text, Re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wirl Locled">
            <a:extLst>
              <a:ext uri="{FF2B5EF4-FFF2-40B4-BE49-F238E27FC236}">
                <a16:creationId xmlns:a16="http://schemas.microsoft.com/office/drawing/2014/main" id="{7041ADA1-E2DA-EB91-B1CB-BCDB6A9C489B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6308725"/>
            <a:ext cx="12192605" cy="576659"/>
            <a:chOff x="0" y="6308684"/>
            <a:chExt cx="12192605" cy="549316"/>
          </a:xfrm>
          <a:solidFill>
            <a:srgbClr val="B5091F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2F2145-BEE8-DC47-42CB-C2C5B3D152B8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605" y="6308684"/>
              <a:ext cx="12192000" cy="549316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8">
              <a:extLst>
                <a:ext uri="{FF2B5EF4-FFF2-40B4-BE49-F238E27FC236}">
                  <a16:creationId xmlns:a16="http://schemas.microsoft.com/office/drawing/2014/main" id="{12762F33-AE97-3CE8-D409-61A8A98C5EE2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6308684"/>
              <a:ext cx="2317315" cy="434924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" name="LOGO RED">
            <a:extLst>
              <a:ext uri="{FF2B5EF4-FFF2-40B4-BE49-F238E27FC236}">
                <a16:creationId xmlns:a16="http://schemas.microsoft.com/office/drawing/2014/main" id="{892D3793-E0F5-CF71-7D19-38D290FFD1FF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44711" y="4267371"/>
            <a:ext cx="1407869" cy="245006"/>
            <a:chOff x="3245241" y="3110528"/>
            <a:chExt cx="5696307" cy="991307"/>
          </a:xfrm>
          <a:solidFill>
            <a:srgbClr val="FFFFFF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8257C6D-BED5-26F9-7C5F-4608532BBBD6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C3A285E-6638-96E5-92AD-2F6F61F80CD5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474CB8F-39A3-8E56-FE69-7F5D0390F0C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CD6EAB8-CBFC-C3D0-AF4B-280BC1968630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4697AC1-1B46-01CE-9540-AE69A16DDA5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" name="LOGO RED">
            <a:extLst>
              <a:ext uri="{FF2B5EF4-FFF2-40B4-BE49-F238E27FC236}">
                <a16:creationId xmlns:a16="http://schemas.microsoft.com/office/drawing/2014/main" id="{4CEF6F39-B053-C199-0BBA-3D706843C140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6" name="Freeform: Shape 2">
              <a:extLst>
                <a:ext uri="{FF2B5EF4-FFF2-40B4-BE49-F238E27FC236}">
                  <a16:creationId xmlns:a16="http://schemas.microsoft.com/office/drawing/2014/main" id="{9CF1AF8E-ADCA-BE00-73E9-3D1805801F29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9">
              <a:extLst>
                <a:ext uri="{FF2B5EF4-FFF2-40B4-BE49-F238E27FC236}">
                  <a16:creationId xmlns:a16="http://schemas.microsoft.com/office/drawing/2014/main" id="{733A9E80-F5AE-1F7F-32C0-77D5D10B4AC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0">
              <a:extLst>
                <a:ext uri="{FF2B5EF4-FFF2-40B4-BE49-F238E27FC236}">
                  <a16:creationId xmlns:a16="http://schemas.microsoft.com/office/drawing/2014/main" id="{717040FA-D1CD-471E-2B11-94E190164493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1">
              <a:extLst>
                <a:ext uri="{FF2B5EF4-FFF2-40B4-BE49-F238E27FC236}">
                  <a16:creationId xmlns:a16="http://schemas.microsoft.com/office/drawing/2014/main" id="{2A8B17BD-3928-03F8-2DCF-9E2A2D548AE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60AAAD6C-6AE9-EDFA-C999-51289D76423F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Title 3">
            <a:extLst>
              <a:ext uri="{FF2B5EF4-FFF2-40B4-BE49-F238E27FC236}">
                <a16:creationId xmlns:a16="http://schemas.microsoft.com/office/drawing/2014/main" id="{691554F2-45CA-0293-704D-2FD437776C8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4A9553C-F58F-E1C5-03F3-80D5183BAC5E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762C2398-E1FA-1EED-A095-106BA766B9B1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5"/>
            </p:custDataLst>
          </p:nvPr>
        </p:nvSpPr>
        <p:spPr>
          <a:xfrm>
            <a:off x="457200" y="1196975"/>
            <a:ext cx="11280001" cy="4940891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2122897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3 Content - Title, Text, Re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wirl Locked">
            <a:extLst>
              <a:ext uri="{FF2B5EF4-FFF2-40B4-BE49-F238E27FC236}">
                <a16:creationId xmlns:a16="http://schemas.microsoft.com/office/drawing/2014/main" id="{59BE98FB-BA27-5A5A-5861-2FE7BFF791C1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6308725"/>
            <a:ext cx="12192605" cy="576659"/>
            <a:chOff x="0" y="6308684"/>
            <a:chExt cx="12192605" cy="549316"/>
          </a:xfrm>
          <a:solidFill>
            <a:srgbClr val="002664"/>
          </a:solidFill>
        </p:grpSpPr>
        <p:sp>
          <p:nvSpPr>
            <p:cNvPr id="4" name="Freeform: Shape 10">
              <a:extLst>
                <a:ext uri="{FF2B5EF4-FFF2-40B4-BE49-F238E27FC236}">
                  <a16:creationId xmlns:a16="http://schemas.microsoft.com/office/drawing/2014/main" id="{EA7645E0-1173-5175-BD54-BD17A4B24B8E}"/>
                </a:ext>
              </a:extLst>
            </p:cNvPr>
            <p:cNvSpPr/>
            <p:nvPr userDrawn="1">
              <p:custDataLst>
                <p:tags r:id="rId5"/>
              </p:custDataLst>
            </p:nvPr>
          </p:nvSpPr>
          <p:spPr>
            <a:xfrm>
              <a:off x="605" y="6308684"/>
              <a:ext cx="12192000" cy="549316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11">
              <a:extLst>
                <a:ext uri="{FF2B5EF4-FFF2-40B4-BE49-F238E27FC236}">
                  <a16:creationId xmlns:a16="http://schemas.microsoft.com/office/drawing/2014/main" id="{32CB8E9C-790C-017F-C721-1685D601B63B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6308684"/>
              <a:ext cx="2317315" cy="434924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2C23386-E17B-5BDE-FF1E-6974B1394342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2"/>
            </p:custDataLst>
          </p:nvPr>
        </p:nvSpPr>
        <p:spPr>
          <a:xfrm>
            <a:off x="457200" y="1196975"/>
            <a:ext cx="11280001" cy="4940891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EB90C65B-7A37-94D3-7CFC-CD436EDC214B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47E64FA9-2A54-9848-E911-78B128796AF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9">
              <a:extLst>
                <a:ext uri="{FF2B5EF4-FFF2-40B4-BE49-F238E27FC236}">
                  <a16:creationId xmlns:a16="http://schemas.microsoft.com/office/drawing/2014/main" id="{DB656FC0-04BE-35C7-9FD7-7C9FF4EC0EB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0">
              <a:extLst>
                <a:ext uri="{FF2B5EF4-FFF2-40B4-BE49-F238E27FC236}">
                  <a16:creationId xmlns:a16="http://schemas.microsoft.com/office/drawing/2014/main" id="{D8FB9D93-1453-A489-4C16-FD7D3D474BC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1">
              <a:extLst>
                <a:ext uri="{FF2B5EF4-FFF2-40B4-BE49-F238E27FC236}">
                  <a16:creationId xmlns:a16="http://schemas.microsoft.com/office/drawing/2014/main" id="{8815ECDD-5159-3E07-2917-E952DBB67A5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A3D83ADA-E36D-D9AC-9E91-E7C849DBA27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itle 3">
            <a:extLst>
              <a:ext uri="{FF2B5EF4-FFF2-40B4-BE49-F238E27FC236}">
                <a16:creationId xmlns:a16="http://schemas.microsoft.com/office/drawing/2014/main" id="{8B8B531D-6501-7ED0-6D56-3497E892227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36C51B6-DCAC-C041-7838-582A628F5A5F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088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4 Content - Title, text, Red lin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9271EA54-B294-E2E2-95C0-8661A3DC8D25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65522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2C076AA-9D18-030E-05F2-18040F76C7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57200" y="2040875"/>
            <a:ext cx="11277600" cy="518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0FE8E743-D32F-E2CE-860D-EDCD146629D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6" name="Swirl Locked">
            <a:extLst>
              <a:ext uri="{FF2B5EF4-FFF2-40B4-BE49-F238E27FC236}">
                <a16:creationId xmlns:a16="http://schemas.microsoft.com/office/drawing/2014/main" id="{84D0E48B-D527-375C-F2BE-CEEEC7EA58C8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4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115849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5 Content - Title, text, Red lin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9B2CD425-1B76-72A6-D0F4-6FF3E83F81D0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65522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2C076AA-9D18-030E-05F2-18040F76C7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57200" y="2040875"/>
            <a:ext cx="1127760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0FE8E743-D32F-E2CE-860D-EDCD146629D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5" name="Swirl Locked">
            <a:extLst>
              <a:ext uri="{FF2B5EF4-FFF2-40B4-BE49-F238E27FC236}">
                <a16:creationId xmlns:a16="http://schemas.microsoft.com/office/drawing/2014/main" id="{851C323E-A7D8-7B42-C2B8-73CB8B693DA7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4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680259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6 Content - Title, text, Blue lin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7A651D09-A3D1-B8E3-FAA4-08C2D9609B9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65522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A4A66B7-5B37-0944-F05A-D86DF74D410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E58B3A6-DE59-D3AD-631B-7104D5A5BFC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Swirl Locked">
            <a:extLst>
              <a:ext uri="{FF2B5EF4-FFF2-40B4-BE49-F238E27FC236}">
                <a16:creationId xmlns:a16="http://schemas.microsoft.com/office/drawing/2014/main" id="{E0511AF9-6487-6B2F-3588-9B959DF23BA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4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853039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7 Content - Title, text, Blue lin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42E147B2-818D-E65C-DD3B-D6833174E1B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65522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A4A66B7-5B37-0944-F05A-D86DF74D410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3D3D20E-C554-E371-F3FA-FFA2DAACD4E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7" name="Swirl Locked">
            <a:extLst>
              <a:ext uri="{FF2B5EF4-FFF2-40B4-BE49-F238E27FC236}">
                <a16:creationId xmlns:a16="http://schemas.microsoft.com/office/drawing/2014/main" id="{945A1BDD-0519-A2E8-D7A3-69D8018EC8A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4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857545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8 Content - Titl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9606763-2CD6-E259-2525-CC3E8FE857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66B0B57A-D896-45C0-B8AE-3A127CD02F0A}" type="datetime1">
              <a:rPr lang="en-US" altLang="ja-JP" smtClean="0"/>
              <a:t>1/16/2026</a:t>
            </a:fld>
            <a:endParaRPr lang="ja-JP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A05BBA4-B4E2-DF9B-8B10-9A39E78EC2D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552DFD8-D83C-81F3-5514-CD5B9D9949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678909F-9F6A-B381-154C-E92D8EDFB50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1E2369A-A7AD-A118-819D-07886D39E7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89940" y="1957750"/>
            <a:ext cx="10612120" cy="518746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BE57F742-2E2F-1439-78F6-8DFB15B4A07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827001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9 Content - Titl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9606763-2CD6-E259-2525-CC3E8FE857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66B0B57A-D896-45C0-B8AE-3A127CD02F0A}" type="datetime1">
              <a:rPr lang="en-US" altLang="ja-JP" smtClean="0"/>
              <a:t>1/16/2026</a:t>
            </a:fld>
            <a:endParaRPr lang="ja-JP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A05BBA4-B4E2-DF9B-8B10-9A39E78EC2D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552DFD8-D83C-81F3-5514-CD5B9D9949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678909F-9F6A-B381-154C-E92D8EDFB50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1E2369A-A7AD-A118-819D-07886D39E7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89940" y="1957750"/>
            <a:ext cx="10612120" cy="51874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BE57F742-2E2F-1439-78F6-8DFB15B4A07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442351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0 Content - Title, Wave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071C35F-172A-5B90-5976-EE7BB712464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9260A7CF-A23C-41F4-8B29-AF541EA4584E}" type="datetime1">
              <a:rPr lang="en-US" altLang="ja-JP" smtClean="0"/>
              <a:t>1/16/2026</a:t>
            </a:fld>
            <a:endParaRPr lang="ja-JP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292E925-F8EB-D193-F3DD-B954B717E80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B36530-686C-8B0E-0177-02C28259FC2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C18B1A80-4895-0D85-082B-F3D036A1FB16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2988000" anchor="t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1B97806A-E3F7-05F2-C694-BE501DF82C3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54798" y="1569727"/>
            <a:ext cx="10612120" cy="518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DC2627B8-99FA-AAFE-12EB-643F5BEB86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10327536" y="6473207"/>
            <a:ext cx="1407869" cy="245006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9" name="Recolor 3">
            <a:extLst>
              <a:ext uri="{FF2B5EF4-FFF2-40B4-BE49-F238E27FC236}">
                <a16:creationId xmlns:a16="http://schemas.microsoft.com/office/drawing/2014/main" id="{61BCDC54-4F42-112F-9076-C2A24A76719C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060192" y="3697200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1" name="Recolor 1">
            <a:extLst>
              <a:ext uri="{FF2B5EF4-FFF2-40B4-BE49-F238E27FC236}">
                <a16:creationId xmlns:a16="http://schemas.microsoft.com/office/drawing/2014/main" id="{6ADE13F6-D5C1-4310-D1ED-C4A995FA0952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0" y="5983200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455394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1 Content - Title, Wav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E34577E-A1C1-5B33-43E5-EC4352D82D7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9260A7CF-A23C-41F4-8B29-AF541EA4584E}" type="datetime1">
              <a:rPr lang="en-US" altLang="ja-JP" smtClean="0"/>
              <a:t>1/16/2026</a:t>
            </a:fld>
            <a:endParaRPr lang="ja-JP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922D0F4-CCC3-90A6-8996-9FB13364D80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AA943FF-0115-2296-3AF6-766B74ADEC5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73C672A2-160A-A13D-741D-793ACB9CAEF6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2988000" anchor="t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A31C1398-4AF9-9766-30F1-B8A82607E85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54798" y="1569727"/>
            <a:ext cx="1061212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2" name="Recolor 3">
            <a:extLst>
              <a:ext uri="{FF2B5EF4-FFF2-40B4-BE49-F238E27FC236}">
                <a16:creationId xmlns:a16="http://schemas.microsoft.com/office/drawing/2014/main" id="{23435891-67EA-2EFD-EA76-0F8C85DFB2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060192" y="3697200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3" name="Recolor 1">
            <a:extLst>
              <a:ext uri="{FF2B5EF4-FFF2-40B4-BE49-F238E27FC236}">
                <a16:creationId xmlns:a16="http://schemas.microsoft.com/office/drawing/2014/main" id="{443F31EB-0EC8-AC45-1A06-E5C176EE8F0B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>
          <a:xfrm>
            <a:off x="0" y="5983200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5" name="Logo">
            <a:extLst>
              <a:ext uri="{FF2B5EF4-FFF2-40B4-BE49-F238E27FC236}">
                <a16:creationId xmlns:a16="http://schemas.microsoft.com/office/drawing/2014/main" id="{B3092A70-60C8-572B-2F8B-F59325861A61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8"/>
            </p:custDataLst>
          </p:nvPr>
        </p:nvSpPr>
        <p:spPr>
          <a:xfrm>
            <a:off x="10327233" y="6473207"/>
            <a:ext cx="1407869" cy="245006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6228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 END - Red symbol JP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79FCF0F0-71C4-F66E-6475-D16BE4E344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644" y="1984902"/>
            <a:ext cx="6408712" cy="2308194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3A71724-42DF-B905-839D-8F0AEDD5561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B78643E-3E1A-2209-C85D-B43450DB205C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836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 END - Red symbol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CA5E05D-E336-E5D3-5C64-34EC347C7077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DAD7A53-D4FC-2E1B-0ED3-B14502BA94D1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pic>
        <p:nvPicPr>
          <p:cNvPr id="9" name="図 8" descr="黒い背景に白い文字がある&#10;&#10;低い精度で自動的に生成された説明">
            <a:extLst>
              <a:ext uri="{FF2B5EF4-FFF2-40B4-BE49-F238E27FC236}">
                <a16:creationId xmlns:a16="http://schemas.microsoft.com/office/drawing/2014/main" id="{F8D8EBF6-C225-DAA2-8FD5-D2AEFAFFA0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644" y="2004743"/>
            <a:ext cx="6408712" cy="226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97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 END -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">
            <a:extLst>
              <a:ext uri="{FF2B5EF4-FFF2-40B4-BE49-F238E27FC236}">
                <a16:creationId xmlns:a16="http://schemas.microsoft.com/office/drawing/2014/main" id="{11378A08-C6BE-6D65-4DE3-3839DE2B5AE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453587" y="717860"/>
            <a:ext cx="3259619" cy="567259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8D5C54E-9D44-AF42-3D5A-2EA9540DDB41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pic>
        <p:nvPicPr>
          <p:cNvPr id="6" name="Lines locked">
            <a:extLst>
              <a:ext uri="{FF2B5EF4-FFF2-40B4-BE49-F238E27FC236}">
                <a16:creationId xmlns:a16="http://schemas.microsoft.com/office/drawing/2014/main" id="{2648F619-0335-3E65-6113-E86D6437ED43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0" y="3691253"/>
            <a:ext cx="12192000" cy="3064803"/>
          </a:xfrm>
          <a:prstGeom prst="rect">
            <a:avLst/>
          </a:prstGeom>
        </p:spPr>
      </p:pic>
      <p:sp>
        <p:nvSpPr>
          <p:cNvPr id="18" name="テキスト プレースホルダー 3">
            <a:extLst>
              <a:ext uri="{FF2B5EF4-FFF2-40B4-BE49-F238E27FC236}">
                <a16:creationId xmlns:a16="http://schemas.microsoft.com/office/drawing/2014/main" id="{98806B19-72E7-AB86-4EA0-13418424690B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453587" y="1958799"/>
            <a:ext cx="5076688" cy="4146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FontTx/>
              <a:buNone/>
              <a:defRPr sz="22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ja-JP" altLang="en-US"/>
              <a:t>連絡先</a:t>
            </a:r>
          </a:p>
        </p:txBody>
      </p:sp>
      <p:sp>
        <p:nvSpPr>
          <p:cNvPr id="19" name="テキスト プレースホルダー 3">
            <a:extLst>
              <a:ext uri="{FF2B5EF4-FFF2-40B4-BE49-F238E27FC236}">
                <a16:creationId xmlns:a16="http://schemas.microsoft.com/office/drawing/2014/main" id="{EABEF0F1-6631-18B7-22FB-78A972082F05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4"/>
            </p:custDataLst>
          </p:nvPr>
        </p:nvSpPr>
        <p:spPr>
          <a:xfrm>
            <a:off x="453587" y="2453635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ja-JP" altLang="en-US"/>
              <a:t>氏名</a:t>
            </a:r>
          </a:p>
        </p:txBody>
      </p:sp>
      <p:sp>
        <p:nvSpPr>
          <p:cNvPr id="20" name="テキスト プレースホルダー 3">
            <a:extLst>
              <a:ext uri="{FF2B5EF4-FFF2-40B4-BE49-F238E27FC236}">
                <a16:creationId xmlns:a16="http://schemas.microsoft.com/office/drawing/2014/main" id="{A56789F0-9B9E-2AAD-12FB-A04118D8C121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5"/>
            </p:custDataLst>
          </p:nvPr>
        </p:nvSpPr>
        <p:spPr>
          <a:xfrm>
            <a:off x="453587" y="2930499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ja-JP" altLang="en-US"/>
              <a:t>電話</a:t>
            </a:r>
          </a:p>
        </p:txBody>
      </p:sp>
      <p:sp>
        <p:nvSpPr>
          <p:cNvPr id="21" name="テキスト プレースホルダー 3">
            <a:extLst>
              <a:ext uri="{FF2B5EF4-FFF2-40B4-BE49-F238E27FC236}">
                <a16:creationId xmlns:a16="http://schemas.microsoft.com/office/drawing/2014/main" id="{6FC3E352-2D9B-226F-802E-F4484031C5A5}"/>
              </a:ext>
            </a:extLst>
          </p:cNvPr>
          <p:cNvSpPr>
            <a:spLocks noGrp="1"/>
          </p:cNvSpPr>
          <p:nvPr>
            <p:ph type="body" sz="quarter" idx="23" hasCustomPrompt="1"/>
            <p:custDataLst>
              <p:tags r:id="rId6"/>
            </p:custDataLst>
          </p:nvPr>
        </p:nvSpPr>
        <p:spPr>
          <a:xfrm>
            <a:off x="453587" y="3407364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ja-JP" altLang="en-US"/>
              <a:t>Ｅメール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F9C18C4-731B-F286-4B32-F6EF4C43453A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594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 Adjust - Bottom swir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2">
            <a:extLst>
              <a:ext uri="{FF2B5EF4-FFF2-40B4-BE49-F238E27FC236}">
                <a16:creationId xmlns:a16="http://schemas.microsoft.com/office/drawing/2014/main" id="{E78CDE6C-1337-25FB-4663-56CD88ECBD6D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A8227DF1-413E-4664-AB27-9EF2E88907A5}" type="datetime1">
              <a:rPr lang="en-US" altLang="ja-JP" smtClean="0"/>
              <a:t>1/16/2026</a:t>
            </a:fld>
            <a:endParaRPr lang="ja-JP" altLang="en-US"/>
          </a:p>
        </p:txBody>
      </p:sp>
      <p:sp>
        <p:nvSpPr>
          <p:cNvPr id="6" name="Footer Placeholder 13">
            <a:extLst>
              <a:ext uri="{FF2B5EF4-FFF2-40B4-BE49-F238E27FC236}">
                <a16:creationId xmlns:a16="http://schemas.microsoft.com/office/drawing/2014/main" id="{33E26293-8F60-0DE8-FF59-F9DBA480171E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grpSp>
        <p:nvGrpSpPr>
          <p:cNvPr id="22" name="LOGO RED">
            <a:extLst>
              <a:ext uri="{FF2B5EF4-FFF2-40B4-BE49-F238E27FC236}">
                <a16:creationId xmlns:a16="http://schemas.microsoft.com/office/drawing/2014/main" id="{6AF4002B-CFE2-B18B-BF54-C037BEA16AB6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3" name="Freeform: Shape 7">
              <a:extLst>
                <a:ext uri="{FF2B5EF4-FFF2-40B4-BE49-F238E27FC236}">
                  <a16:creationId xmlns:a16="http://schemas.microsoft.com/office/drawing/2014/main" id="{3A17A6AD-4DB3-1498-9B61-A88F5423523D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8">
              <a:extLst>
                <a:ext uri="{FF2B5EF4-FFF2-40B4-BE49-F238E27FC236}">
                  <a16:creationId xmlns:a16="http://schemas.microsoft.com/office/drawing/2014/main" id="{1642E669-77EC-DE10-2D4A-8E0CCC30155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9">
              <a:extLst>
                <a:ext uri="{FF2B5EF4-FFF2-40B4-BE49-F238E27FC236}">
                  <a16:creationId xmlns:a16="http://schemas.microsoft.com/office/drawing/2014/main" id="{AFF91D01-9705-60BD-ED37-38628F262BB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10">
              <a:extLst>
                <a:ext uri="{FF2B5EF4-FFF2-40B4-BE49-F238E27FC236}">
                  <a16:creationId xmlns:a16="http://schemas.microsoft.com/office/drawing/2014/main" id="{820590F9-6CD3-F657-9E19-3752EB3D9C2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1">
              <a:extLst>
                <a:ext uri="{FF2B5EF4-FFF2-40B4-BE49-F238E27FC236}">
                  <a16:creationId xmlns:a16="http://schemas.microsoft.com/office/drawing/2014/main" id="{84A1C273-54C7-3B92-9B02-8E99F1A51A9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Recolor 2">
            <a:extLst>
              <a:ext uri="{FF2B5EF4-FFF2-40B4-BE49-F238E27FC236}">
                <a16:creationId xmlns:a16="http://schemas.microsoft.com/office/drawing/2014/main" id="{98B54AA0-43D7-36B8-1B41-BBF37634BE01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0" y="5981575"/>
            <a:ext cx="12192000" cy="876426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63718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9" name="Recolor 3">
            <a:extLst>
              <a:ext uri="{FF2B5EF4-FFF2-40B4-BE49-F238E27FC236}">
                <a16:creationId xmlns:a16="http://schemas.microsoft.com/office/drawing/2014/main" id="{A8D3303D-317A-CBD4-AE80-7DC95975669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4060192" y="3695341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818E9C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30" name="Recolor 1">
            <a:extLst>
              <a:ext uri="{FF2B5EF4-FFF2-40B4-BE49-F238E27FC236}">
                <a16:creationId xmlns:a16="http://schemas.microsoft.com/office/drawing/2014/main" id="{03AA5945-21A4-2B5F-7D5F-A992DB3BB0C0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6"/>
            </p:custDataLst>
          </p:nvPr>
        </p:nvSpPr>
        <p:spPr>
          <a:xfrm>
            <a:off x="0" y="5981575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34425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B289530-B8C6-623F-81F5-8B793C37CC7B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540000" y="2088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8A6C38B-F19F-4C9C-2EAA-9C7870367F8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</p:spTree>
    <p:extLst>
      <p:ext uri="{BB962C8B-B14F-4D97-AF65-F5344CB8AC3E}">
        <p14:creationId xmlns:p14="http://schemas.microsoft.com/office/powerpoint/2010/main" val="727981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2 Adjust - Top swir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olor 2">
            <a:extLst>
              <a:ext uri="{FF2B5EF4-FFF2-40B4-BE49-F238E27FC236}">
                <a16:creationId xmlns:a16="http://schemas.microsoft.com/office/drawing/2014/main" id="{90BD0252-86B7-C2F3-CF13-09FC918A353B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1"/>
            </p:custDataLst>
          </p:nvPr>
        </p:nvSpPr>
        <p:spPr>
          <a:xfrm>
            <a:off x="0" y="-2"/>
            <a:ext cx="12192000" cy="876426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667778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Recolor 3">
            <a:extLst>
              <a:ext uri="{FF2B5EF4-FFF2-40B4-BE49-F238E27FC236}">
                <a16:creationId xmlns:a16="http://schemas.microsoft.com/office/drawing/2014/main" id="{4722198C-5D94-738C-9AA2-7E26C2BCB584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 flipV="1">
            <a:off x="4060192" y="876424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848F8F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9" name="Recolor 1">
            <a:extLst>
              <a:ext uri="{FF2B5EF4-FFF2-40B4-BE49-F238E27FC236}">
                <a16:creationId xmlns:a16="http://schemas.microsoft.com/office/drawing/2014/main" id="{C5141A41-D19E-73A7-EA15-333FC214443C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 flipV="1">
            <a:off x="0" y="114390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21585A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54454C84-21B2-A491-1A32-39A0FA2C853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26D2567-30FB-F460-DF22-806768E163F9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89DA737A-56D4-795F-DF54-5FEB76C3DC59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>
            <a:off x="454798" y="6300000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7" name="Freeform: Shape 21">
              <a:extLst>
                <a:ext uri="{FF2B5EF4-FFF2-40B4-BE49-F238E27FC236}">
                  <a16:creationId xmlns:a16="http://schemas.microsoft.com/office/drawing/2014/main" id="{89C5B57E-860C-E54D-4950-75690D9AF1E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2">
              <a:extLst>
                <a:ext uri="{FF2B5EF4-FFF2-40B4-BE49-F238E27FC236}">
                  <a16:creationId xmlns:a16="http://schemas.microsoft.com/office/drawing/2014/main" id="{1BE89B4F-7AD8-8AFE-76A3-FFC3D44A40F0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3">
              <a:extLst>
                <a:ext uri="{FF2B5EF4-FFF2-40B4-BE49-F238E27FC236}">
                  <a16:creationId xmlns:a16="http://schemas.microsoft.com/office/drawing/2014/main" id="{F2960768-01E4-DBBE-55C3-C5212B93D083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4">
              <a:extLst>
                <a:ext uri="{FF2B5EF4-FFF2-40B4-BE49-F238E27FC236}">
                  <a16:creationId xmlns:a16="http://schemas.microsoft.com/office/drawing/2014/main" id="{3A3C10EE-3D64-3B24-AD3C-DA7CFC445ABA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25">
              <a:extLst>
                <a:ext uri="{FF2B5EF4-FFF2-40B4-BE49-F238E27FC236}">
                  <a16:creationId xmlns:a16="http://schemas.microsoft.com/office/drawing/2014/main" id="{D441F57A-5D49-3FDE-EB24-0EFD44E00F75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C301109B-EB18-E543-72D7-A552F06894F2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540000" y="2088000"/>
            <a:ext cx="6660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737553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3 Adjust - Bottom Full swir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olor 4">
            <a:extLst>
              <a:ext uri="{FF2B5EF4-FFF2-40B4-BE49-F238E27FC236}">
                <a16:creationId xmlns:a16="http://schemas.microsoft.com/office/drawing/2014/main" id="{9747BBC4-62A0-7030-61B4-85A52631C023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1"/>
            </p:custDataLst>
          </p:nvPr>
        </p:nvSpPr>
        <p:spPr>
          <a:xfrm>
            <a:off x="0" y="964641"/>
            <a:ext cx="12193211" cy="5042503"/>
          </a:xfrm>
          <a:prstGeom prst="rect">
            <a:avLst/>
          </a:prstGeom>
          <a:solidFill>
            <a:srgbClr val="E68344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6" name="Recolor 2">
            <a:extLst>
              <a:ext uri="{FF2B5EF4-FFF2-40B4-BE49-F238E27FC236}">
                <a16:creationId xmlns:a16="http://schemas.microsoft.com/office/drawing/2014/main" id="{CB714E06-B0BF-13BE-CA9B-7168C99995D3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0" y="5981575"/>
            <a:ext cx="12192000" cy="876426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E78B4F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1" name="Recolor 3">
            <a:extLst>
              <a:ext uri="{FF2B5EF4-FFF2-40B4-BE49-F238E27FC236}">
                <a16:creationId xmlns:a16="http://schemas.microsoft.com/office/drawing/2014/main" id="{004E1D6D-583D-B375-2D2D-579A5B27A96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060192" y="3695341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EDA370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2" name="Recolor 1">
            <a:extLst>
              <a:ext uri="{FF2B5EF4-FFF2-40B4-BE49-F238E27FC236}">
                <a16:creationId xmlns:a16="http://schemas.microsoft.com/office/drawing/2014/main" id="{975AE489-914A-DDBA-6858-8C8AEFBC25A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>
            <a:off x="0" y="5981575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DF621D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grpSp>
        <p:nvGrpSpPr>
          <p:cNvPr id="28" name="LOGO RED">
            <a:extLst>
              <a:ext uri="{FF2B5EF4-FFF2-40B4-BE49-F238E27FC236}">
                <a16:creationId xmlns:a16="http://schemas.microsoft.com/office/drawing/2014/main" id="{A5C6DE14-D3E8-C549-CF43-39C4E3623DC5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9" name="Freeform: Shape 16">
              <a:extLst>
                <a:ext uri="{FF2B5EF4-FFF2-40B4-BE49-F238E27FC236}">
                  <a16:creationId xmlns:a16="http://schemas.microsoft.com/office/drawing/2014/main" id="{6AFB65CE-4169-2399-8555-11920EA4EE3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17">
              <a:extLst>
                <a:ext uri="{FF2B5EF4-FFF2-40B4-BE49-F238E27FC236}">
                  <a16:creationId xmlns:a16="http://schemas.microsoft.com/office/drawing/2014/main" id="{4701ADC0-2699-2027-94F2-54DA6359F85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8">
              <a:extLst>
                <a:ext uri="{FF2B5EF4-FFF2-40B4-BE49-F238E27FC236}">
                  <a16:creationId xmlns:a16="http://schemas.microsoft.com/office/drawing/2014/main" id="{776861BD-086C-D620-6137-F091709EEC7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9">
              <a:extLst>
                <a:ext uri="{FF2B5EF4-FFF2-40B4-BE49-F238E27FC236}">
                  <a16:creationId xmlns:a16="http://schemas.microsoft.com/office/drawing/2014/main" id="{2EF2EDDE-2772-B02D-C350-46CC4B5F428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26">
              <a:extLst>
                <a:ext uri="{FF2B5EF4-FFF2-40B4-BE49-F238E27FC236}">
                  <a16:creationId xmlns:a16="http://schemas.microsoft.com/office/drawing/2014/main" id="{B58390C4-2FE3-B744-EEEA-E74F6C6DEB89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8AB192B4-0EC0-7285-1C2C-3A398FB1A757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540000" y="2088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0FD3BDD-0F8C-4FB0-8E38-19EA100A3B95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</p:spTree>
    <p:extLst>
      <p:ext uri="{BB962C8B-B14F-4D97-AF65-F5344CB8AC3E}">
        <p14:creationId xmlns:p14="http://schemas.microsoft.com/office/powerpoint/2010/main" val="2637906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4 Adjust - Top Full swir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olor 4">
            <a:extLst>
              <a:ext uri="{FF2B5EF4-FFF2-40B4-BE49-F238E27FC236}">
                <a16:creationId xmlns:a16="http://schemas.microsoft.com/office/drawing/2014/main" id="{F161CDD7-E20C-C70C-C444-112F6BDCB8EB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1"/>
            </p:custDataLst>
          </p:nvPr>
        </p:nvSpPr>
        <p:spPr>
          <a:xfrm>
            <a:off x="-1211" y="616069"/>
            <a:ext cx="12193211" cy="5093053"/>
          </a:xfrm>
          <a:prstGeom prst="rect">
            <a:avLst/>
          </a:prstGeom>
          <a:solidFill>
            <a:srgbClr val="2F437A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8C92072-2399-0212-E64B-BE014E0BE257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39999" y="2088000"/>
            <a:ext cx="6660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356DC8E-E021-2666-26E0-87AEAB624A56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  <p:sp>
        <p:nvSpPr>
          <p:cNvPr id="11" name="Recolor 2">
            <a:extLst>
              <a:ext uri="{FF2B5EF4-FFF2-40B4-BE49-F238E27FC236}">
                <a16:creationId xmlns:a16="http://schemas.microsoft.com/office/drawing/2014/main" id="{2D504371-9AE1-AC99-29C7-90AACF42A4FC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0" y="0"/>
            <a:ext cx="12192000" cy="876426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3C4B8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2" name="Recolor 3">
            <a:extLst>
              <a:ext uri="{FF2B5EF4-FFF2-40B4-BE49-F238E27FC236}">
                <a16:creationId xmlns:a16="http://schemas.microsoft.com/office/drawing/2014/main" id="{C1883742-E150-7679-D23A-1BD2BCA7C009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 flipV="1">
            <a:off x="4060192" y="876361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5F6796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6" name="Recolor 1">
            <a:extLst>
              <a:ext uri="{FF2B5EF4-FFF2-40B4-BE49-F238E27FC236}">
                <a16:creationId xmlns:a16="http://schemas.microsoft.com/office/drawing/2014/main" id="{76D2F402-FA54-3072-DD85-98FEE1B2100D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6"/>
            </p:custDataLst>
          </p:nvPr>
        </p:nvSpPr>
        <p:spPr>
          <a:xfrm flipV="1">
            <a:off x="0" y="114327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002664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79B408CD-27C8-90E3-FC4C-B2136AC33598}"/>
              </a:ext>
            </a:extLst>
          </p:cNvPr>
          <p:cNvGrpSpPr/>
          <p:nvPr userDrawn="1">
            <p:custDataLst>
              <p:tags r:id="rId7"/>
            </p:custDataLst>
          </p:nvPr>
        </p:nvGrpSpPr>
        <p:grpSpPr>
          <a:xfrm>
            <a:off x="454798" y="6180032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1" name="Freeform: Shape 23">
              <a:extLst>
                <a:ext uri="{FF2B5EF4-FFF2-40B4-BE49-F238E27FC236}">
                  <a16:creationId xmlns:a16="http://schemas.microsoft.com/office/drawing/2014/main" id="{72C46E28-A7BB-15C8-EBB2-6DE712C40351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2" name="Freeform: Shape 24">
              <a:extLst>
                <a:ext uri="{FF2B5EF4-FFF2-40B4-BE49-F238E27FC236}">
                  <a16:creationId xmlns:a16="http://schemas.microsoft.com/office/drawing/2014/main" id="{52C9B038-1630-24DD-80CC-2B061CE5927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27" name="Freeform: Shape 25">
              <a:extLst>
                <a:ext uri="{FF2B5EF4-FFF2-40B4-BE49-F238E27FC236}">
                  <a16:creationId xmlns:a16="http://schemas.microsoft.com/office/drawing/2014/main" id="{44548A81-E491-A563-7CDE-4F7D83A722FF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0" name="Freeform: Shape 27">
              <a:extLst>
                <a:ext uri="{FF2B5EF4-FFF2-40B4-BE49-F238E27FC236}">
                  <a16:creationId xmlns:a16="http://schemas.microsoft.com/office/drawing/2014/main" id="{A6668A77-17F2-C41E-BCE0-3C6704A3085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1" name="Freeform: Shape 28">
              <a:extLst>
                <a:ext uri="{FF2B5EF4-FFF2-40B4-BE49-F238E27FC236}">
                  <a16:creationId xmlns:a16="http://schemas.microsoft.com/office/drawing/2014/main" id="{F5839DEE-E154-CE7A-C2F1-B0E2EA27088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0507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5 Adjust - Bottom swirl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FB05953C-76E3-B003-5F41-2AB5C797FC3C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822D3269-2FEC-AF1D-00E9-BE3AE649E4BC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0" y="5981575"/>
            <a:ext cx="12192000" cy="876426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5BA8C8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549CE10A-4E3A-79B2-C7E0-90CF5AF798C0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060193" y="3695341"/>
            <a:ext cx="8131808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84B8D3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15F3C05-02D9-5597-BD01-13B98E215E7C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>
            <a:off x="2" y="5983200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008FB8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6" name="Logo">
            <a:extLst>
              <a:ext uri="{FF2B5EF4-FFF2-40B4-BE49-F238E27FC236}">
                <a16:creationId xmlns:a16="http://schemas.microsoft.com/office/drawing/2014/main" id="{FEF9C693-F0FC-EF4E-3B59-85A7F441F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38EA819-DB9D-C6D5-60A2-768D87EEB7B9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EDC8C8D-173B-A2E2-189E-E8BB9E392257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540000" y="1224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488262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6 Adjust - Bottom swirl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3030A44B-B2A3-A745-48B4-7E2EC82CA4D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387D3F89-019A-FC60-AC83-C90BA3F1C2D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7B6E16F-9B18-74E0-A18A-6A3FF8D89B67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0" y="5981575"/>
            <a:ext cx="12192000" cy="876426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5BA8C8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73CAAE3E-D49E-B7AA-7B1A-1B54CBA9CA4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4060193" y="3695341"/>
            <a:ext cx="8131808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84B8D3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16BA4515-8E95-FA49-3688-959019365EEE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2" y="5983200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008FB8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84C05ECF-6091-F59C-A1D2-B839BDEC16F2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日付、氏名、もしくはコンテンツ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1DED2A8-9122-C648-1391-2B9FA24D71E2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540000" y="1224000"/>
            <a:ext cx="8352000" cy="15840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301148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7 Adjust - Top swirl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39E24924-144A-CEFD-1B36-00B6A2F36BD7}"/>
              </a:ext>
            </a:extLst>
          </p:cNvPr>
          <p:cNvSpPr>
            <a:spLocks noGrp="1"/>
          </p:cNvSpPr>
          <p:nvPr>
            <p:ph type="pic" sz="quarter" idx="20" hasCustomPrompt="1"/>
            <p:custDataLst>
              <p:tags r:id="rId1"/>
            </p:custDataLst>
          </p:nvPr>
        </p:nvSpPr>
        <p:spPr>
          <a:xfrm>
            <a:off x="0" y="0"/>
            <a:ext cx="12192000" cy="6858124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9" name="Recolor 2">
            <a:extLst>
              <a:ext uri="{FF2B5EF4-FFF2-40B4-BE49-F238E27FC236}">
                <a16:creationId xmlns:a16="http://schemas.microsoft.com/office/drawing/2014/main" id="{47E681F3-A80C-A361-0F16-94417557516E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0" y="0"/>
            <a:ext cx="12192000" cy="876426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A3C460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0" name="Recolor 3">
            <a:extLst>
              <a:ext uri="{FF2B5EF4-FFF2-40B4-BE49-F238E27FC236}">
                <a16:creationId xmlns:a16="http://schemas.microsoft.com/office/drawing/2014/main" id="{7B53F0BF-E31E-63C2-AF78-1D50EAEEF27D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 flipV="1">
            <a:off x="4060192" y="876424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B6CF8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1" name="Recolor 1">
            <a:extLst>
              <a:ext uri="{FF2B5EF4-FFF2-40B4-BE49-F238E27FC236}">
                <a16:creationId xmlns:a16="http://schemas.microsoft.com/office/drawing/2014/main" id="{F376552D-2C76-D26D-5D6E-C0457137B81D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 flipV="1">
            <a:off x="0" y="114390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80B129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5CC01011-640C-C45B-3875-59E3FD005156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  <p:sp>
        <p:nvSpPr>
          <p:cNvPr id="21" name="Logo">
            <a:extLst>
              <a:ext uri="{FF2B5EF4-FFF2-40B4-BE49-F238E27FC236}">
                <a16:creationId xmlns:a16="http://schemas.microsoft.com/office/drawing/2014/main" id="{1C01C423-19D6-98C9-53D4-BB0CF7CF3264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6"/>
            </p:custDataLst>
          </p:nvPr>
        </p:nvSpPr>
        <p:spPr>
          <a:xfrm>
            <a:off x="454798" y="6300000"/>
            <a:ext cx="2025604" cy="352508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2E7AAD-8AEE-23C1-CF7C-B4573E2F134D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540000" y="2088000"/>
            <a:ext cx="4536000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715450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8 Adjust - Top swirl img.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0904E94-267A-7C58-7217-7D96169A09E9}"/>
              </a:ext>
            </a:extLst>
          </p:cNvPr>
          <p:cNvSpPr>
            <a:spLocks noGrp="1"/>
          </p:cNvSpPr>
          <p:nvPr>
            <p:ph type="pic" sz="quarter" idx="20" hasCustomPrompt="1"/>
            <p:custDataLst>
              <p:tags r:id="rId1"/>
            </p:custDataLst>
          </p:nvPr>
        </p:nvSpPr>
        <p:spPr>
          <a:xfrm>
            <a:off x="0" y="0"/>
            <a:ext cx="12192000" cy="6858124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00844918-0AD4-8D5C-3166-E565267912E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40000" y="4680000"/>
            <a:ext cx="4175713" cy="936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日付、氏名、もしくはコンテンツ</a:t>
            </a:r>
          </a:p>
        </p:txBody>
      </p:sp>
      <p:sp>
        <p:nvSpPr>
          <p:cNvPr id="23" name="Logo">
            <a:extLst>
              <a:ext uri="{FF2B5EF4-FFF2-40B4-BE49-F238E27FC236}">
                <a16:creationId xmlns:a16="http://schemas.microsoft.com/office/drawing/2014/main" id="{49A33F0A-9E24-624D-98B0-6FA9205B7E1A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3"/>
            </p:custDataLst>
          </p:nvPr>
        </p:nvSpPr>
        <p:spPr>
          <a:xfrm>
            <a:off x="454798" y="6300000"/>
            <a:ext cx="2025604" cy="352508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Recolor 2">
            <a:extLst>
              <a:ext uri="{FF2B5EF4-FFF2-40B4-BE49-F238E27FC236}">
                <a16:creationId xmlns:a16="http://schemas.microsoft.com/office/drawing/2014/main" id="{8D080C02-6E8F-56FF-1F13-8FC634411097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0" y="-2"/>
            <a:ext cx="12192000" cy="876426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A3C460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3" name="Recolor 3">
            <a:extLst>
              <a:ext uri="{FF2B5EF4-FFF2-40B4-BE49-F238E27FC236}">
                <a16:creationId xmlns:a16="http://schemas.microsoft.com/office/drawing/2014/main" id="{AB8EC896-5EED-7DEF-F4EB-6C5F5AB3FBCF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 flipV="1">
            <a:off x="4060192" y="876424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B6CF8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4" name="Recolor 1">
            <a:extLst>
              <a:ext uri="{FF2B5EF4-FFF2-40B4-BE49-F238E27FC236}">
                <a16:creationId xmlns:a16="http://schemas.microsoft.com/office/drawing/2014/main" id="{DA76C3D8-26A4-B363-63F6-7041C5C839A1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6"/>
            </p:custDataLst>
          </p:nvPr>
        </p:nvSpPr>
        <p:spPr>
          <a:xfrm flipV="1">
            <a:off x="0" y="114390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80B129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4A75117-24EA-B6DC-CE9F-AF6DA20B4562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540000" y="2088000"/>
            <a:ext cx="4536000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1445289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9 Content Adjust -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olor 4">
            <a:extLst>
              <a:ext uri="{FF2B5EF4-FFF2-40B4-BE49-F238E27FC236}">
                <a16:creationId xmlns:a16="http://schemas.microsoft.com/office/drawing/2014/main" id="{0E0F45E0-B4D3-D7ED-14A7-1104244B4BB8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1"/>
            </p:custDataLst>
          </p:nvPr>
        </p:nvSpPr>
        <p:spPr>
          <a:xfrm>
            <a:off x="0" y="0"/>
            <a:ext cx="12193211" cy="6857999"/>
          </a:xfrm>
          <a:prstGeom prst="rect">
            <a:avLst/>
          </a:prstGeom>
          <a:solidFill>
            <a:srgbClr val="63718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64D2869C-769F-B58B-A255-7FBD0AF739E8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8016000" y="0"/>
            <a:ext cx="4176000" cy="6858000"/>
          </a:xfrm>
          <a:prstGeom prst="rect">
            <a:avLst/>
          </a:prstGeo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wrap="square" tIns="1260000" anchor="ctr" anchorCtr="0">
            <a:no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Recolor 3">
            <a:extLst>
              <a:ext uri="{FF2B5EF4-FFF2-40B4-BE49-F238E27FC236}">
                <a16:creationId xmlns:a16="http://schemas.microsoft.com/office/drawing/2014/main" id="{96FA1FFA-900B-B933-FCFC-52218848824C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3"/>
            </p:custDataLst>
          </p:nvPr>
        </p:nvSpPr>
        <p:spPr>
          <a:xfrm rot="16200000" flipH="1">
            <a:off x="5183477" y="4025479"/>
            <a:ext cx="4421999" cy="1243048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818E9C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3" name="Recolor 1">
            <a:extLst>
              <a:ext uri="{FF2B5EF4-FFF2-40B4-BE49-F238E27FC236}">
                <a16:creationId xmlns:a16="http://schemas.microsoft.com/office/drawing/2014/main" id="{3FA93231-3DF9-DBCB-14F2-807EEDDA428D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 rot="16200000" flipH="1">
            <a:off x="7026600" y="989403"/>
            <a:ext cx="2436001" cy="457199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34425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4C29FCA-620F-DE0D-F159-AE9E544A09A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1851" y="1057747"/>
            <a:ext cx="5866900" cy="1295131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2C461FA-BF51-4592-2276-99AE9726B20B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6"/>
            </p:custDataLst>
          </p:nvPr>
        </p:nvSpPr>
        <p:spPr>
          <a:xfrm>
            <a:off x="831852" y="2879319"/>
            <a:ext cx="5875282" cy="253516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223837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/>
            </a:lvl3pPr>
            <a:lvl4pPr marL="669925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テキスト</a:t>
            </a:r>
          </a:p>
        </p:txBody>
      </p:sp>
    </p:spTree>
    <p:extLst>
      <p:ext uri="{BB962C8B-B14F-4D97-AF65-F5344CB8AC3E}">
        <p14:creationId xmlns:p14="http://schemas.microsoft.com/office/powerpoint/2010/main" val="31736734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0 Content Adjust -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B2B0927-7B39-F690-C9D3-00147A868594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sp>
        <p:nvSpPr>
          <p:cNvPr id="7" name="Recolor 2">
            <a:extLst>
              <a:ext uri="{FF2B5EF4-FFF2-40B4-BE49-F238E27FC236}">
                <a16:creationId xmlns:a16="http://schemas.microsoft.com/office/drawing/2014/main" id="{4436AC51-49FF-A57D-43E4-9F359EDCEC86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1"/>
            </p:custDataLst>
          </p:nvPr>
        </p:nvSpPr>
        <p:spPr>
          <a:xfrm rot="5400000">
            <a:off x="8516399" y="3182402"/>
            <a:ext cx="6858001" cy="493200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667778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8" name="Recolor 3">
            <a:extLst>
              <a:ext uri="{FF2B5EF4-FFF2-40B4-BE49-F238E27FC236}">
                <a16:creationId xmlns:a16="http://schemas.microsoft.com/office/drawing/2014/main" id="{9859DDD9-6AD0-749F-DE29-4FF46FE26429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2"/>
            </p:custDataLst>
          </p:nvPr>
        </p:nvSpPr>
        <p:spPr>
          <a:xfrm rot="16200000" flipH="1">
            <a:off x="8845199" y="4004404"/>
            <a:ext cx="4421999" cy="1285200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848F8F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9" name="Recolor 1">
            <a:extLst>
              <a:ext uri="{FF2B5EF4-FFF2-40B4-BE49-F238E27FC236}">
                <a16:creationId xmlns:a16="http://schemas.microsoft.com/office/drawing/2014/main" id="{EC96D5F8-83E9-62EA-DDB0-A675EA07072E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 rot="16200000" flipH="1">
            <a:off x="10694998" y="1003802"/>
            <a:ext cx="2436001" cy="428400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21585A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50A3CC6-CDA2-ACCC-4974-F10620A36332}"/>
              </a:ext>
            </a:extLst>
          </p:cNvPr>
          <p:cNvSpPr/>
          <p:nvPr userDrawn="1"/>
        </p:nvSpPr>
        <p:spPr>
          <a:xfrm>
            <a:off x="0" y="6356350"/>
            <a:ext cx="2135560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23" name="LOGO RED">
            <a:extLst>
              <a:ext uri="{FF2B5EF4-FFF2-40B4-BE49-F238E27FC236}">
                <a16:creationId xmlns:a16="http://schemas.microsoft.com/office/drawing/2014/main" id="{2DDA231D-4A13-2CC5-7EA8-62E2E126EBDE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11">
              <a:extLst>
                <a:ext uri="{FF2B5EF4-FFF2-40B4-BE49-F238E27FC236}">
                  <a16:creationId xmlns:a16="http://schemas.microsoft.com/office/drawing/2014/main" id="{6227B536-7C61-B918-D1E7-D083B3749C9E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BCDD2A20-BD39-7280-4AAA-9EB9E4347003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1C3A1CE3-33EB-BCB9-0BBC-CE3593DFEAB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4">
              <a:extLst>
                <a:ext uri="{FF2B5EF4-FFF2-40B4-BE49-F238E27FC236}">
                  <a16:creationId xmlns:a16="http://schemas.microsoft.com/office/drawing/2014/main" id="{75FE9AB9-AF15-BEFD-41DE-952410216C70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5">
              <a:extLst>
                <a:ext uri="{FF2B5EF4-FFF2-40B4-BE49-F238E27FC236}">
                  <a16:creationId xmlns:a16="http://schemas.microsoft.com/office/drawing/2014/main" id="{087F45CA-CBD2-61CE-2903-253B44E8BCCD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FA8D5191-8EC2-446A-394F-DC77670C306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457200" y="1196975"/>
            <a:ext cx="9579754" cy="5111749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8A6F453-88ED-000A-2A11-19E6FD39A76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695400" y="376801"/>
            <a:ext cx="9341554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8246915-3CF8-BD10-399A-CF367761652F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21585A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6403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1 Content Adjust -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1775106B-CF2A-03B1-0FAD-A92E09AA6F7B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1"/>
            </p:custDataLst>
          </p:nvPr>
        </p:nvSpPr>
        <p:spPr>
          <a:xfrm>
            <a:off x="8016000" y="0"/>
            <a:ext cx="417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1" name="Recolor 3">
            <a:extLst>
              <a:ext uri="{FF2B5EF4-FFF2-40B4-BE49-F238E27FC236}">
                <a16:creationId xmlns:a16="http://schemas.microsoft.com/office/drawing/2014/main" id="{B36B1A78-DFAD-149C-0C21-1DAE5DEF8B34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2"/>
            </p:custDataLst>
          </p:nvPr>
        </p:nvSpPr>
        <p:spPr>
          <a:xfrm rot="16200000" flipH="1">
            <a:off x="5183477" y="4025479"/>
            <a:ext cx="4421999" cy="1243048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EDA370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9" name="Recolor 1">
            <a:extLst>
              <a:ext uri="{FF2B5EF4-FFF2-40B4-BE49-F238E27FC236}">
                <a16:creationId xmlns:a16="http://schemas.microsoft.com/office/drawing/2014/main" id="{16DD0D8D-9174-E70A-8CEC-A55206A289E1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 rot="16200000" flipH="1">
            <a:off x="7026600" y="989403"/>
            <a:ext cx="2436001" cy="457199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DF621D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472AF93-EF4B-ECC4-5A12-A9CE28B8CFED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err="1">
              <a:solidFill>
                <a:schemeClr val="tx1"/>
              </a:solidFill>
            </a:endParaRPr>
          </a:p>
        </p:txBody>
      </p:sp>
      <p:grpSp>
        <p:nvGrpSpPr>
          <p:cNvPr id="23" name="LOGO RED">
            <a:extLst>
              <a:ext uri="{FF2B5EF4-FFF2-40B4-BE49-F238E27FC236}">
                <a16:creationId xmlns:a16="http://schemas.microsoft.com/office/drawing/2014/main" id="{D2B56C39-ED13-377F-3016-A46A26C1B9A6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11">
              <a:extLst>
                <a:ext uri="{FF2B5EF4-FFF2-40B4-BE49-F238E27FC236}">
                  <a16:creationId xmlns:a16="http://schemas.microsoft.com/office/drawing/2014/main" id="{8D908BE9-26D0-B4B3-CC4E-49CCBB8FFD55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617528C1-4112-7EEE-04A5-29172A8655C0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99CE8083-E1E4-00F5-3219-5236E36085CF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14">
              <a:extLst>
                <a:ext uri="{FF2B5EF4-FFF2-40B4-BE49-F238E27FC236}">
                  <a16:creationId xmlns:a16="http://schemas.microsoft.com/office/drawing/2014/main" id="{56D4244E-7F71-D8EA-A918-DEEF85BDCA6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15">
              <a:extLst>
                <a:ext uri="{FF2B5EF4-FFF2-40B4-BE49-F238E27FC236}">
                  <a16:creationId xmlns:a16="http://schemas.microsoft.com/office/drawing/2014/main" id="{876E4843-2F20-026B-2AB9-66390A90F8CF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EB619DEF-90DC-EDD7-E1AD-B2BA440E9566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5"/>
            </p:custDataLst>
          </p:nvPr>
        </p:nvSpPr>
        <p:spPr>
          <a:xfrm>
            <a:off x="457200" y="1196975"/>
            <a:ext cx="6046208" cy="5111749"/>
          </a:xfrm>
        </p:spPr>
        <p:txBody>
          <a:bodyPr lIns="0"/>
          <a:lstStyle/>
          <a:p>
            <a:pPr lvl="0"/>
            <a:r>
              <a:rPr lang="ja-JP" altLang="en-US"/>
              <a:t>テキスト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38DBAF8-9699-97BD-7286-7EEF3127859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695400" y="376801"/>
            <a:ext cx="5808008" cy="518746"/>
          </a:xfrm>
        </p:spPr>
        <p:txBody>
          <a:bodyPr tIns="93600" anchor="t" anchorCtr="0"/>
          <a:lstStyle/>
          <a:p>
            <a:r>
              <a:rPr lang="ja-JP" altLang="en-US"/>
              <a:t>タイトル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9D421C5-06E7-D3C7-9B97-5B0024CBD262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DF621D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897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2 Content Adjust - Title, Text; line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0A898F61-379A-8A01-442D-05D9D13C4049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792FF54B-36C3-0B3D-35A3-891B7793A88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16" name="Logo">
            <a:extLst>
              <a:ext uri="{FF2B5EF4-FFF2-40B4-BE49-F238E27FC236}">
                <a16:creationId xmlns:a16="http://schemas.microsoft.com/office/drawing/2014/main" id="{8C2F490A-BE5F-9845-B9A1-395849A88377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454798" y="371314"/>
            <a:ext cx="1407869" cy="245006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4" name="Recolor 3">
            <a:extLst>
              <a:ext uri="{FF2B5EF4-FFF2-40B4-BE49-F238E27FC236}">
                <a16:creationId xmlns:a16="http://schemas.microsoft.com/office/drawing/2014/main" id="{4942B2B9-3202-B13B-A1CE-DE646FD30B18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4059305" y="3695339"/>
            <a:ext cx="8132400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CA6A6F62-BA23-01EC-8CD8-AE028C01C8C1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5"/>
            </p:custDataLst>
          </p:nvPr>
        </p:nvSpPr>
        <p:spPr>
          <a:xfrm>
            <a:off x="0" y="5981574"/>
            <a:ext cx="12192000" cy="876427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A3C460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18811715-4AF5-3190-510B-5500B2391945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6"/>
            </p:custDataLst>
          </p:nvPr>
        </p:nvSpPr>
        <p:spPr>
          <a:xfrm>
            <a:off x="0" y="5981575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80B129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620584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3 Content Adjust - Title, Text; lin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6589A6EE-915F-4DC6-E865-52FB607413EC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 dirty="0"/>
              <a:t> </a:t>
            </a:r>
          </a:p>
        </p:txBody>
      </p:sp>
      <p:sp>
        <p:nvSpPr>
          <p:cNvPr id="14" name="Recolor 3">
            <a:extLst>
              <a:ext uri="{FF2B5EF4-FFF2-40B4-BE49-F238E27FC236}">
                <a16:creationId xmlns:a16="http://schemas.microsoft.com/office/drawing/2014/main" id="{5B339359-E096-48C1-E08C-29F5AA5B35FC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4059305" y="3695339"/>
            <a:ext cx="8132400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39B55A02-DA05-418A-DB0E-2F51D611930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タイトル</a:t>
            </a:r>
          </a:p>
        </p:txBody>
      </p:sp>
      <p:sp>
        <p:nvSpPr>
          <p:cNvPr id="20" name="Logo">
            <a:extLst>
              <a:ext uri="{FF2B5EF4-FFF2-40B4-BE49-F238E27FC236}">
                <a16:creationId xmlns:a16="http://schemas.microsoft.com/office/drawing/2014/main" id="{3E792A37-09BE-9629-793B-ABD21820DFD0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371314"/>
            <a:ext cx="1407869" cy="245006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8C908541-0EED-7EC1-9604-FDB6702572C0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5"/>
            </p:custDataLst>
          </p:nvPr>
        </p:nvSpPr>
        <p:spPr>
          <a:xfrm>
            <a:off x="0" y="5981574"/>
            <a:ext cx="12192000" cy="876427"/>
          </a:xfrm>
          <a:custGeom>
            <a:avLst/>
            <a:gdLst>
              <a:gd name="connsiteX0" fmla="*/ 0 w 12192000"/>
              <a:gd name="connsiteY0" fmla="*/ 0 h 876426"/>
              <a:gd name="connsiteX1" fmla="*/ 12192000 w 12192000"/>
              <a:gd name="connsiteY1" fmla="*/ 0 h 876426"/>
              <a:gd name="connsiteX2" fmla="*/ 12192000 w 12192000"/>
              <a:gd name="connsiteY2" fmla="*/ 876426 h 876426"/>
              <a:gd name="connsiteX3" fmla="*/ 0 w 12192000"/>
              <a:gd name="connsiteY3" fmla="*/ 876426 h 876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876426">
                <a:moveTo>
                  <a:pt x="0" y="0"/>
                </a:moveTo>
                <a:lnTo>
                  <a:pt x="12192000" y="0"/>
                </a:lnTo>
                <a:lnTo>
                  <a:pt x="12192000" y="876426"/>
                </a:lnTo>
                <a:lnTo>
                  <a:pt x="0" y="876426"/>
                </a:lnTo>
                <a:close/>
              </a:path>
            </a:pathLst>
          </a:custGeom>
          <a:solidFill>
            <a:srgbClr val="A3C460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BCD4B2A6-05DB-824D-545C-14EDCD5A0C09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6"/>
            </p:custDataLst>
          </p:nvPr>
        </p:nvSpPr>
        <p:spPr>
          <a:xfrm>
            <a:off x="0" y="5981575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80B129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46223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AE600-C2A6-1EDB-B246-A18C04F0670A}"/>
              </a:ext>
            </a:extLst>
          </p:cNvPr>
          <p:cNvSpPr>
            <a:spLocks noGrp="1"/>
          </p:cNvSpPr>
          <p:nvPr>
            <p:ph type="title"/>
            <p:custDataLst>
              <p:tags r:id="rId55"/>
            </p:custDataLst>
          </p:nvPr>
        </p:nvSpPr>
        <p:spPr>
          <a:xfrm>
            <a:off x="457200" y="419954"/>
            <a:ext cx="11277600" cy="518746"/>
          </a:xfrm>
          <a:prstGeom prst="rect">
            <a:avLst/>
          </a:prstGeom>
        </p:spPr>
        <p:txBody>
          <a:bodyPr vert="horz" lIns="0" tIns="108000" rIns="0" bIns="0" rtlCol="0" anchor="ctr">
            <a:noAutofit/>
          </a:bodyPr>
          <a:lstStyle/>
          <a:p>
            <a:r>
              <a:rPr lang="ja-JP" altLang="en-US"/>
              <a:t>タイトル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097CC-E049-FF7A-0DA3-BE73850E959E}"/>
              </a:ext>
            </a:extLst>
          </p:cNvPr>
          <p:cNvSpPr>
            <a:spLocks noGrp="1"/>
          </p:cNvSpPr>
          <p:nvPr>
            <p:ph type="body" idx="1"/>
            <p:custDataLst>
              <p:tags r:id="rId56"/>
            </p:custDataLst>
          </p:nvPr>
        </p:nvSpPr>
        <p:spPr>
          <a:xfrm>
            <a:off x="457200" y="1196975"/>
            <a:ext cx="11277600" cy="511175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ja-JP" altLang="en-US"/>
              <a:t>テキスト</a:t>
            </a:r>
          </a:p>
          <a:p>
            <a:pPr lvl="1"/>
            <a:r>
              <a:rPr lang="ja-JP" altLang="en-US"/>
              <a:t>テキスト</a:t>
            </a:r>
          </a:p>
          <a:p>
            <a:pPr lvl="2"/>
            <a:r>
              <a:rPr lang="ja-JP" altLang="en-US"/>
              <a:t>テキスト</a:t>
            </a:r>
          </a:p>
          <a:p>
            <a:pPr lvl="3"/>
            <a:r>
              <a:rPr lang="ja-JP" altLang="en-US"/>
              <a:t>テキスト</a:t>
            </a:r>
          </a:p>
          <a:p>
            <a:pPr lvl="4"/>
            <a:r>
              <a:rPr lang="ja-JP" altLang="en-US"/>
              <a:t>テキスト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31B75F-BB6F-7E47-4AAE-6F750726F45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7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5290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90" r:id="rId5"/>
    <p:sldLayoutId id="2147483728" r:id="rId6"/>
    <p:sldLayoutId id="2147483731" r:id="rId7"/>
    <p:sldLayoutId id="2147483729" r:id="rId8"/>
    <p:sldLayoutId id="2147483730" r:id="rId9"/>
    <p:sldLayoutId id="2147483664" r:id="rId10"/>
    <p:sldLayoutId id="2147483691" r:id="rId11"/>
    <p:sldLayoutId id="2147483692" r:id="rId12"/>
    <p:sldLayoutId id="2147483651" r:id="rId13"/>
    <p:sldLayoutId id="2147483668" r:id="rId14"/>
    <p:sldLayoutId id="2147483733" r:id="rId15"/>
    <p:sldLayoutId id="2147483732" r:id="rId16"/>
    <p:sldLayoutId id="2147483689" r:id="rId17"/>
    <p:sldLayoutId id="2147483710" r:id="rId18"/>
    <p:sldLayoutId id="2147483669" r:id="rId19"/>
    <p:sldLayoutId id="2147483734" r:id="rId20"/>
    <p:sldLayoutId id="2147483670" r:id="rId21"/>
    <p:sldLayoutId id="2147483712" r:id="rId22"/>
    <p:sldLayoutId id="2147483671" r:id="rId23"/>
    <p:sldLayoutId id="2147483713" r:id="rId24"/>
    <p:sldLayoutId id="2147483672" r:id="rId25"/>
    <p:sldLayoutId id="2147483673" r:id="rId26"/>
    <p:sldLayoutId id="2147483674" r:id="rId27"/>
    <p:sldLayoutId id="2147483675" r:id="rId28"/>
    <p:sldLayoutId id="2147483714" r:id="rId29"/>
    <p:sldLayoutId id="2147483723" r:id="rId30"/>
    <p:sldLayoutId id="2147483724" r:id="rId31"/>
    <p:sldLayoutId id="2147483725" r:id="rId32"/>
    <p:sldLayoutId id="2147483726" r:id="rId33"/>
    <p:sldLayoutId id="2147483735" r:id="rId34"/>
    <p:sldLayoutId id="2147483717" r:id="rId35"/>
    <p:sldLayoutId id="2147483693" r:id="rId36"/>
    <p:sldLayoutId id="2147483718" r:id="rId37"/>
    <p:sldLayoutId id="2147483682" r:id="rId38"/>
    <p:sldLayoutId id="2147483727" r:id="rId39"/>
    <p:sldLayoutId id="2147483694" r:id="rId40"/>
    <p:sldLayoutId id="2147483695" r:id="rId41"/>
    <p:sldLayoutId id="2147483696" r:id="rId42"/>
    <p:sldLayoutId id="2147483697" r:id="rId43"/>
    <p:sldLayoutId id="2147483706" r:id="rId44"/>
    <p:sldLayoutId id="2147483698" r:id="rId45"/>
    <p:sldLayoutId id="2147483719" r:id="rId46"/>
    <p:sldLayoutId id="2147483722" r:id="rId47"/>
    <p:sldLayoutId id="2147483699" r:id="rId48"/>
    <p:sldLayoutId id="2147483700" r:id="rId49"/>
    <p:sldLayoutId id="2147483701" r:id="rId50"/>
    <p:sldLayoutId id="2147483702" r:id="rId51"/>
    <p:sldLayoutId id="2147483704" r:id="rId52"/>
    <p:sldLayoutId id="2147483721" r:id="rId5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6800" indent="-226800" algn="l" defTabSz="914400" rtl="0" eaLnBrk="1" latinLnBrk="0" hangingPunct="1">
        <a:lnSpc>
          <a:spcPct val="90000"/>
        </a:lnSpc>
        <a:spcBef>
          <a:spcPts val="1000"/>
        </a:spcBef>
        <a:buSzPct val="120000"/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64400" indent="-237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12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754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9.emf"/><Relationship Id="rId5" Type="http://schemas.openxmlformats.org/officeDocument/2006/relationships/chart" Target="../charts/chart1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diagramColors" Target="../diagrams/colors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diagramQuickStyle" Target="../diagrams/quickStyle2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.xml"/><Relationship Id="rId11" Type="http://schemas.openxmlformats.org/officeDocument/2006/relationships/diagramLayout" Target="../diagrams/layout2.xml"/><Relationship Id="rId5" Type="http://schemas.openxmlformats.org/officeDocument/2006/relationships/diagramQuickStyle" Target="../diagrams/quickStyle1.xml"/><Relationship Id="rId10" Type="http://schemas.openxmlformats.org/officeDocument/2006/relationships/diagramData" Target="../diagrams/data2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39.png"/><Relationship Id="rId14" Type="http://schemas.microsoft.com/office/2007/relationships/diagramDrawing" Target="../diagrams/drawing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4AACB784-3EC5-CE8E-B66B-7CF23D0E49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999" y="2088000"/>
            <a:ext cx="10119035" cy="1584000"/>
          </a:xfrm>
        </p:spPr>
        <p:txBody>
          <a:bodyPr anchor="ctr"/>
          <a:lstStyle/>
          <a:p>
            <a:r>
              <a:rPr lang="en-US" altLang="ja-JP" dirty="0">
                <a:latin typeface="+mn-lt"/>
              </a:rPr>
              <a:t>ISZE-ISZJ</a:t>
            </a:r>
            <a:br>
              <a:rPr lang="en-US" altLang="ja-JP" dirty="0">
                <a:latin typeface="+mn-lt"/>
              </a:rPr>
            </a:br>
            <a:r>
              <a:rPr lang="en-US" altLang="ja-JP" dirty="0">
                <a:latin typeface="+mn-lt"/>
              </a:rPr>
              <a:t>PMS sales promotion project</a:t>
            </a:r>
            <a:endParaRPr kumimoji="1" lang="ja-JP" altLang="en-US" dirty="0">
              <a:latin typeface="+mn-lt"/>
            </a:endParaRP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ACBF12FC-8BDE-483E-CEF4-4D56C0051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679999"/>
            <a:ext cx="4175713" cy="1227741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International Parts Sales Dept</a:t>
            </a:r>
          </a:p>
          <a:p>
            <a:r>
              <a:rPr kumimoji="1" lang="en-US" altLang="ja-JP" dirty="0"/>
              <a:t>Gr</a:t>
            </a:r>
            <a:r>
              <a:rPr lang="en-US" altLang="ja-JP" dirty="0"/>
              <a:t>oup No.1</a:t>
            </a:r>
          </a:p>
          <a:p>
            <a:r>
              <a:rPr kumimoji="1" lang="en-US" altLang="ja-JP" dirty="0"/>
              <a:t>15</a:t>
            </a:r>
            <a:r>
              <a:rPr kumimoji="1" lang="en-US" altLang="ja-JP" baseline="30000" dirty="0"/>
              <a:t>th</a:t>
            </a:r>
            <a:r>
              <a:rPr kumimoji="1" lang="en-US" altLang="ja-JP" dirty="0"/>
              <a:t> Jan, 2026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29660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C97C5-EDBC-B273-E028-9AC7454C1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FAEB3C9-FCC9-9BA9-41AD-9CB54FBC05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196975"/>
            <a:ext cx="11280002" cy="5490696"/>
          </a:xfrm>
        </p:spPr>
        <p:txBody>
          <a:bodyPr/>
          <a:lstStyle/>
          <a:p>
            <a:r>
              <a:rPr lang="en-US" dirty="0"/>
              <a:t>ISZE is required OP+20% in FY27, it is essential to plan activities and implement immediately </a:t>
            </a:r>
          </a:p>
          <a:p>
            <a:r>
              <a:rPr lang="en-US" dirty="0"/>
              <a:t>ISZJ would like to grasp if we have been able to have parts sales for demand in vehicle life cycle</a:t>
            </a:r>
          </a:p>
          <a:p>
            <a:r>
              <a:rPr lang="en-US" dirty="0"/>
              <a:t>At first, it focus on PMS*, which is required for stable vehicle operation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3753ECE-3F13-731B-C389-DEDCB78D5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Research(PMS parts* sales)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1DF1969-CCC8-BE99-47CD-60CB87726F7D}"/>
              </a:ext>
            </a:extLst>
          </p:cNvPr>
          <p:cNvSpPr txBox="1"/>
          <p:nvPr/>
        </p:nvSpPr>
        <p:spPr>
          <a:xfrm>
            <a:off x="6012750" y="841314"/>
            <a:ext cx="5892377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400" dirty="0"/>
              <a:t>*Periodic Maintenance Service parts(oil/fuel/air filter, clutch, brake) </a:t>
            </a:r>
            <a:endParaRPr kumimoji="1" lang="ja-JP" altLang="en-US" sz="1400" dirty="0" err="1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5229922-2A03-5DCF-D23D-92F4D5E2FA9E}"/>
              </a:ext>
            </a:extLst>
          </p:cNvPr>
          <p:cNvSpPr txBox="1"/>
          <p:nvPr/>
        </p:nvSpPr>
        <p:spPr>
          <a:xfrm>
            <a:off x="631411" y="2465442"/>
            <a:ext cx="10672315" cy="102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u="sng" dirty="0"/>
              <a:t>Approach to each customer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dirty="0"/>
              <a:t>- PMS Coverage calculation method is just one possible approach to identify sales potential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dirty="0"/>
              <a:t>- After analysis, it should discuss how to address to market for taking sales potential</a:t>
            </a:r>
            <a:endParaRPr kumimoji="1" lang="ja-JP" altLang="en-US" dirty="0" err="1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C430C53-A218-4D6A-78EA-A3C214D6C053}"/>
              </a:ext>
            </a:extLst>
          </p:cNvPr>
          <p:cNvSpPr txBox="1"/>
          <p:nvPr/>
        </p:nvSpPr>
        <p:spPr>
          <a:xfrm>
            <a:off x="6592386" y="3640998"/>
            <a:ext cx="5520845" cy="2549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/>
              <a:t>【Action】</a:t>
            </a: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ja-JP" sz="1600" dirty="0"/>
              <a:t>To grasp the sales potential and current sales situation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/>
              <a:t> 1) Vehicle UIO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/>
              <a:t> 2) Potential Units</a:t>
            </a:r>
            <a:r>
              <a:rPr kumimoji="1" lang="en-US" altLang="ja-JP" sz="1400" dirty="0"/>
              <a:t>(discuss the ratio depend on market)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/>
              <a:t> 3) Potential Demand</a:t>
            </a:r>
            <a:r>
              <a:rPr kumimoji="1" lang="en-US" altLang="ja-JP" sz="1400" dirty="0"/>
              <a:t>(discuss the frequency depend on market)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/>
              <a:t> 4) Actual Demand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/>
              <a:t> 5) Coverage Calculation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endParaRPr kumimoji="1" lang="en-US" altLang="ja-JP" sz="500" dirty="0"/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ja-JP" sz="1600" dirty="0"/>
              <a:t>To plan sales promotion activities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6107942-4BB4-3152-8722-6F41EA7B034C}"/>
              </a:ext>
            </a:extLst>
          </p:cNvPr>
          <p:cNvSpPr txBox="1"/>
          <p:nvPr/>
        </p:nvSpPr>
        <p:spPr>
          <a:xfrm>
            <a:off x="6348549" y="6544555"/>
            <a:ext cx="4674741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400" dirty="0"/>
              <a:t>&lt;CV Conference 2025_breakout Parts session&gt;</a:t>
            </a:r>
            <a:endParaRPr kumimoji="1" lang="ja-JP" altLang="en-US" sz="1400" dirty="0" err="1"/>
          </a:p>
        </p:txBody>
      </p:sp>
      <p:pic>
        <p:nvPicPr>
          <p:cNvPr id="19" name="図 18" descr="タイムライ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1D17A55-AD76-4015-FD59-1205C15D6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55" y="3640997"/>
            <a:ext cx="5650494" cy="319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45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98350D7-8D34-28F8-24A8-AEF5E2E110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>
                <a:latin typeface="+mn-ea"/>
              </a:rPr>
              <a:t>ISZE and ISZJ working together promoting activities in ITUK as a target market          (on a business trip basis)</a:t>
            </a:r>
          </a:p>
          <a:p>
            <a:r>
              <a:rPr lang="en-US" altLang="ja-JP" dirty="0">
                <a:latin typeface="+mn-ea"/>
              </a:rPr>
              <a:t>Target sales increase(QTY): filters +1%</a:t>
            </a:r>
            <a:r>
              <a:rPr lang="ja-JP" altLang="en-US" dirty="0">
                <a:latin typeface="+mn-ea"/>
              </a:rPr>
              <a:t>、</a:t>
            </a:r>
            <a:r>
              <a:rPr lang="en-US" altLang="ja-JP" dirty="0">
                <a:latin typeface="+mn-ea"/>
              </a:rPr>
              <a:t>clutch</a:t>
            </a:r>
            <a:r>
              <a:rPr lang="ja-JP" altLang="en-US" dirty="0">
                <a:latin typeface="+mn-ea"/>
              </a:rPr>
              <a:t>、 </a:t>
            </a:r>
            <a:r>
              <a:rPr lang="en-US" altLang="ja-JP" dirty="0">
                <a:latin typeface="+mn-ea"/>
              </a:rPr>
              <a:t>brake +3%</a:t>
            </a:r>
            <a:endParaRPr kumimoji="1" lang="ja-JP" altLang="en-US" dirty="0">
              <a:latin typeface="+mn-ea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33DF13B7-BB0B-9895-BB35-6E8C7BBE8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PMS Analysis and Activities </a:t>
            </a:r>
            <a:r>
              <a:rPr lang="en-US" altLang="ja-JP" dirty="0"/>
              <a:t>in </a:t>
            </a:r>
            <a:r>
              <a:rPr kumimoji="1" lang="en-US" altLang="ja-JP" dirty="0"/>
              <a:t>ITUK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6EA2961-4ED0-A824-929B-618112943C65}"/>
              </a:ext>
            </a:extLst>
          </p:cNvPr>
          <p:cNvSpPr txBox="1"/>
          <p:nvPr/>
        </p:nvSpPr>
        <p:spPr>
          <a:xfrm>
            <a:off x="441802" y="2358975"/>
            <a:ext cx="11481820" cy="2423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90000"/>
              </a:lnSpc>
              <a:spcBef>
                <a:spcPts val="600"/>
              </a:spcBef>
              <a:buAutoNum type="arabicParenR"/>
            </a:pPr>
            <a:r>
              <a:rPr kumimoji="1" lang="en-US" altLang="ja-JP" sz="2000" dirty="0">
                <a:latin typeface="+mn-ea"/>
              </a:rPr>
              <a:t>PMS parts sales data analysis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dirty="0">
                <a:latin typeface="+mn-ea"/>
              </a:rPr>
              <a:t>  </a:t>
            </a:r>
            <a:r>
              <a:rPr kumimoji="1" lang="en-US" altLang="ja-JP" sz="1600" dirty="0">
                <a:latin typeface="+mn-ea"/>
              </a:rPr>
              <a:t>-</a:t>
            </a:r>
            <a:r>
              <a:rPr kumimoji="1" lang="ja-JP" altLang="en-US" sz="1600" dirty="0">
                <a:latin typeface="+mn-ea"/>
              </a:rPr>
              <a:t> </a:t>
            </a:r>
            <a:r>
              <a:rPr kumimoji="1" lang="en-US" altLang="ja-JP" sz="1600" dirty="0">
                <a:latin typeface="+mn-ea"/>
              </a:rPr>
              <a:t>select target vehicle model(N35/N75?) and part numbers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endParaRPr kumimoji="1" lang="en-US" altLang="ja-JP" sz="500" dirty="0">
              <a:latin typeface="+mn-ea"/>
            </a:endParaRP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dirty="0">
                <a:latin typeface="+mn-ea"/>
              </a:rPr>
              <a:t>2) Market analysis and plan activities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>
                <a:latin typeface="+mn-ea"/>
              </a:rPr>
              <a:t>  - PMS parts sales promotion</a:t>
            </a:r>
            <a:r>
              <a:rPr kumimoji="1" lang="ja-JP" altLang="en-US" sz="1600" dirty="0">
                <a:latin typeface="+mn-ea"/>
              </a:rPr>
              <a:t>、</a:t>
            </a:r>
            <a:r>
              <a:rPr kumimoji="1" lang="en-US" altLang="ja-JP" sz="1600" dirty="0">
                <a:latin typeface="+mn-ea"/>
              </a:rPr>
              <a:t>ISZE and ISZE visit ITUK in order to plan activities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ja-JP" altLang="en-US" sz="1600" dirty="0">
                <a:latin typeface="+mn-ea"/>
              </a:rPr>
              <a:t>    </a:t>
            </a:r>
            <a:r>
              <a:rPr kumimoji="1" lang="en-US" altLang="ja-JP" sz="1600" dirty="0">
                <a:latin typeface="+mn-ea"/>
              </a:rPr>
              <a:t>It is essential to delve deeper into the market and DB/DLR activities to identify effective actions      </a:t>
            </a: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>
                <a:latin typeface="+mn-ea"/>
              </a:rPr>
              <a:t>    external/internal sales enhance, sales to independent repair facility, service contract with fleet </a:t>
            </a:r>
            <a:r>
              <a:rPr kumimoji="1" lang="en-US" altLang="ja-JP" sz="1600" dirty="0" err="1">
                <a:latin typeface="+mn-ea"/>
              </a:rPr>
              <a:t>etc</a:t>
            </a:r>
            <a:endParaRPr kumimoji="1" lang="en-US" altLang="ja-JP" sz="1600" dirty="0">
              <a:latin typeface="+mn-ea"/>
            </a:endParaRPr>
          </a:p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>
                <a:latin typeface="+mn-ea"/>
              </a:rPr>
              <a:t>    Clarifying points of appeal and presenting concrete measures</a:t>
            </a:r>
          </a:p>
        </p:txBody>
      </p:sp>
      <p:graphicFrame>
        <p:nvGraphicFramePr>
          <p:cNvPr id="5" name="表 33">
            <a:extLst>
              <a:ext uri="{FF2B5EF4-FFF2-40B4-BE49-F238E27FC236}">
                <a16:creationId xmlns:a16="http://schemas.microsoft.com/office/drawing/2014/main" id="{6EB5E495-E998-6F34-A1F9-7076E982B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660557"/>
              </p:ext>
            </p:extLst>
          </p:nvPr>
        </p:nvGraphicFramePr>
        <p:xfrm>
          <a:off x="621051" y="5088209"/>
          <a:ext cx="11338351" cy="1737360"/>
        </p:xfrm>
        <a:graphic>
          <a:graphicData uri="http://schemas.openxmlformats.org/drawingml/2006/table">
            <a:tbl>
              <a:tblPr firstRow="1" bandRow="1">
                <a:effectLst/>
              </a:tblPr>
              <a:tblGrid>
                <a:gridCol w="2181627">
                  <a:extLst>
                    <a:ext uri="{9D8B030D-6E8A-4147-A177-3AD203B41FA5}">
                      <a16:colId xmlns:a16="http://schemas.microsoft.com/office/drawing/2014/main" val="1625872594"/>
                    </a:ext>
                  </a:extLst>
                </a:gridCol>
                <a:gridCol w="346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09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40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32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3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3728668424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3806914891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3545531263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3548242159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1756360252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1097978009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1518732420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468896233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1382492835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612684031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13149059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938959571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399318809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595235376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312164114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4127109743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2722621931"/>
                    </a:ext>
                  </a:extLst>
                </a:gridCol>
                <a:gridCol w="293685">
                  <a:extLst>
                    <a:ext uri="{9D8B030D-6E8A-4147-A177-3AD203B41FA5}">
                      <a16:colId xmlns:a16="http://schemas.microsoft.com/office/drawing/2014/main" val="1895040419"/>
                    </a:ext>
                  </a:extLst>
                </a:gridCol>
              </a:tblGrid>
              <a:tr h="215396">
                <a:tc>
                  <a:txBody>
                    <a:bodyPr/>
                    <a:lstStyle/>
                    <a:p>
                      <a:pPr algn="ctr"/>
                      <a:endParaRPr kumimoji="1" lang="ja-JP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26.1</a:t>
                      </a:r>
                      <a:endParaRPr kumimoji="1" lang="ja-JP" altLang="en-US" sz="14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2</a:t>
                      </a:r>
                      <a:endParaRPr kumimoji="1" lang="ja-JP" altLang="en-US" sz="14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3</a:t>
                      </a:r>
                      <a:endParaRPr kumimoji="1" lang="ja-JP" altLang="en-US" sz="14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6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FY27 1Q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endParaRPr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b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en-US" altLang="ja-JP" sz="1400" b="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en-US" altLang="ja-JP" sz="1400" b="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gridSpan="6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2Q</a:t>
                      </a:r>
                      <a:endParaRPr kumimoji="1" lang="ja-JP" altLang="en-US" sz="1400" b="0" dirty="0"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6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3Q</a:t>
                      </a:r>
                      <a:endParaRPr kumimoji="1" lang="ja-JP" altLang="en-US" sz="14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b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endParaRPr kumimoji="1" lang="ja-JP" altLang="en-US" sz="1400" b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b="0"/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gridSpan="6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en-US" altLang="ja-JP" sz="1400" b="0" dirty="0">
                          <a:latin typeface="+mn-ea"/>
                          <a:ea typeface="+mn-ea"/>
                        </a:rPr>
                        <a:t>4Q</a:t>
                      </a:r>
                      <a:endParaRPr kumimoji="1" lang="ja-JP" altLang="en-US" sz="14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b="0"/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endParaRPr kumimoji="1" lang="ja-JP" altLang="en-US" sz="1400" b="0" dirty="0"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400" b="0"/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396"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Explain activity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en-US" altLang="ja-JP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396">
                <a:tc>
                  <a:txBody>
                    <a:bodyPr/>
                    <a:lstStyle/>
                    <a:p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parts sales analysis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Market analysis and plan activities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12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23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34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46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57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69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80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91" algn="l" defTabSz="914423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84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Implement</a:t>
                      </a: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ja-JP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activities</a:t>
                      </a:r>
                      <a:endParaRPr kumimoji="1" lang="ja-JP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endParaRPr kumimoji="1" lang="ja-JP" altLang="en-US" sz="14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578689"/>
                  </a:ext>
                </a:extLst>
              </a:tr>
            </a:tbl>
          </a:graphicData>
        </a:graphic>
      </p:graphicFrame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2ACADAB6-484D-C5CB-056A-C14B1EC7C355}"/>
              </a:ext>
            </a:extLst>
          </p:cNvPr>
          <p:cNvSpPr/>
          <p:nvPr/>
        </p:nvSpPr>
        <p:spPr>
          <a:xfrm>
            <a:off x="3366002" y="5445709"/>
            <a:ext cx="212436" cy="138546"/>
          </a:xfrm>
          <a:prstGeom prst="triangle">
            <a:avLst/>
          </a:prstGeom>
          <a:solidFill>
            <a:srgbClr val="FFC000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900" dirty="0" err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8DC3A43-8E48-E5C1-AEF5-E27EFE184071}"/>
              </a:ext>
            </a:extLst>
          </p:cNvPr>
          <p:cNvSpPr txBox="1"/>
          <p:nvPr/>
        </p:nvSpPr>
        <p:spPr>
          <a:xfrm>
            <a:off x="3088920" y="5566607"/>
            <a:ext cx="1290970" cy="2204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900" b="1" dirty="0">
                <a:latin typeface="+mn-ea"/>
              </a:rPr>
              <a:t>Proposal to ITUK</a:t>
            </a:r>
            <a:endParaRPr kumimoji="1" lang="ja-JP" altLang="en-US" sz="900" b="1" dirty="0">
              <a:latin typeface="+mn-ea"/>
            </a:endParaRPr>
          </a:p>
        </p:txBody>
      </p:sp>
      <p:sp>
        <p:nvSpPr>
          <p:cNvPr id="8" name="ホームベース 9">
            <a:extLst>
              <a:ext uri="{FF2B5EF4-FFF2-40B4-BE49-F238E27FC236}">
                <a16:creationId xmlns:a16="http://schemas.microsoft.com/office/drawing/2014/main" id="{C33CFF6B-4DF7-BA35-03FD-D97839E74A78}"/>
              </a:ext>
            </a:extLst>
          </p:cNvPr>
          <p:cNvSpPr/>
          <p:nvPr/>
        </p:nvSpPr>
        <p:spPr>
          <a:xfrm>
            <a:off x="3513785" y="5780503"/>
            <a:ext cx="1332000" cy="161252"/>
          </a:xfrm>
          <a:prstGeom prst="homePlate">
            <a:avLst/>
          </a:prstGeom>
          <a:solidFill>
            <a:srgbClr val="FFC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data collection/analysis</a:t>
            </a:r>
            <a:endParaRPr kumimoji="0" lang="ja-JP" altLang="en-US" sz="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" name="ホームベース 9">
            <a:extLst>
              <a:ext uri="{FF2B5EF4-FFF2-40B4-BE49-F238E27FC236}">
                <a16:creationId xmlns:a16="http://schemas.microsoft.com/office/drawing/2014/main" id="{1D342F14-FC2B-A79B-3328-51604CDD292B}"/>
              </a:ext>
            </a:extLst>
          </p:cNvPr>
          <p:cNvSpPr/>
          <p:nvPr/>
        </p:nvSpPr>
        <p:spPr>
          <a:xfrm>
            <a:off x="4901434" y="6147079"/>
            <a:ext cx="1476000" cy="162000"/>
          </a:xfrm>
          <a:prstGeom prst="homePlate">
            <a:avLst/>
          </a:prstGeom>
          <a:solidFill>
            <a:srgbClr val="FFC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900" b="1" kern="0" dirty="0">
                <a:latin typeface="+mn-ea"/>
              </a:rPr>
              <a:t>study item/activity</a:t>
            </a:r>
            <a:endParaRPr kumimoji="0" lang="ja-JP" altLang="en-US" sz="9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40C307BD-1722-26DF-D727-73947A6F5665}"/>
              </a:ext>
            </a:extLst>
          </p:cNvPr>
          <p:cNvSpPr/>
          <p:nvPr/>
        </p:nvSpPr>
        <p:spPr>
          <a:xfrm>
            <a:off x="5684993" y="6418979"/>
            <a:ext cx="212436" cy="138546"/>
          </a:xfrm>
          <a:prstGeom prst="triangle">
            <a:avLst/>
          </a:prstGeom>
          <a:solidFill>
            <a:srgbClr val="FFC000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900" dirty="0" err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15F349B-9E96-771F-E15A-840EE132657A}"/>
              </a:ext>
            </a:extLst>
          </p:cNvPr>
          <p:cNvSpPr txBox="1"/>
          <p:nvPr/>
        </p:nvSpPr>
        <p:spPr>
          <a:xfrm>
            <a:off x="5421115" y="6571776"/>
            <a:ext cx="863587" cy="2204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900" b="1" dirty="0">
                <a:latin typeface="+mn-ea"/>
              </a:rPr>
              <a:t>discussion</a:t>
            </a:r>
          </a:p>
        </p:txBody>
      </p:sp>
      <p:sp>
        <p:nvSpPr>
          <p:cNvPr id="14" name="ホームベース 9">
            <a:extLst>
              <a:ext uri="{FF2B5EF4-FFF2-40B4-BE49-F238E27FC236}">
                <a16:creationId xmlns:a16="http://schemas.microsoft.com/office/drawing/2014/main" id="{17274B36-D54B-3858-BCD3-419319C7716C}"/>
              </a:ext>
            </a:extLst>
          </p:cNvPr>
          <p:cNvSpPr/>
          <p:nvPr/>
        </p:nvSpPr>
        <p:spPr>
          <a:xfrm>
            <a:off x="7264898" y="6606613"/>
            <a:ext cx="4680000" cy="162000"/>
          </a:xfrm>
          <a:prstGeom prst="homePlate">
            <a:avLst/>
          </a:prstGeom>
          <a:solidFill>
            <a:srgbClr val="FFC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900" b="1" kern="0" dirty="0">
                <a:latin typeface="+mn-ea"/>
              </a:rPr>
              <a:t>implementation/feedback</a:t>
            </a:r>
            <a:endParaRPr kumimoji="0" lang="ja-JP" altLang="en-US" sz="9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5" name="ホームベース 9">
            <a:extLst>
              <a:ext uri="{FF2B5EF4-FFF2-40B4-BE49-F238E27FC236}">
                <a16:creationId xmlns:a16="http://schemas.microsoft.com/office/drawing/2014/main" id="{323F9541-070F-3122-EAB2-A59EC6D30556}"/>
              </a:ext>
            </a:extLst>
          </p:cNvPr>
          <p:cNvSpPr/>
          <p:nvPr/>
        </p:nvSpPr>
        <p:spPr>
          <a:xfrm>
            <a:off x="3513785" y="6157322"/>
            <a:ext cx="1332000" cy="161252"/>
          </a:xfrm>
          <a:prstGeom prst="homePlate">
            <a:avLst/>
          </a:prstGeom>
          <a:solidFill>
            <a:srgbClr val="FFC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900" b="1" kern="0" dirty="0">
                <a:latin typeface="+mn-ea"/>
              </a:rPr>
              <a:t>m</a:t>
            </a:r>
            <a:r>
              <a:rPr kumimoji="0" lang="en-US" altLang="ja-JP" sz="9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arket</a:t>
            </a:r>
            <a:r>
              <a:rPr kumimoji="0" lang="en-US" altLang="ja-JP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 analysis</a:t>
            </a:r>
            <a:endParaRPr kumimoji="0" lang="ja-JP" altLang="en-US" sz="9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88B65E0-DA4A-F649-AE81-486E8924EEB2}"/>
              </a:ext>
            </a:extLst>
          </p:cNvPr>
          <p:cNvSpPr txBox="1"/>
          <p:nvPr/>
        </p:nvSpPr>
        <p:spPr>
          <a:xfrm>
            <a:off x="532816" y="4827065"/>
            <a:ext cx="2752437" cy="263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200" dirty="0">
                <a:latin typeface="+mn-ea"/>
              </a:rPr>
              <a:t>Tentative Schedule</a:t>
            </a:r>
            <a:endParaRPr kumimoji="1" lang="ja-JP" altLang="en-US" sz="1200" dirty="0" err="1">
              <a:latin typeface="+mn-ea"/>
            </a:endParaRPr>
          </a:p>
        </p:txBody>
      </p:sp>
      <p:sp>
        <p:nvSpPr>
          <p:cNvPr id="17" name="二等辺三角形 16">
            <a:extLst>
              <a:ext uri="{FF2B5EF4-FFF2-40B4-BE49-F238E27FC236}">
                <a16:creationId xmlns:a16="http://schemas.microsoft.com/office/drawing/2014/main" id="{AEC5B680-578B-9E1B-C4BE-E76D3D02360D}"/>
              </a:ext>
            </a:extLst>
          </p:cNvPr>
          <p:cNvSpPr/>
          <p:nvPr/>
        </p:nvSpPr>
        <p:spPr>
          <a:xfrm>
            <a:off x="4722030" y="6430982"/>
            <a:ext cx="212436" cy="138546"/>
          </a:xfrm>
          <a:prstGeom prst="triangle">
            <a:avLst/>
          </a:prstGeom>
          <a:solidFill>
            <a:srgbClr val="FFC000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900" dirty="0" err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318F1F9-1E4B-7494-ED73-EE38D9C1095E}"/>
              </a:ext>
            </a:extLst>
          </p:cNvPr>
          <p:cNvSpPr txBox="1"/>
          <p:nvPr/>
        </p:nvSpPr>
        <p:spPr>
          <a:xfrm>
            <a:off x="4455762" y="6562340"/>
            <a:ext cx="845919" cy="3450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900" b="1" dirty="0">
                <a:latin typeface="+mn-ea"/>
              </a:rPr>
              <a:t>proposal/discussion</a:t>
            </a:r>
            <a:endParaRPr kumimoji="1" lang="ja-JP" altLang="en-US" sz="900" b="1" dirty="0">
              <a:latin typeface="+mn-ea"/>
            </a:endParaRPr>
          </a:p>
        </p:txBody>
      </p:sp>
      <p:sp>
        <p:nvSpPr>
          <p:cNvPr id="19" name="二等辺三角形 18">
            <a:extLst>
              <a:ext uri="{FF2B5EF4-FFF2-40B4-BE49-F238E27FC236}">
                <a16:creationId xmlns:a16="http://schemas.microsoft.com/office/drawing/2014/main" id="{E363887E-0ED2-7220-4178-988023E85FCF}"/>
              </a:ext>
            </a:extLst>
          </p:cNvPr>
          <p:cNvSpPr/>
          <p:nvPr/>
        </p:nvSpPr>
        <p:spPr>
          <a:xfrm>
            <a:off x="6280741" y="6414364"/>
            <a:ext cx="212436" cy="138546"/>
          </a:xfrm>
          <a:prstGeom prst="triangle">
            <a:avLst/>
          </a:prstGeom>
          <a:solidFill>
            <a:srgbClr val="FFC000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900" dirty="0" err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9A56003-84D0-DC3A-29E8-F8F8700CDFE2}"/>
              </a:ext>
            </a:extLst>
          </p:cNvPr>
          <p:cNvSpPr txBox="1"/>
          <p:nvPr/>
        </p:nvSpPr>
        <p:spPr>
          <a:xfrm>
            <a:off x="6379756" y="6342476"/>
            <a:ext cx="863587" cy="2204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900" b="1" dirty="0">
                <a:latin typeface="+mn-ea"/>
              </a:rPr>
              <a:t>decision</a:t>
            </a:r>
            <a:endParaRPr kumimoji="1" lang="ja-JP" altLang="en-US" sz="900" b="1" dirty="0">
              <a:latin typeface="+mn-ea"/>
            </a:endParaRPr>
          </a:p>
        </p:txBody>
      </p:sp>
      <p:sp>
        <p:nvSpPr>
          <p:cNvPr id="21" name="ホームベース 9">
            <a:extLst>
              <a:ext uri="{FF2B5EF4-FFF2-40B4-BE49-F238E27FC236}">
                <a16:creationId xmlns:a16="http://schemas.microsoft.com/office/drawing/2014/main" id="{57B22ECE-5D7B-AFB9-B332-A452E816FE9B}"/>
              </a:ext>
            </a:extLst>
          </p:cNvPr>
          <p:cNvSpPr/>
          <p:nvPr/>
        </p:nvSpPr>
        <p:spPr>
          <a:xfrm>
            <a:off x="6512134" y="6601999"/>
            <a:ext cx="720000" cy="162000"/>
          </a:xfrm>
          <a:prstGeom prst="homePlate">
            <a:avLst/>
          </a:prstGeom>
          <a:solidFill>
            <a:srgbClr val="FFC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900" b="1" kern="0" dirty="0">
                <a:latin typeface="+mn-ea"/>
              </a:rPr>
              <a:t>p</a:t>
            </a:r>
            <a:r>
              <a:rPr kumimoji="0" lang="en-US" altLang="ja-JP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reparation</a:t>
            </a:r>
            <a:endParaRPr kumimoji="0" lang="ja-JP" altLang="en-US" sz="9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8086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9F22F-232D-AFF6-3FB7-8115703F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F12877F-1905-1080-3472-4DE28BF15E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196975"/>
            <a:ext cx="11280002" cy="2393689"/>
          </a:xfrm>
        </p:spPr>
        <p:txBody>
          <a:bodyPr/>
          <a:lstStyle/>
          <a:p>
            <a:r>
              <a:rPr lang="en-US" dirty="0"/>
              <a:t>It focus on the most popular vehicle model to check sales potential with lower workload.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98BD70D-8E2E-1785-2218-5DED71869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Research(PMS parts* sales)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0AD8803-974B-01D8-F6E7-F70D32398D6F}"/>
              </a:ext>
            </a:extLst>
          </p:cNvPr>
          <p:cNvSpPr txBox="1"/>
          <p:nvPr/>
        </p:nvSpPr>
        <p:spPr>
          <a:xfrm>
            <a:off x="6012750" y="947642"/>
            <a:ext cx="5892377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400" dirty="0"/>
              <a:t>*Periodic Maintenance Service parts(oil/fuel/air filter, clutch, brake) </a:t>
            </a:r>
            <a:endParaRPr kumimoji="1" lang="ja-JP" altLang="en-US" sz="1400" dirty="0" err="1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08BFEBE-39A5-7BA7-CBC8-C50FBE1DCDB0}"/>
              </a:ext>
            </a:extLst>
          </p:cNvPr>
          <p:cNvSpPr txBox="1"/>
          <p:nvPr/>
        </p:nvSpPr>
        <p:spPr>
          <a:xfrm>
            <a:off x="631411" y="1590116"/>
            <a:ext cx="1127371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u="sng" dirty="0"/>
              <a:t>Process</a:t>
            </a:r>
          </a:p>
          <a:p>
            <a:pPr marL="457200" indent="-457200" algn="l">
              <a:lnSpc>
                <a:spcPct val="90000"/>
              </a:lnSpc>
              <a:spcBef>
                <a:spcPts val="600"/>
              </a:spcBef>
              <a:buAutoNum type="arabicParenR"/>
            </a:pPr>
            <a:r>
              <a:rPr kumimoji="1" lang="en-US" altLang="ja-JP" sz="1600" dirty="0"/>
              <a:t>check popular vehicle model from VIN and select the target</a:t>
            </a:r>
            <a:r>
              <a:rPr kumimoji="1" lang="en-US" altLang="ja-JP" sz="1600" dirty="0">
                <a:solidFill>
                  <a:srgbClr val="0070C0"/>
                </a:solidFill>
              </a:rPr>
              <a:t>【(1) vehicle UIO】</a:t>
            </a:r>
          </a:p>
          <a:p>
            <a:pPr marL="457200" indent="-457200">
              <a:lnSpc>
                <a:spcPct val="90000"/>
              </a:lnSpc>
              <a:spcBef>
                <a:spcPts val="600"/>
              </a:spcBef>
              <a:buFontTx/>
              <a:buAutoNum type="arabicParenR"/>
            </a:pPr>
            <a:r>
              <a:rPr kumimoji="1" lang="en-US" altLang="ja-JP" sz="1600" dirty="0"/>
              <a:t>decide potential UIO and replacement frequency </a:t>
            </a:r>
            <a:r>
              <a:rPr kumimoji="1" lang="en-US" altLang="ja-JP" sz="1600" dirty="0">
                <a:solidFill>
                  <a:srgbClr val="0070C0"/>
                </a:solidFill>
              </a:rPr>
              <a:t>【(2) Potential Units/(3) Potential Demand】</a:t>
            </a:r>
          </a:p>
          <a:p>
            <a:pPr marL="457200" indent="-457200">
              <a:lnSpc>
                <a:spcPct val="90000"/>
              </a:lnSpc>
              <a:spcBef>
                <a:spcPts val="600"/>
              </a:spcBef>
              <a:buFontTx/>
              <a:buAutoNum type="arabicParenR"/>
            </a:pPr>
            <a:r>
              <a:rPr kumimoji="1" lang="en-US" altLang="ja-JP" sz="1600" dirty="0"/>
              <a:t>find part numbers of PMS items in EQ-HIT and check sales QTY</a:t>
            </a:r>
            <a:r>
              <a:rPr kumimoji="1" lang="en-US" altLang="ja-JP" sz="1600" dirty="0">
                <a:solidFill>
                  <a:srgbClr val="0070C0"/>
                </a:solidFill>
              </a:rPr>
              <a:t>【(4) Actual Demand】</a:t>
            </a:r>
          </a:p>
          <a:p>
            <a:pPr marL="457200" indent="-457200">
              <a:lnSpc>
                <a:spcPct val="90000"/>
              </a:lnSpc>
              <a:spcBef>
                <a:spcPts val="600"/>
              </a:spcBef>
              <a:buFontTx/>
              <a:buAutoNum type="arabicParenR"/>
            </a:pPr>
            <a:r>
              <a:rPr kumimoji="1" lang="en-US" altLang="ja-JP" sz="1600" dirty="0"/>
              <a:t>calculate coverage </a:t>
            </a:r>
            <a:r>
              <a:rPr kumimoji="1" lang="en-US" altLang="ja-JP" sz="1600" dirty="0">
                <a:solidFill>
                  <a:srgbClr val="0070C0"/>
                </a:solidFill>
              </a:rPr>
              <a:t>【(5) Coverage Calculation】</a:t>
            </a:r>
          </a:p>
          <a:p>
            <a:pPr marL="457200" indent="-457200">
              <a:lnSpc>
                <a:spcPct val="90000"/>
              </a:lnSpc>
              <a:spcBef>
                <a:spcPts val="600"/>
              </a:spcBef>
              <a:buFontTx/>
              <a:buAutoNum type="arabicParenR"/>
            </a:pPr>
            <a:r>
              <a:rPr kumimoji="1" lang="en-US" altLang="ja-JP" sz="1600" dirty="0"/>
              <a:t>study effective promotion activities and implement it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F4B8FD8-B948-E66D-877C-1BAFDACB23B8}"/>
              </a:ext>
            </a:extLst>
          </p:cNvPr>
          <p:cNvSpPr txBox="1"/>
          <p:nvPr/>
        </p:nvSpPr>
        <p:spPr>
          <a:xfrm>
            <a:off x="3178628" y="353222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/>
              <a:t>Ex) JAANLR87EM7105702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83D79B2A-13E4-E5FC-29FC-BF1932884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405556"/>
              </p:ext>
            </p:extLst>
          </p:nvPr>
        </p:nvGraphicFramePr>
        <p:xfrm>
          <a:off x="3458093" y="3983805"/>
          <a:ext cx="826232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218">
                  <a:extLst>
                    <a:ext uri="{9D8B030D-6E8A-4147-A177-3AD203B41FA5}">
                      <a16:colId xmlns:a16="http://schemas.microsoft.com/office/drawing/2014/main" val="803432604"/>
                    </a:ext>
                  </a:extLst>
                </a:gridCol>
                <a:gridCol w="927418">
                  <a:extLst>
                    <a:ext uri="{9D8B030D-6E8A-4147-A177-3AD203B41FA5}">
                      <a16:colId xmlns:a16="http://schemas.microsoft.com/office/drawing/2014/main" val="1811687961"/>
                    </a:ext>
                  </a:extLst>
                </a:gridCol>
                <a:gridCol w="1643834">
                  <a:extLst>
                    <a:ext uri="{9D8B030D-6E8A-4147-A177-3AD203B41FA5}">
                      <a16:colId xmlns:a16="http://schemas.microsoft.com/office/drawing/2014/main" val="2400881456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1408553518"/>
                    </a:ext>
                  </a:extLst>
                </a:gridCol>
                <a:gridCol w="819468">
                  <a:extLst>
                    <a:ext uri="{9D8B030D-6E8A-4147-A177-3AD203B41FA5}">
                      <a16:colId xmlns:a16="http://schemas.microsoft.com/office/drawing/2014/main" val="3413390262"/>
                    </a:ext>
                  </a:extLst>
                </a:gridCol>
                <a:gridCol w="1492568">
                  <a:extLst>
                    <a:ext uri="{9D8B030D-6E8A-4147-A177-3AD203B41FA5}">
                      <a16:colId xmlns:a16="http://schemas.microsoft.com/office/drawing/2014/main" val="3344876400"/>
                    </a:ext>
                  </a:extLst>
                </a:gridCol>
                <a:gridCol w="820939">
                  <a:extLst>
                    <a:ext uri="{9D8B030D-6E8A-4147-A177-3AD203B41FA5}">
                      <a16:colId xmlns:a16="http://schemas.microsoft.com/office/drawing/2014/main" val="4147506920"/>
                    </a:ext>
                  </a:extLst>
                </a:gridCol>
              </a:tblGrid>
              <a:tr h="163173">
                <a:tc gridSpan="2"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Category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Genuine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BVP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Qty/Unit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Replacement(km)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Qty/Year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789147"/>
                  </a:ext>
                </a:extLst>
              </a:tr>
              <a:tr h="132352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Oil filter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20,000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4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658855"/>
                  </a:ext>
                </a:extLst>
              </a:tr>
              <a:tr h="132352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Fuel filter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40,000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2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50396"/>
                  </a:ext>
                </a:extLst>
              </a:tr>
              <a:tr h="132352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Air filter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40,000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2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431197"/>
                  </a:ext>
                </a:extLst>
              </a:tr>
              <a:tr h="132352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Clutch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Disc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100,000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0.8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480685"/>
                  </a:ext>
                </a:extLst>
              </a:tr>
              <a:tr h="132352"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Brake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Shoe front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100,000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0.8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65142"/>
                  </a:ext>
                </a:extLst>
              </a:tr>
              <a:tr h="132352"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Shoe rear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100,000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0.8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491288"/>
                  </a:ext>
                </a:extLst>
              </a:tr>
              <a:tr h="132352">
                <a:tc>
                  <a:txBody>
                    <a:bodyPr/>
                    <a:lstStyle/>
                    <a:p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Lining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-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100,000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>
                          <a:latin typeface="+mj-lt"/>
                          <a:ea typeface="+mj-ea"/>
                        </a:rPr>
                        <a:t>0.8</a:t>
                      </a:r>
                      <a:endParaRPr kumimoji="1" lang="ja-JP" altLang="en-US" sz="1200" dirty="0">
                        <a:latin typeface="+mj-lt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060240"/>
                  </a:ext>
                </a:extLst>
              </a:tr>
            </a:tbl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5E35FFF-DFDF-B12B-6939-F4A48E5C6607}"/>
              </a:ext>
            </a:extLst>
          </p:cNvPr>
          <p:cNvSpPr/>
          <p:nvPr/>
        </p:nvSpPr>
        <p:spPr>
          <a:xfrm>
            <a:off x="4302826" y="5068389"/>
            <a:ext cx="940526" cy="1109976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D29C76C-4EBB-8A01-C71A-53D3AB973957}"/>
              </a:ext>
            </a:extLst>
          </p:cNvPr>
          <p:cNvSpPr txBox="1"/>
          <p:nvPr/>
        </p:nvSpPr>
        <p:spPr>
          <a:xfrm>
            <a:off x="3445028" y="6140445"/>
            <a:ext cx="6274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We have to discuss which item should focus on in UK market</a:t>
            </a:r>
          </a:p>
          <a:p>
            <a:r>
              <a:rPr lang="en-US" altLang="ja-JP" sz="1200" dirty="0"/>
              <a:t> - clutch: clutch disc, pressure plate, release bearing, pilot bearing </a:t>
            </a:r>
            <a:r>
              <a:rPr lang="en-US" altLang="ja-JP" sz="1200" dirty="0" err="1"/>
              <a:t>etc</a:t>
            </a:r>
            <a:endParaRPr lang="en-US" altLang="ja-JP" sz="1200" dirty="0"/>
          </a:p>
          <a:p>
            <a:r>
              <a:rPr lang="en-US" altLang="ja-JP" sz="1200" dirty="0"/>
              <a:t> - brake:  brake ASM, Kit, Lining, pad, caliper, rotor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05E0DB74-5E15-45B0-4335-D7AB982C9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099" y="3537964"/>
            <a:ext cx="2244816" cy="324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884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D0DA9326-5AB6-9FA8-000E-7BEA8F22D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733" y="2861965"/>
            <a:ext cx="8532000" cy="1224000"/>
          </a:xfrm>
        </p:spPr>
        <p:txBody>
          <a:bodyPr anchor="ctr"/>
          <a:lstStyle/>
          <a:p>
            <a:pPr algn="ctr"/>
            <a:r>
              <a:rPr lang="en-US" altLang="ja-JP" dirty="0"/>
              <a:t>(reference)</a:t>
            </a:r>
            <a:br>
              <a:rPr lang="en-US" altLang="ja-JP" dirty="0"/>
            </a:br>
            <a:br>
              <a:rPr lang="en-US" altLang="ja-JP" dirty="0"/>
            </a:br>
            <a:r>
              <a:rPr lang="en-US" altLang="ja-JP" dirty="0"/>
              <a:t>CV Conference presentation material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0312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8E9EF1-C9BB-220B-7A2F-774F1F328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878" y="1052736"/>
            <a:ext cx="10828706" cy="1609862"/>
          </a:xfrm>
        </p:spPr>
        <p:txBody>
          <a:bodyPr/>
          <a:lstStyle/>
          <a:p>
            <a:r>
              <a:rPr lang="en-US" dirty="0"/>
              <a:t>PMS Parts Sales </a:t>
            </a:r>
            <a:r>
              <a:rPr lang="en-US" altLang="ja-JP" dirty="0"/>
              <a:t>Potential</a:t>
            </a:r>
            <a:endParaRPr lang="en-US" dirty="0"/>
          </a:p>
        </p:txBody>
      </p:sp>
      <p:sp>
        <p:nvSpPr>
          <p:cNvPr id="4" name="字幕 2">
            <a:extLst>
              <a:ext uri="{FF2B5EF4-FFF2-40B4-BE49-F238E27FC236}">
                <a16:creationId xmlns:a16="http://schemas.microsoft.com/office/drawing/2014/main" id="{B5789351-0DE9-7553-4194-0AABF8B028E3}"/>
              </a:ext>
            </a:extLst>
          </p:cNvPr>
          <p:cNvSpPr txBox="1">
            <a:spLocks/>
          </p:cNvSpPr>
          <p:nvPr/>
        </p:nvSpPr>
        <p:spPr>
          <a:xfrm>
            <a:off x="526518" y="4293096"/>
            <a:ext cx="4382366" cy="120640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226800" indent="-2268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0000"/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4400" indent="-237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600" indent="-226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6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1200" indent="-226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Tomoaki</a:t>
            </a:r>
            <a:r>
              <a:rPr lang="ja-JP" altLang="en-US" dirty="0"/>
              <a:t> </a:t>
            </a:r>
            <a:r>
              <a:rPr lang="en-US" altLang="ja-JP" dirty="0"/>
              <a:t>Hiratsuka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International</a:t>
            </a:r>
            <a:r>
              <a:rPr lang="ja-JP" altLang="en-US" dirty="0"/>
              <a:t> </a:t>
            </a:r>
            <a:r>
              <a:rPr lang="en-US" altLang="ja-JP" dirty="0"/>
              <a:t>Parts</a:t>
            </a:r>
            <a:r>
              <a:rPr lang="ja-JP" altLang="en-US" dirty="0"/>
              <a:t> </a:t>
            </a:r>
            <a:r>
              <a:rPr lang="en-US" altLang="ja-JP" dirty="0"/>
              <a:t>Sales</a:t>
            </a:r>
            <a:r>
              <a:rPr lang="ja-JP" altLang="en-US" dirty="0"/>
              <a:t> </a:t>
            </a:r>
            <a:r>
              <a:rPr lang="en-US" altLang="ja-JP" dirty="0"/>
              <a:t>Dept.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Isuzu Motors Limited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28</a:t>
            </a:r>
            <a:r>
              <a:rPr lang="en-US" altLang="ja-JP" baseline="30000" dirty="0"/>
              <a:t>th</a:t>
            </a:r>
            <a:r>
              <a:rPr lang="en-US" altLang="ja-JP" dirty="0"/>
              <a:t> Oct 2025</a:t>
            </a:r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66745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751A0547-6111-B4C8-1DCF-4A0FA2528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90" y="1045154"/>
            <a:ext cx="8700454" cy="4253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4F47386-5BEC-1FB8-DF20-B813E0BCC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448" y="3630045"/>
            <a:ext cx="1277649" cy="1717848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0AA39E3C-6715-F783-20F5-9C26BF2E2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CV Conference Review (PMS Coverage)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8F6E2C9-82A5-00AE-74A8-DF7C6BCBCF49}"/>
              </a:ext>
            </a:extLst>
          </p:cNvPr>
          <p:cNvSpPr txBox="1"/>
          <p:nvPr/>
        </p:nvSpPr>
        <p:spPr>
          <a:xfrm>
            <a:off x="491890" y="5408213"/>
            <a:ext cx="6903374" cy="43470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ja-JP" sz="2000" dirty="0">
                <a:solidFill>
                  <a:srgbClr val="5D6874"/>
                </a:solidFill>
              </a:rPr>
              <a:t>*From CV Conference Material</a:t>
            </a:r>
            <a:endParaRPr kumimoji="1" lang="ja-JP" altLang="en-US" sz="2000" dirty="0">
              <a:solidFill>
                <a:srgbClr val="5D6874"/>
              </a:solidFill>
            </a:endParaRPr>
          </a:p>
        </p:txBody>
      </p:sp>
      <p:sp>
        <p:nvSpPr>
          <p:cNvPr id="9" name="思考の吹き出し: 雲形 8">
            <a:extLst>
              <a:ext uri="{FF2B5EF4-FFF2-40B4-BE49-F238E27FC236}">
                <a16:creationId xmlns:a16="http://schemas.microsoft.com/office/drawing/2014/main" id="{1F11E514-BBC9-5252-073A-E62EB8B31B5A}"/>
              </a:ext>
            </a:extLst>
          </p:cNvPr>
          <p:cNvSpPr/>
          <p:nvPr/>
        </p:nvSpPr>
        <p:spPr>
          <a:xfrm>
            <a:off x="6744072" y="1450139"/>
            <a:ext cx="4281205" cy="1800200"/>
          </a:xfrm>
          <a:prstGeom prst="cloudCallout">
            <a:avLst>
              <a:gd name="adj1" fmla="val 31691"/>
              <a:gd name="adj2" fmla="val 77986"/>
            </a:avLst>
          </a:prstGeom>
          <a:solidFill>
            <a:srgbClr val="D36B79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is this Cover Ratio calculated?</a:t>
            </a:r>
            <a:endParaRPr kumimoji="1" lang="ja-JP" altLang="en-US" sz="280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03AC3BD-856A-17A3-C93B-4FF1F6540E69}"/>
              </a:ext>
            </a:extLst>
          </p:cNvPr>
          <p:cNvSpPr txBox="1"/>
          <p:nvPr/>
        </p:nvSpPr>
        <p:spPr>
          <a:xfrm>
            <a:off x="2657064" y="5960912"/>
            <a:ext cx="9333951" cy="3711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dirty="0">
                <a:solidFill>
                  <a:schemeClr val="tx1"/>
                </a:solidFill>
              </a:rPr>
              <a:t>Periodic Maintenance Service Parts. (Ex. Filter, Clutch, Brakes, Oil, etc.)   </a:t>
            </a:r>
          </a:p>
        </p:txBody>
      </p:sp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22373B7D-8B5A-4697-BEB3-55DC9FF86089}"/>
              </a:ext>
            </a:extLst>
          </p:cNvPr>
          <p:cNvSpPr/>
          <p:nvPr/>
        </p:nvSpPr>
        <p:spPr>
          <a:xfrm>
            <a:off x="1216904" y="5960913"/>
            <a:ext cx="1440160" cy="371141"/>
          </a:xfrm>
          <a:prstGeom prst="homePlate">
            <a:avLst>
              <a:gd name="adj" fmla="val 0"/>
            </a:avLst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dirty="0">
                <a:solidFill>
                  <a:schemeClr val="bg1"/>
                </a:solidFill>
              </a:rPr>
              <a:t>PMS Parts</a:t>
            </a:r>
            <a:endParaRPr kumimoji="1" lang="ja-JP" altLang="en-US" dirty="0" err="1">
              <a:solidFill>
                <a:schemeClr val="bg1"/>
              </a:solidFill>
            </a:endParaRP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A962D4A6-178A-F23B-C04F-E0B820B10770}"/>
              </a:ext>
            </a:extLst>
          </p:cNvPr>
          <p:cNvSpPr/>
          <p:nvPr/>
        </p:nvSpPr>
        <p:spPr>
          <a:xfrm>
            <a:off x="1216904" y="6384299"/>
            <a:ext cx="1440160" cy="371141"/>
          </a:xfrm>
          <a:prstGeom prst="homePlate">
            <a:avLst>
              <a:gd name="adj" fmla="val 0"/>
            </a:avLst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dirty="0">
                <a:solidFill>
                  <a:schemeClr val="bg1"/>
                </a:solidFill>
              </a:rPr>
              <a:t>Vehicle UIO</a:t>
            </a:r>
            <a:endParaRPr kumimoji="1" lang="ja-JP" altLang="en-US" dirty="0" err="1">
              <a:solidFill>
                <a:schemeClr val="bg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E98D4C5-0588-4A67-0487-CD08A59B58D1}"/>
              </a:ext>
            </a:extLst>
          </p:cNvPr>
          <p:cNvSpPr txBox="1"/>
          <p:nvPr/>
        </p:nvSpPr>
        <p:spPr>
          <a:xfrm>
            <a:off x="2657063" y="6384299"/>
            <a:ext cx="9333951" cy="3711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dirty="0">
                <a:solidFill>
                  <a:schemeClr val="tx1"/>
                </a:solidFill>
              </a:rPr>
              <a:t>Vehicle Units in Operation. (Number of vehicles still running in market)  </a:t>
            </a:r>
          </a:p>
        </p:txBody>
      </p:sp>
    </p:spTree>
    <p:extLst>
      <p:ext uri="{BB962C8B-B14F-4D97-AF65-F5344CB8AC3E}">
        <p14:creationId xmlns:p14="http://schemas.microsoft.com/office/powerpoint/2010/main" val="821358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372B-FD50-A454-6C30-26AD81FCA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CEDAAE5-F205-B214-C310-69D94C6277A1}"/>
              </a:ext>
            </a:extLst>
          </p:cNvPr>
          <p:cNvSpPr/>
          <p:nvPr/>
        </p:nvSpPr>
        <p:spPr>
          <a:xfrm>
            <a:off x="6150002" y="1052736"/>
            <a:ext cx="5562622" cy="2804343"/>
          </a:xfrm>
          <a:prstGeom prst="rect">
            <a:avLst/>
          </a:prstGeom>
          <a:solidFill>
            <a:srgbClr val="D36B79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11EC03B-D844-508F-7E2E-3194D8C7E942}"/>
              </a:ext>
            </a:extLst>
          </p:cNvPr>
          <p:cNvSpPr/>
          <p:nvPr/>
        </p:nvSpPr>
        <p:spPr>
          <a:xfrm>
            <a:off x="470392" y="1052736"/>
            <a:ext cx="5562622" cy="2804343"/>
          </a:xfrm>
          <a:prstGeom prst="rect">
            <a:avLst/>
          </a:prstGeom>
          <a:solidFill>
            <a:srgbClr val="D36B79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B245CCB-D0B8-D2BA-AE97-7F6724A6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PMS Coverage Calculation</a:t>
            </a:r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1E4B5BA-CFA8-7D54-3D69-F5447F7D759C}"/>
              </a:ext>
            </a:extLst>
          </p:cNvPr>
          <p:cNvSpPr/>
          <p:nvPr/>
        </p:nvSpPr>
        <p:spPr>
          <a:xfrm>
            <a:off x="470392" y="1052737"/>
            <a:ext cx="5562622" cy="266032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61BCC2E3-F9B5-CB84-7BFB-76A115D6E86E}"/>
              </a:ext>
            </a:extLst>
          </p:cNvPr>
          <p:cNvSpPr/>
          <p:nvPr/>
        </p:nvSpPr>
        <p:spPr>
          <a:xfrm>
            <a:off x="6150001" y="1052736"/>
            <a:ext cx="3937653" cy="500087"/>
          </a:xfrm>
          <a:prstGeom prst="homePlate">
            <a:avLst/>
          </a:prstGeom>
          <a:solidFill>
            <a:srgbClr val="D36B79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400" b="1" dirty="0">
                <a:solidFill>
                  <a:schemeClr val="bg1"/>
                </a:solidFill>
              </a:rPr>
              <a:t>(3) Potential Demand</a:t>
            </a:r>
            <a:endParaRPr kumimoji="1" lang="ja-JP" altLang="en-US" sz="2400" b="1" dirty="0" err="1">
              <a:solidFill>
                <a:schemeClr val="bg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76BD74E-E0CC-9035-956A-74ECA9358A35}"/>
              </a:ext>
            </a:extLst>
          </p:cNvPr>
          <p:cNvSpPr/>
          <p:nvPr/>
        </p:nvSpPr>
        <p:spPr>
          <a:xfrm>
            <a:off x="470392" y="3934438"/>
            <a:ext cx="5562622" cy="2804343"/>
          </a:xfrm>
          <a:prstGeom prst="rect">
            <a:avLst/>
          </a:prstGeom>
          <a:solidFill>
            <a:srgbClr val="D36B79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4661BA9-BE92-3C1F-02CF-74A4F87C1FC9}"/>
              </a:ext>
            </a:extLst>
          </p:cNvPr>
          <p:cNvSpPr/>
          <p:nvPr/>
        </p:nvSpPr>
        <p:spPr>
          <a:xfrm>
            <a:off x="6150002" y="3934437"/>
            <a:ext cx="5562622" cy="961969"/>
          </a:xfrm>
          <a:prstGeom prst="rect">
            <a:avLst/>
          </a:prstGeom>
          <a:solidFill>
            <a:srgbClr val="D36B79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17" name="矢印: 五方向 16">
            <a:extLst>
              <a:ext uri="{FF2B5EF4-FFF2-40B4-BE49-F238E27FC236}">
                <a16:creationId xmlns:a16="http://schemas.microsoft.com/office/drawing/2014/main" id="{B2558501-B0E6-CE48-210D-85D8D2C14A86}"/>
              </a:ext>
            </a:extLst>
          </p:cNvPr>
          <p:cNvSpPr/>
          <p:nvPr/>
        </p:nvSpPr>
        <p:spPr>
          <a:xfrm>
            <a:off x="479374" y="3936749"/>
            <a:ext cx="3925707" cy="500087"/>
          </a:xfrm>
          <a:prstGeom prst="homePlate">
            <a:avLst/>
          </a:prstGeom>
          <a:solidFill>
            <a:srgbClr val="D36B79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400" b="1" dirty="0">
                <a:solidFill>
                  <a:schemeClr val="bg1"/>
                </a:solidFill>
              </a:rPr>
              <a:t>(2) Potential Units</a:t>
            </a:r>
            <a:endParaRPr kumimoji="1" lang="ja-JP" altLang="en-US" sz="2400" b="1" dirty="0" err="1">
              <a:solidFill>
                <a:schemeClr val="bg1"/>
              </a:solidFill>
            </a:endParaRP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983641BF-F794-7C0E-FB2E-FB160D3C507D}"/>
              </a:ext>
            </a:extLst>
          </p:cNvPr>
          <p:cNvSpPr/>
          <p:nvPr/>
        </p:nvSpPr>
        <p:spPr>
          <a:xfrm>
            <a:off x="6150001" y="3936749"/>
            <a:ext cx="3937653" cy="500087"/>
          </a:xfrm>
          <a:prstGeom prst="homePlate">
            <a:avLst/>
          </a:prstGeom>
          <a:solidFill>
            <a:srgbClr val="D36B79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400" b="1" dirty="0">
                <a:solidFill>
                  <a:schemeClr val="bg1"/>
                </a:solidFill>
              </a:rPr>
              <a:t>(4) Actual Demand</a:t>
            </a:r>
            <a:endParaRPr kumimoji="1" lang="ja-JP" altLang="en-US" sz="2400" b="1" dirty="0" err="1">
              <a:solidFill>
                <a:schemeClr val="bg1"/>
              </a:solidFill>
            </a:endParaRPr>
          </a:p>
        </p:txBody>
      </p:sp>
      <p:sp>
        <p:nvSpPr>
          <p:cNvPr id="19" name="矢印: 五方向 18">
            <a:extLst>
              <a:ext uri="{FF2B5EF4-FFF2-40B4-BE49-F238E27FC236}">
                <a16:creationId xmlns:a16="http://schemas.microsoft.com/office/drawing/2014/main" id="{1534DAB8-A57B-1786-5310-145FA19EBFB7}"/>
              </a:ext>
            </a:extLst>
          </p:cNvPr>
          <p:cNvSpPr/>
          <p:nvPr/>
        </p:nvSpPr>
        <p:spPr>
          <a:xfrm>
            <a:off x="470391" y="1052736"/>
            <a:ext cx="3937653" cy="500087"/>
          </a:xfrm>
          <a:prstGeom prst="homePlate">
            <a:avLst/>
          </a:prstGeom>
          <a:solidFill>
            <a:srgbClr val="D36B79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400" b="1" dirty="0">
                <a:solidFill>
                  <a:schemeClr val="bg1"/>
                </a:solidFill>
              </a:rPr>
              <a:t>(1) Vehicle UIO</a:t>
            </a:r>
            <a:endParaRPr kumimoji="1" lang="ja-JP" altLang="en-US" sz="2400" b="1" dirty="0" err="1">
              <a:solidFill>
                <a:schemeClr val="bg1"/>
              </a:solidFill>
            </a:endParaRP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421378B9-9738-1FD6-4628-610433518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1616110"/>
            <a:ext cx="3722462" cy="2181952"/>
          </a:xfrm>
          <a:prstGeom prst="rect">
            <a:avLst/>
          </a:prstGeom>
        </p:spPr>
      </p:pic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E59365EB-9D57-BDE5-C0FA-886DD051A271}"/>
              </a:ext>
            </a:extLst>
          </p:cNvPr>
          <p:cNvSpPr/>
          <p:nvPr/>
        </p:nvSpPr>
        <p:spPr>
          <a:xfrm>
            <a:off x="3386183" y="1912863"/>
            <a:ext cx="887663" cy="1512168"/>
          </a:xfrm>
          <a:prstGeom prst="roundRect">
            <a:avLst/>
          </a:prstGeom>
          <a:noFill/>
          <a:ln w="38100">
            <a:solidFill>
              <a:srgbClr val="B5091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2159A48-86B8-5FEC-4850-489926D5EB12}"/>
              </a:ext>
            </a:extLst>
          </p:cNvPr>
          <p:cNvSpPr txBox="1"/>
          <p:nvPr/>
        </p:nvSpPr>
        <p:spPr>
          <a:xfrm>
            <a:off x="4252428" y="1408409"/>
            <a:ext cx="1885142" cy="9647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ja-JP" sz="2000" dirty="0">
                <a:solidFill>
                  <a:schemeClr val="tx1"/>
                </a:solidFill>
              </a:rPr>
              <a:t>Based on </a:t>
            </a:r>
            <a:r>
              <a:rPr lang="en-US" altLang="ja-JP" sz="2000" b="1" dirty="0">
                <a:solidFill>
                  <a:srgbClr val="B5091F"/>
                </a:solidFill>
              </a:rPr>
              <a:t>UIO within 5 years</a:t>
            </a:r>
            <a:r>
              <a:rPr lang="en-US" altLang="ja-JP" sz="2000" dirty="0">
                <a:solidFill>
                  <a:schemeClr val="tx1"/>
                </a:solidFill>
              </a:rPr>
              <a:t> as of 2024.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0DC3722-2AAF-967C-9E38-73FCD1217ABD}"/>
              </a:ext>
            </a:extLst>
          </p:cNvPr>
          <p:cNvSpPr txBox="1"/>
          <p:nvPr/>
        </p:nvSpPr>
        <p:spPr>
          <a:xfrm>
            <a:off x="470392" y="4465949"/>
            <a:ext cx="4896543" cy="4013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ja-JP" sz="2000" dirty="0">
                <a:solidFill>
                  <a:schemeClr val="tx1"/>
                </a:solidFill>
              </a:rPr>
              <a:t>Assuming </a:t>
            </a:r>
            <a:r>
              <a:rPr lang="en-US" altLang="ja-JP" sz="2000" b="1" dirty="0">
                <a:solidFill>
                  <a:srgbClr val="B5091F"/>
                </a:solidFill>
              </a:rPr>
              <a:t>50% of the UIO</a:t>
            </a:r>
            <a:r>
              <a:rPr lang="en-US" altLang="ja-JP" sz="2000" dirty="0">
                <a:solidFill>
                  <a:schemeClr val="tx1"/>
                </a:solidFill>
              </a:rPr>
              <a:t> within 5 years.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28" name="表 27">
            <a:extLst>
              <a:ext uri="{FF2B5EF4-FFF2-40B4-BE49-F238E27FC236}">
                <a16:creationId xmlns:a16="http://schemas.microsoft.com/office/drawing/2014/main" id="{F17BFE5B-04F0-E188-55A6-81B9826C1452}"/>
              </a:ext>
            </a:extLst>
          </p:cNvPr>
          <p:cNvGraphicFramePr>
            <a:graphicFrameLocks noGrp="1"/>
          </p:cNvGraphicFramePr>
          <p:nvPr/>
        </p:nvGraphicFramePr>
        <p:xfrm>
          <a:off x="551384" y="4845197"/>
          <a:ext cx="5251276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8068">
                  <a:extLst>
                    <a:ext uri="{9D8B030D-6E8A-4147-A177-3AD203B41FA5}">
                      <a16:colId xmlns:a16="http://schemas.microsoft.com/office/drawing/2014/main" val="3291369496"/>
                    </a:ext>
                  </a:extLst>
                </a:gridCol>
                <a:gridCol w="1298068">
                  <a:extLst>
                    <a:ext uri="{9D8B030D-6E8A-4147-A177-3AD203B41FA5}">
                      <a16:colId xmlns:a16="http://schemas.microsoft.com/office/drawing/2014/main" val="3431188332"/>
                    </a:ext>
                  </a:extLst>
                </a:gridCol>
                <a:gridCol w="1298068">
                  <a:extLst>
                    <a:ext uri="{9D8B030D-6E8A-4147-A177-3AD203B41FA5}">
                      <a16:colId xmlns:a16="http://schemas.microsoft.com/office/drawing/2014/main" val="1400193068"/>
                    </a:ext>
                  </a:extLst>
                </a:gridCol>
                <a:gridCol w="1357072">
                  <a:extLst>
                    <a:ext uri="{9D8B030D-6E8A-4147-A177-3AD203B41FA5}">
                      <a16:colId xmlns:a16="http://schemas.microsoft.com/office/drawing/2014/main" val="3529527417"/>
                    </a:ext>
                  </a:extLst>
                </a:gridCol>
              </a:tblGrid>
              <a:tr h="2761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CY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UIO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Total</a:t>
                      </a:r>
                      <a:endParaRPr lang="en-US" altLang="ja-JP" sz="14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Potential Unit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427548"/>
                  </a:ext>
                </a:extLst>
              </a:tr>
              <a:tr h="2761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>
                          <a:effectLst/>
                          <a:latin typeface="+mj-lt"/>
                        </a:rPr>
                        <a:t>2020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 dirty="0">
                          <a:effectLst/>
                          <a:latin typeface="+mj-lt"/>
                        </a:rPr>
                        <a:t>2,476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ＭＳ ゴシック" panose="020B0609070205080204" pitchFamily="49" charset="-128"/>
                        </a:rPr>
                        <a:t>19,926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2000" b="1" u="none" strike="noStrike" dirty="0">
                          <a:solidFill>
                            <a:srgbClr val="B5091F"/>
                          </a:solidFill>
                          <a:effectLst/>
                          <a:latin typeface="+mj-lt"/>
                        </a:rPr>
                        <a:t>9,963</a:t>
                      </a:r>
                      <a:endParaRPr lang="en-US" altLang="ja-JP" sz="2000" b="1" i="0" u="none" strike="noStrike" dirty="0">
                        <a:solidFill>
                          <a:srgbClr val="B5091F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881624"/>
                  </a:ext>
                </a:extLst>
              </a:tr>
              <a:tr h="2761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>
                          <a:effectLst/>
                          <a:latin typeface="+mj-lt"/>
                        </a:rPr>
                        <a:t>2021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 dirty="0">
                          <a:effectLst/>
                          <a:latin typeface="+mj-lt"/>
                        </a:rPr>
                        <a:t>4,460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252491"/>
                  </a:ext>
                </a:extLst>
              </a:tr>
              <a:tr h="2761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>
                          <a:effectLst/>
                          <a:latin typeface="+mj-lt"/>
                        </a:rPr>
                        <a:t>2022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 dirty="0">
                          <a:effectLst/>
                          <a:latin typeface="+mj-lt"/>
                        </a:rPr>
                        <a:t>4,892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981978"/>
                  </a:ext>
                </a:extLst>
              </a:tr>
              <a:tr h="2761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>
                          <a:effectLst/>
                          <a:latin typeface="+mj-lt"/>
                        </a:rPr>
                        <a:t>2023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>
                          <a:effectLst/>
                          <a:latin typeface="+mj-lt"/>
                        </a:rPr>
                        <a:t>4,117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443505"/>
                  </a:ext>
                </a:extLst>
              </a:tr>
              <a:tr h="2761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>
                          <a:effectLst/>
                          <a:latin typeface="+mj-lt"/>
                        </a:rPr>
                        <a:t>2024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400" u="none" strike="noStrike" dirty="0">
                          <a:effectLst/>
                          <a:latin typeface="+mj-lt"/>
                        </a:rPr>
                        <a:t>3,981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ＭＳ ゴシック" panose="020B0609070205080204" pitchFamily="49" charset="-128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992949"/>
                  </a:ext>
                </a:extLst>
              </a:tr>
            </a:tbl>
          </a:graphicData>
        </a:graphic>
      </p:graphicFrame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F7D28EEB-BD0A-2797-CD65-CBF8DB143E1C}"/>
              </a:ext>
            </a:extLst>
          </p:cNvPr>
          <p:cNvCxnSpPr>
            <a:cxnSpLocks/>
          </p:cNvCxnSpPr>
          <p:nvPr/>
        </p:nvCxnSpPr>
        <p:spPr>
          <a:xfrm>
            <a:off x="4125297" y="5912719"/>
            <a:ext cx="674559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DA85C7AB-EBA1-456E-206B-E3767EBA339A}"/>
              </a:ext>
            </a:extLst>
          </p:cNvPr>
          <p:cNvSpPr/>
          <p:nvPr/>
        </p:nvSpPr>
        <p:spPr>
          <a:xfrm>
            <a:off x="4439816" y="4867293"/>
            <a:ext cx="1362844" cy="1828799"/>
          </a:xfrm>
          <a:prstGeom prst="rect">
            <a:avLst/>
          </a:prstGeom>
          <a:noFill/>
          <a:ln w="57150">
            <a:solidFill>
              <a:srgbClr val="B509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36" name="右中かっこ 35">
            <a:extLst>
              <a:ext uri="{FF2B5EF4-FFF2-40B4-BE49-F238E27FC236}">
                <a16:creationId xmlns:a16="http://schemas.microsoft.com/office/drawing/2014/main" id="{846DD447-03F4-F363-1F71-2B3C9E07C1DA}"/>
              </a:ext>
            </a:extLst>
          </p:cNvPr>
          <p:cNvSpPr/>
          <p:nvPr/>
        </p:nvSpPr>
        <p:spPr>
          <a:xfrm>
            <a:off x="2812902" y="5200222"/>
            <a:ext cx="454002" cy="1427453"/>
          </a:xfrm>
          <a:prstGeom prst="rightBrac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7" name="Picture 4" descr="画像が生成されました">
            <a:extLst>
              <a:ext uri="{FF2B5EF4-FFF2-40B4-BE49-F238E27FC236}">
                <a16:creationId xmlns:a16="http://schemas.microsoft.com/office/drawing/2014/main" id="{868F6A8A-E692-543C-3E6C-442D46E446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" t="20156" r="63786" b="29350"/>
          <a:stretch>
            <a:fillRect/>
          </a:stretch>
        </p:blipFill>
        <p:spPr bwMode="auto">
          <a:xfrm>
            <a:off x="10096641" y="2800209"/>
            <a:ext cx="864600" cy="820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画像が生成されました">
            <a:extLst>
              <a:ext uri="{FF2B5EF4-FFF2-40B4-BE49-F238E27FC236}">
                <a16:creationId xmlns:a16="http://schemas.microsoft.com/office/drawing/2014/main" id="{CDB822B9-A004-B4F2-C05B-5CE4DFE236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00" t="22700" r="40901" b="32151"/>
          <a:stretch>
            <a:fillRect/>
          </a:stretch>
        </p:blipFill>
        <p:spPr bwMode="auto">
          <a:xfrm rot="715736">
            <a:off x="7382984" y="2693696"/>
            <a:ext cx="659110" cy="1049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8" descr="画像が生成されました">
            <a:extLst>
              <a:ext uri="{FF2B5EF4-FFF2-40B4-BE49-F238E27FC236}">
                <a16:creationId xmlns:a16="http://schemas.microsoft.com/office/drawing/2014/main" id="{F2FAB603-5F09-B202-BC9E-CF926DD0AC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00" t="22700" r="3800" b="31101"/>
          <a:stretch>
            <a:fillRect/>
          </a:stretch>
        </p:blipFill>
        <p:spPr bwMode="auto">
          <a:xfrm>
            <a:off x="8648452" y="2766179"/>
            <a:ext cx="947332" cy="92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418ECC9-9854-663B-66B5-8A3B70AE6F25}"/>
              </a:ext>
            </a:extLst>
          </p:cNvPr>
          <p:cNvSpPr txBox="1"/>
          <p:nvPr/>
        </p:nvSpPr>
        <p:spPr>
          <a:xfrm>
            <a:off x="6158988" y="1575391"/>
            <a:ext cx="5481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/>
              <a:t>Potential Units × </a:t>
            </a:r>
            <a:r>
              <a:rPr lang="en-US" altLang="ja-JP" sz="2000" b="1" dirty="0">
                <a:solidFill>
                  <a:srgbClr val="B5091F"/>
                </a:solidFill>
              </a:rPr>
              <a:t>*Replacement Frequency</a:t>
            </a:r>
            <a:endParaRPr lang="en-US" altLang="ja-JP" sz="20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B5D97AD-9C45-C5CC-13BB-172E527E1A4B}"/>
              </a:ext>
            </a:extLst>
          </p:cNvPr>
          <p:cNvSpPr txBox="1"/>
          <p:nvPr/>
        </p:nvSpPr>
        <p:spPr>
          <a:xfrm>
            <a:off x="6137570" y="4465949"/>
            <a:ext cx="4896543" cy="4013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ja-JP" sz="2000" dirty="0">
                <a:solidFill>
                  <a:schemeClr val="tx1"/>
                </a:solidFill>
              </a:rPr>
              <a:t>Based on 2024CY IML</a:t>
            </a:r>
            <a:r>
              <a:rPr lang="ja-JP" altLang="en-US" sz="2000" dirty="0">
                <a:solidFill>
                  <a:schemeClr val="tx1"/>
                </a:solidFill>
              </a:rPr>
              <a:t> </a:t>
            </a:r>
            <a:r>
              <a:rPr lang="en-US" altLang="ja-JP" sz="2000" b="1" dirty="0">
                <a:solidFill>
                  <a:srgbClr val="B5091F"/>
                </a:solidFill>
              </a:rPr>
              <a:t>Order Result</a:t>
            </a:r>
            <a:r>
              <a:rPr lang="en-US" altLang="ja-JP" sz="2000" dirty="0">
                <a:solidFill>
                  <a:schemeClr val="tx1"/>
                </a:solidFill>
              </a:rPr>
              <a:t>.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37A8FD1-518C-8367-7EC8-CFB5CD968A1A}"/>
              </a:ext>
            </a:extLst>
          </p:cNvPr>
          <p:cNvSpPr/>
          <p:nvPr/>
        </p:nvSpPr>
        <p:spPr>
          <a:xfrm>
            <a:off x="6158988" y="4968349"/>
            <a:ext cx="5553636" cy="1770432"/>
          </a:xfrm>
          <a:prstGeom prst="rect">
            <a:avLst/>
          </a:prstGeom>
          <a:solidFill>
            <a:srgbClr val="D36B79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45" name="矢印: 五方向 44">
            <a:extLst>
              <a:ext uri="{FF2B5EF4-FFF2-40B4-BE49-F238E27FC236}">
                <a16:creationId xmlns:a16="http://schemas.microsoft.com/office/drawing/2014/main" id="{30225F4F-9B17-7317-01BF-936E0C70B19D}"/>
              </a:ext>
            </a:extLst>
          </p:cNvPr>
          <p:cNvSpPr/>
          <p:nvPr/>
        </p:nvSpPr>
        <p:spPr>
          <a:xfrm>
            <a:off x="6158987" y="4971492"/>
            <a:ext cx="3937653" cy="500087"/>
          </a:xfrm>
          <a:prstGeom prst="homePlate">
            <a:avLst/>
          </a:prstGeom>
          <a:solidFill>
            <a:srgbClr val="D36B79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400" b="1" dirty="0">
                <a:solidFill>
                  <a:schemeClr val="bg1"/>
                </a:solidFill>
              </a:rPr>
              <a:t>(5) Coverage Calculation</a:t>
            </a:r>
            <a:endParaRPr kumimoji="1" lang="ja-JP" altLang="en-US" sz="2400" b="1" dirty="0" err="1">
              <a:solidFill>
                <a:schemeClr val="bg1"/>
              </a:solidFill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1CC86FEE-B4A8-F12B-37FF-B670395CF622}"/>
              </a:ext>
            </a:extLst>
          </p:cNvPr>
          <p:cNvSpPr txBox="1"/>
          <p:nvPr/>
        </p:nvSpPr>
        <p:spPr>
          <a:xfrm>
            <a:off x="6312025" y="6221838"/>
            <a:ext cx="2222467" cy="371739"/>
          </a:xfrm>
          <a:prstGeom prst="rect">
            <a:avLst/>
          </a:prstGeom>
          <a:solidFill>
            <a:srgbClr val="ECA177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altLang="ja-JP" sz="2000" dirty="0">
                <a:solidFill>
                  <a:schemeClr val="tx1"/>
                </a:solidFill>
              </a:rPr>
              <a:t>Potential Demand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E169C8C-681D-555E-CDB1-531840D9A5F0}"/>
              </a:ext>
            </a:extLst>
          </p:cNvPr>
          <p:cNvSpPr txBox="1"/>
          <p:nvPr/>
        </p:nvSpPr>
        <p:spPr>
          <a:xfrm>
            <a:off x="6312024" y="5573727"/>
            <a:ext cx="2222467" cy="371739"/>
          </a:xfrm>
          <a:prstGeom prst="rect">
            <a:avLst/>
          </a:prstGeom>
          <a:solidFill>
            <a:srgbClr val="ECA177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altLang="ja-JP" sz="2000" dirty="0">
                <a:solidFill>
                  <a:schemeClr val="tx1"/>
                </a:solidFill>
              </a:rPr>
              <a:t>Actual Demand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924FA0AF-6C54-B669-8AF3-0D877C649ECD}"/>
              </a:ext>
            </a:extLst>
          </p:cNvPr>
          <p:cNvCxnSpPr>
            <a:cxnSpLocks/>
          </p:cNvCxnSpPr>
          <p:nvPr/>
        </p:nvCxnSpPr>
        <p:spPr>
          <a:xfrm>
            <a:off x="6240016" y="6093296"/>
            <a:ext cx="2345825" cy="0"/>
          </a:xfrm>
          <a:prstGeom prst="line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次の値と等しい 51">
            <a:extLst>
              <a:ext uri="{FF2B5EF4-FFF2-40B4-BE49-F238E27FC236}">
                <a16:creationId xmlns:a16="http://schemas.microsoft.com/office/drawing/2014/main" id="{BE49BDF9-02D5-AAA3-AB6E-FB31668A8A48}"/>
              </a:ext>
            </a:extLst>
          </p:cNvPr>
          <p:cNvSpPr/>
          <p:nvPr/>
        </p:nvSpPr>
        <p:spPr>
          <a:xfrm>
            <a:off x="8585841" y="5800367"/>
            <a:ext cx="832288" cy="581468"/>
          </a:xfrm>
          <a:prstGeom prst="mathEqual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graphicFrame>
        <p:nvGraphicFramePr>
          <p:cNvPr id="55" name="グラフ 54">
            <a:extLst>
              <a:ext uri="{FF2B5EF4-FFF2-40B4-BE49-F238E27FC236}">
                <a16:creationId xmlns:a16="http://schemas.microsoft.com/office/drawing/2014/main" id="{FCD7EB3F-DACB-4865-894A-FECEF42E2ECB}"/>
              </a:ext>
            </a:extLst>
          </p:cNvPr>
          <p:cNvGraphicFramePr>
            <a:graphicFrameLocks/>
          </p:cNvGraphicFramePr>
          <p:nvPr/>
        </p:nvGraphicFramePr>
        <p:xfrm>
          <a:off x="9794706" y="5222317"/>
          <a:ext cx="1541340" cy="1553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DF2310F6-ACEA-95C6-125B-860F54017F1E}"/>
              </a:ext>
            </a:extLst>
          </p:cNvPr>
          <p:cNvSpPr txBox="1"/>
          <p:nvPr/>
        </p:nvSpPr>
        <p:spPr>
          <a:xfrm>
            <a:off x="9582229" y="5877272"/>
            <a:ext cx="1981283" cy="371739"/>
          </a:xfrm>
          <a:prstGeom prst="rect">
            <a:avLst/>
          </a:prstGeom>
          <a:solidFill>
            <a:srgbClr val="ECA177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altLang="ja-JP" sz="2000" dirty="0">
                <a:solidFill>
                  <a:schemeClr val="tx1"/>
                </a:solidFill>
              </a:rPr>
              <a:t>PMS </a:t>
            </a:r>
            <a:r>
              <a:rPr kumimoji="1" lang="en-US" altLang="ja-JP" sz="2000" dirty="0">
                <a:solidFill>
                  <a:schemeClr val="tx1"/>
                </a:solidFill>
              </a:rPr>
              <a:t>Coverage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C92C369-1932-3476-650D-CFBB7C76F0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4838" y="2316520"/>
            <a:ext cx="1597146" cy="1426784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06139C3-A583-F403-D1AF-8B51984601FD}"/>
              </a:ext>
            </a:extLst>
          </p:cNvPr>
          <p:cNvSpPr txBox="1"/>
          <p:nvPr/>
        </p:nvSpPr>
        <p:spPr>
          <a:xfrm>
            <a:off x="6190499" y="1981793"/>
            <a:ext cx="54816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/>
              <a:t>*Calculated based on 80,000km annual milage and items recommended replacement interval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2C8B79-F51D-A5C4-EC44-62B05EEE8C9D}"/>
              </a:ext>
            </a:extLst>
          </p:cNvPr>
          <p:cNvSpPr txBox="1"/>
          <p:nvPr/>
        </p:nvSpPr>
        <p:spPr>
          <a:xfrm>
            <a:off x="3953844" y="5483572"/>
            <a:ext cx="854476" cy="244066"/>
          </a:xfrm>
          <a:prstGeom prst="rect">
            <a:avLst/>
          </a:prstGeom>
          <a:solidFill>
            <a:schemeClr val="bg1"/>
          </a:solidFill>
          <a:ln>
            <a:solidFill>
              <a:srgbClr val="C74657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altLang="ja-JP" sz="1600" dirty="0">
                <a:solidFill>
                  <a:schemeClr val="tx1"/>
                </a:solidFill>
              </a:rPr>
              <a:t>50%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049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0" animBg="1"/>
      <p:bldP spid="11" grpId="0"/>
      <p:bldP spid="12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2" grpId="0" animBg="1"/>
      <p:bldP spid="25" grpId="0"/>
      <p:bldP spid="26" grpId="0"/>
      <p:bldP spid="35" grpId="0" animBg="1"/>
      <p:bldP spid="36" grpId="0" animBg="1"/>
      <p:bldP spid="41" grpId="0"/>
      <p:bldP spid="43" grpId="0"/>
      <p:bldP spid="44" grpId="0" animBg="1"/>
      <p:bldP spid="45" grpId="0" animBg="1"/>
      <p:bldP spid="46" grpId="0" animBg="1"/>
      <p:bldP spid="47" grpId="0" animBg="1"/>
      <p:bldP spid="52" grpId="0" animBg="1"/>
      <p:bldGraphic spid="55" grpId="0">
        <p:bldAsOne/>
      </p:bldGraphic>
      <p:bldP spid="53" grpId="0" animBg="1"/>
      <p:bldP spid="21" grpId="0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AF68-9F63-880C-2730-C7B37670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E02C56E-1059-E315-14D5-38CA7B889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20" y="1150425"/>
            <a:ext cx="1601340" cy="160134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195E89A-DA37-6633-B26C-95F0B0213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10" y="3429000"/>
            <a:ext cx="1268760" cy="126876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71C1848-3C7A-E1EA-8C87-E0545AD54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10" y="5413104"/>
            <a:ext cx="1167961" cy="1167961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0DA6E205-E61F-0047-1AD4-CEDF72E4C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PMS Coverage Calculation</a:t>
            </a:r>
            <a:endParaRPr kumimoji="1" lang="ja-JP" altLang="en-US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BF4C023-5BB0-2F86-99EB-FB9793B912FD}"/>
              </a:ext>
            </a:extLst>
          </p:cNvPr>
          <p:cNvSpPr/>
          <p:nvPr/>
        </p:nvSpPr>
        <p:spPr>
          <a:xfrm>
            <a:off x="1847528" y="1124744"/>
            <a:ext cx="9865096" cy="604855"/>
          </a:xfrm>
          <a:prstGeom prst="rect">
            <a:avLst/>
          </a:prstGeom>
          <a:solidFill>
            <a:srgbClr val="B5BBC2">
              <a:alpha val="20000"/>
            </a:srgbClr>
          </a:solidFill>
          <a:ln w="76200" cmpd="tri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dirty="0">
                <a:solidFill>
                  <a:schemeClr val="tx1"/>
                </a:solidFill>
                <a:latin typeface="+mj-lt"/>
              </a:rPr>
              <a:t>The cover ratio calculation method introduced earlier is </a:t>
            </a:r>
            <a:r>
              <a:rPr kumimoji="1" lang="en-US" altLang="ja-JP" sz="2000" b="1" dirty="0">
                <a:solidFill>
                  <a:schemeClr val="tx1"/>
                </a:solidFill>
                <a:latin typeface="+mj-lt"/>
              </a:rPr>
              <a:t>just one possible approach</a:t>
            </a:r>
            <a:r>
              <a:rPr kumimoji="1" lang="en-US" altLang="ja-JP" sz="2000" dirty="0">
                <a:solidFill>
                  <a:schemeClr val="tx1"/>
                </a:solidFill>
                <a:latin typeface="+mj-lt"/>
              </a:rPr>
              <a:t>.</a:t>
            </a:r>
            <a:endParaRPr kumimoji="1" lang="es-419" altLang="ja-JP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16886E0-02F4-3C68-3A17-5EA580AB3838}"/>
              </a:ext>
            </a:extLst>
          </p:cNvPr>
          <p:cNvSpPr/>
          <p:nvPr/>
        </p:nvSpPr>
        <p:spPr>
          <a:xfrm>
            <a:off x="1847528" y="1873615"/>
            <a:ext cx="9865096" cy="735698"/>
          </a:xfrm>
          <a:prstGeom prst="rect">
            <a:avLst/>
          </a:prstGeom>
          <a:solidFill>
            <a:srgbClr val="B5BBC2">
              <a:alpha val="20000"/>
            </a:srgbClr>
          </a:solidFill>
          <a:ln w="76200" cmpd="tri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b="1" dirty="0">
                <a:solidFill>
                  <a:schemeClr val="tx1"/>
                </a:solidFill>
                <a:latin typeface="+mj-lt"/>
              </a:rPr>
              <a:t>Actual UIO and Replacement Frequency</a:t>
            </a:r>
            <a:r>
              <a:rPr kumimoji="1" lang="en-US" altLang="ja-JP" sz="2000" dirty="0">
                <a:solidFill>
                  <a:schemeClr val="tx1"/>
                </a:solidFill>
                <a:latin typeface="+mj-lt"/>
              </a:rPr>
              <a:t> of each item differ across markets, 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b="1" dirty="0">
                <a:solidFill>
                  <a:schemeClr val="tx1"/>
                </a:solidFill>
                <a:latin typeface="+mj-lt"/>
              </a:rPr>
              <a:t>depending on the local environment and operating conditions</a:t>
            </a:r>
            <a:r>
              <a:rPr kumimoji="1" lang="en-US" altLang="ja-JP" sz="2000" dirty="0">
                <a:solidFill>
                  <a:schemeClr val="tx1"/>
                </a:solidFill>
                <a:latin typeface="+mj-lt"/>
              </a:rPr>
              <a:t>.</a:t>
            </a:r>
            <a:endParaRPr kumimoji="1" lang="es-419" altLang="ja-JP" sz="2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矢印: 山形 11">
            <a:extLst>
              <a:ext uri="{FF2B5EF4-FFF2-40B4-BE49-F238E27FC236}">
                <a16:creationId xmlns:a16="http://schemas.microsoft.com/office/drawing/2014/main" id="{664D61A0-A32A-0F7B-4C9B-AB1BA0AF4C64}"/>
              </a:ext>
            </a:extLst>
          </p:cNvPr>
          <p:cNvSpPr/>
          <p:nvPr/>
        </p:nvSpPr>
        <p:spPr>
          <a:xfrm rot="5400000">
            <a:off x="6410883" y="2656229"/>
            <a:ext cx="450354" cy="648072"/>
          </a:xfrm>
          <a:prstGeom prst="chevron">
            <a:avLst/>
          </a:prstGeom>
          <a:solidFill>
            <a:srgbClr val="C74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13" name="矢印: 山形 12">
            <a:extLst>
              <a:ext uri="{FF2B5EF4-FFF2-40B4-BE49-F238E27FC236}">
                <a16:creationId xmlns:a16="http://schemas.microsoft.com/office/drawing/2014/main" id="{648C558E-7258-3735-DA64-BACA7AE454B5}"/>
              </a:ext>
            </a:extLst>
          </p:cNvPr>
          <p:cNvSpPr/>
          <p:nvPr/>
        </p:nvSpPr>
        <p:spPr>
          <a:xfrm rot="5400000">
            <a:off x="6410883" y="3011375"/>
            <a:ext cx="450354" cy="648072"/>
          </a:xfrm>
          <a:prstGeom prst="chevron">
            <a:avLst/>
          </a:prstGeom>
          <a:solidFill>
            <a:srgbClr val="C74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3DFB2FE-230D-93BE-E8D4-739F104EA576}"/>
              </a:ext>
            </a:extLst>
          </p:cNvPr>
          <p:cNvSpPr/>
          <p:nvPr/>
        </p:nvSpPr>
        <p:spPr>
          <a:xfrm>
            <a:off x="1847528" y="3717032"/>
            <a:ext cx="9865096" cy="604855"/>
          </a:xfrm>
          <a:prstGeom prst="rect">
            <a:avLst/>
          </a:prstGeom>
          <a:solidFill>
            <a:srgbClr val="D36B79">
              <a:alpha val="20000"/>
            </a:srgbClr>
          </a:solidFill>
          <a:ln w="76200" cmpd="tri">
            <a:solidFill>
              <a:srgbClr val="C43A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b="1" dirty="0">
                <a:solidFill>
                  <a:srgbClr val="B5091F"/>
                </a:solidFill>
              </a:rPr>
              <a:t>Discussion of cover ratio figures is out of scope </a:t>
            </a:r>
            <a:r>
              <a:rPr kumimoji="1" lang="en-US" altLang="ja-JP" sz="2000" dirty="0">
                <a:solidFill>
                  <a:schemeClr val="tx1"/>
                </a:solidFill>
              </a:rPr>
              <a:t>for this presentation.</a:t>
            </a:r>
            <a:endParaRPr kumimoji="1" lang="es-419" altLang="ja-JP" sz="2000" dirty="0">
              <a:solidFill>
                <a:schemeClr val="tx1"/>
              </a:solidFill>
            </a:endParaRPr>
          </a:p>
        </p:txBody>
      </p:sp>
      <p:sp>
        <p:nvSpPr>
          <p:cNvPr id="16" name="矢印: 山形 15">
            <a:extLst>
              <a:ext uri="{FF2B5EF4-FFF2-40B4-BE49-F238E27FC236}">
                <a16:creationId xmlns:a16="http://schemas.microsoft.com/office/drawing/2014/main" id="{98FEF78D-A35A-A257-71FF-3098EC333AA7}"/>
              </a:ext>
            </a:extLst>
          </p:cNvPr>
          <p:cNvSpPr/>
          <p:nvPr/>
        </p:nvSpPr>
        <p:spPr>
          <a:xfrm rot="5400000">
            <a:off x="6410883" y="4365941"/>
            <a:ext cx="450354" cy="648072"/>
          </a:xfrm>
          <a:prstGeom prst="chevron">
            <a:avLst/>
          </a:prstGeom>
          <a:solidFill>
            <a:srgbClr val="40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17" name="矢印: 山形 16">
            <a:extLst>
              <a:ext uri="{FF2B5EF4-FFF2-40B4-BE49-F238E27FC236}">
                <a16:creationId xmlns:a16="http://schemas.microsoft.com/office/drawing/2014/main" id="{3C3E88C6-AB48-7D72-4603-8F9F496DA4DE}"/>
              </a:ext>
            </a:extLst>
          </p:cNvPr>
          <p:cNvSpPr/>
          <p:nvPr/>
        </p:nvSpPr>
        <p:spPr>
          <a:xfrm rot="5400000">
            <a:off x="6410883" y="4721087"/>
            <a:ext cx="450354" cy="648072"/>
          </a:xfrm>
          <a:prstGeom prst="chevron">
            <a:avLst/>
          </a:prstGeom>
          <a:solidFill>
            <a:srgbClr val="405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BDC302C-D12A-B7EE-01D9-21D366B47D06}"/>
              </a:ext>
            </a:extLst>
          </p:cNvPr>
          <p:cNvSpPr/>
          <p:nvPr/>
        </p:nvSpPr>
        <p:spPr>
          <a:xfrm>
            <a:off x="1847528" y="5413104"/>
            <a:ext cx="9865096" cy="604855"/>
          </a:xfrm>
          <a:prstGeom prst="rect">
            <a:avLst/>
          </a:prstGeom>
          <a:solidFill>
            <a:srgbClr val="72C2D6">
              <a:alpha val="20000"/>
            </a:srgbClr>
          </a:solidFill>
          <a:ln w="76200" cmpd="tri">
            <a:solidFill>
              <a:srgbClr val="0026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dirty="0">
                <a:solidFill>
                  <a:schemeClr val="tx1"/>
                </a:solidFill>
              </a:rPr>
              <a:t>Purpose is to </a:t>
            </a:r>
            <a:r>
              <a:rPr kumimoji="1" lang="en-US" altLang="ja-JP" sz="2000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make a relative comparison</a:t>
            </a:r>
            <a:r>
              <a:rPr kumimoji="1" lang="en-US" altLang="ja-JP" sz="20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 </a:t>
            </a:r>
            <a:r>
              <a:rPr kumimoji="1" lang="en-US" altLang="ja-JP" sz="2000" dirty="0">
                <a:solidFill>
                  <a:schemeClr val="tx1"/>
                </a:solidFill>
              </a:rPr>
              <a:t>of cover ratios </a:t>
            </a:r>
            <a:r>
              <a:rPr kumimoji="1" lang="en-US" altLang="ja-JP" sz="2000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under same conditions.</a:t>
            </a:r>
            <a:endParaRPr kumimoji="1" lang="es-419" altLang="ja-JP" sz="2000" b="1" dirty="0">
              <a:solidFill>
                <a:schemeClr val="accent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12386D4-771A-5234-B100-94817AEE1A1E}"/>
              </a:ext>
            </a:extLst>
          </p:cNvPr>
          <p:cNvSpPr/>
          <p:nvPr/>
        </p:nvSpPr>
        <p:spPr>
          <a:xfrm>
            <a:off x="1847622" y="6141187"/>
            <a:ext cx="9868345" cy="604855"/>
          </a:xfrm>
          <a:prstGeom prst="rect">
            <a:avLst/>
          </a:prstGeom>
          <a:solidFill>
            <a:srgbClr val="72C2D6">
              <a:alpha val="20000"/>
            </a:srgbClr>
          </a:solidFill>
          <a:ln w="76200" cmpd="tri">
            <a:solidFill>
              <a:srgbClr val="0026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dirty="0">
                <a:solidFill>
                  <a:schemeClr val="tx1"/>
                </a:solidFill>
              </a:rPr>
              <a:t>To </a:t>
            </a:r>
            <a:r>
              <a:rPr kumimoji="1" lang="en-US" altLang="ja-JP" sz="2000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lead the discussion </a:t>
            </a:r>
            <a:r>
              <a:rPr kumimoji="1" lang="en-US" altLang="ja-JP" sz="2000" dirty="0">
                <a:solidFill>
                  <a:schemeClr val="tx1"/>
                </a:solidFill>
              </a:rPr>
              <a:t>toward </a:t>
            </a:r>
            <a:r>
              <a:rPr kumimoji="1" lang="en-US" altLang="ja-JP" sz="2000" b="1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identifying the sales potential of PMS parts</a:t>
            </a:r>
            <a:r>
              <a:rPr kumimoji="1" lang="en-US" altLang="ja-JP" sz="2000" dirty="0">
                <a:solidFill>
                  <a:schemeClr val="tx1"/>
                </a:solidFill>
              </a:rPr>
              <a:t>.</a:t>
            </a:r>
            <a:endParaRPr kumimoji="1" lang="es-419" altLang="ja-JP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91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627D6-EDCF-CC67-2EEB-6FFF8A5B9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6CE417B3-F4B6-BE37-3A19-B3E2E2BE8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264" y="3616702"/>
            <a:ext cx="3196674" cy="3196674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0E944598-67FB-0CF5-7A36-64494274E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PMS Analysis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4EFB4B1-37DB-F5D7-E4ED-2480BBA1B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8" y="1710011"/>
            <a:ext cx="7920880" cy="471480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FC44A20-A51E-BCB8-BF1C-4300BCCCF2F3}"/>
              </a:ext>
            </a:extLst>
          </p:cNvPr>
          <p:cNvSpPr txBox="1"/>
          <p:nvPr/>
        </p:nvSpPr>
        <p:spPr>
          <a:xfrm rot="1078222">
            <a:off x="5551721" y="1610500"/>
            <a:ext cx="208823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3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Sample</a:t>
            </a:r>
            <a:endParaRPr kumimoji="1" lang="ja-JP" altLang="en-US" sz="3600" b="1" dirty="0" err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" name="思考の吹き出し: 雲形 7">
            <a:extLst>
              <a:ext uri="{FF2B5EF4-FFF2-40B4-BE49-F238E27FC236}">
                <a16:creationId xmlns:a16="http://schemas.microsoft.com/office/drawing/2014/main" id="{27799E0A-FD73-E6EF-F251-67A5D0C0B1A9}"/>
              </a:ext>
            </a:extLst>
          </p:cNvPr>
          <p:cNvSpPr/>
          <p:nvPr/>
        </p:nvSpPr>
        <p:spPr>
          <a:xfrm>
            <a:off x="7503427" y="1257467"/>
            <a:ext cx="4281205" cy="1999195"/>
          </a:xfrm>
          <a:prstGeom prst="cloudCallout">
            <a:avLst>
              <a:gd name="adj1" fmla="val 8306"/>
              <a:gd name="adj2" fmla="val 87533"/>
            </a:avLst>
          </a:prstGeom>
          <a:solidFill>
            <a:srgbClr val="D36B79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</a:t>
            </a:r>
            <a:r>
              <a:rPr kumimoji="1" lang="en-US" altLang="ja-JP" sz="2800" dirty="0">
                <a:solidFill>
                  <a:srgbClr val="FDD34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Fuel Filter </a:t>
            </a:r>
            <a:r>
              <a:rPr kumimoji="1" lang="en-US" altLang="ja-JP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demand is much lower than </a:t>
            </a:r>
            <a:r>
              <a:rPr kumimoji="1" lang="en-US" altLang="ja-JP" sz="2800" dirty="0">
                <a:solidFill>
                  <a:srgbClr val="FDD34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Oil Filter</a:t>
            </a:r>
            <a:r>
              <a:rPr kumimoji="1" lang="en-US" altLang="ja-JP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kumimoji="1" lang="ja-JP" altLang="en-US" sz="280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矢印: 五方向 8">
            <a:extLst>
              <a:ext uri="{FF2B5EF4-FFF2-40B4-BE49-F238E27FC236}">
                <a16:creationId xmlns:a16="http://schemas.microsoft.com/office/drawing/2014/main" id="{02919001-5979-99B7-72CF-4EC45B69BA51}"/>
              </a:ext>
            </a:extLst>
          </p:cNvPr>
          <p:cNvSpPr/>
          <p:nvPr/>
        </p:nvSpPr>
        <p:spPr>
          <a:xfrm>
            <a:off x="470391" y="1052736"/>
            <a:ext cx="5481593" cy="500087"/>
          </a:xfrm>
          <a:prstGeom prst="homePlate">
            <a:avLst/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400" b="1" dirty="0">
                <a:solidFill>
                  <a:schemeClr val="bg1"/>
                </a:solidFill>
              </a:rPr>
              <a:t>PMS Items Comparison Approach</a:t>
            </a:r>
            <a:endParaRPr kumimoji="1" lang="ja-JP" altLang="en-US" sz="2400" b="1" dirty="0" err="1">
              <a:solidFill>
                <a:schemeClr val="bg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E03A746-CE57-CE2A-C916-1E1D50FE5609}"/>
              </a:ext>
            </a:extLst>
          </p:cNvPr>
          <p:cNvSpPr/>
          <p:nvPr/>
        </p:nvSpPr>
        <p:spPr>
          <a:xfrm>
            <a:off x="911425" y="2257064"/>
            <a:ext cx="1440160" cy="523864"/>
          </a:xfrm>
          <a:prstGeom prst="rect">
            <a:avLst/>
          </a:prstGeom>
          <a:noFill/>
          <a:ln w="57150">
            <a:solidFill>
              <a:srgbClr val="FDD3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17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046E8-0AA6-47AF-C9E9-D79ABC879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図 22">
            <a:extLst>
              <a:ext uri="{FF2B5EF4-FFF2-40B4-BE49-F238E27FC236}">
                <a16:creationId xmlns:a16="http://schemas.microsoft.com/office/drawing/2014/main" id="{5C78558F-07AD-405A-A291-8C5F1B4BD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563" y="4516120"/>
            <a:ext cx="2241825" cy="2241825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B637A1D3-D208-E91C-B7A5-142DDC9A7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PMS Analysis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FDBCB9D-523F-C363-470D-1B1BD0C21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55" y="1772816"/>
            <a:ext cx="11212490" cy="2905530"/>
          </a:xfrm>
          <a:prstGeom prst="rect">
            <a:avLst/>
          </a:prstGeom>
          <a:ln>
            <a:solidFill>
              <a:srgbClr val="A3AAB3"/>
            </a:solidFill>
          </a:ln>
        </p:spPr>
      </p:pic>
      <p:sp>
        <p:nvSpPr>
          <p:cNvPr id="8" name="矢印: 五方向 7">
            <a:extLst>
              <a:ext uri="{FF2B5EF4-FFF2-40B4-BE49-F238E27FC236}">
                <a16:creationId xmlns:a16="http://schemas.microsoft.com/office/drawing/2014/main" id="{A67D3232-4990-09B4-D2B4-F0CFF4B3D3EA}"/>
              </a:ext>
            </a:extLst>
          </p:cNvPr>
          <p:cNvSpPr/>
          <p:nvPr/>
        </p:nvSpPr>
        <p:spPr>
          <a:xfrm>
            <a:off x="470391" y="1052736"/>
            <a:ext cx="4833521" cy="500087"/>
          </a:xfrm>
          <a:prstGeom prst="homePlate">
            <a:avLst/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400" b="1" dirty="0">
                <a:solidFill>
                  <a:schemeClr val="bg1"/>
                </a:solidFill>
              </a:rPr>
              <a:t>Market Comparison Approach</a:t>
            </a:r>
            <a:endParaRPr kumimoji="1" lang="ja-JP" altLang="en-US" sz="2400" b="1" dirty="0" err="1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CBE0372-7672-B509-E4E2-B9CEE2BDC241}"/>
              </a:ext>
            </a:extLst>
          </p:cNvPr>
          <p:cNvSpPr txBox="1"/>
          <p:nvPr/>
        </p:nvSpPr>
        <p:spPr>
          <a:xfrm rot="1078222">
            <a:off x="9916034" y="1360458"/>
            <a:ext cx="208823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3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Sample</a:t>
            </a:r>
            <a:endParaRPr kumimoji="1" lang="ja-JP" altLang="en-US" sz="3600" b="1" dirty="0" err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1CA95CA-02CC-A629-C6CF-87365F437C71}"/>
              </a:ext>
            </a:extLst>
          </p:cNvPr>
          <p:cNvSpPr txBox="1"/>
          <p:nvPr/>
        </p:nvSpPr>
        <p:spPr>
          <a:xfrm>
            <a:off x="4007768" y="6426017"/>
            <a:ext cx="5184575" cy="38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000" dirty="0">
                <a:solidFill>
                  <a:schemeClr val="tx1"/>
                </a:solidFill>
              </a:rPr>
              <a:t>Distributor’s Parts Manager from Market “Y”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4" name="思考の吹き出し: 雲形 13">
            <a:extLst>
              <a:ext uri="{FF2B5EF4-FFF2-40B4-BE49-F238E27FC236}">
                <a16:creationId xmlns:a16="http://schemas.microsoft.com/office/drawing/2014/main" id="{3046805D-C49F-883C-21EC-076F851E328E}"/>
              </a:ext>
            </a:extLst>
          </p:cNvPr>
          <p:cNvSpPr/>
          <p:nvPr/>
        </p:nvSpPr>
        <p:spPr>
          <a:xfrm>
            <a:off x="470391" y="4898339"/>
            <a:ext cx="4545489" cy="1499685"/>
          </a:xfrm>
          <a:prstGeom prst="cloudCallout">
            <a:avLst>
              <a:gd name="adj1" fmla="val 67045"/>
              <a:gd name="adj2" fmla="val -7991"/>
            </a:avLst>
          </a:prstGeom>
          <a:solidFill>
            <a:srgbClr val="D36B79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Same region, Similar UIO - Yet low Cover Ratio</a:t>
            </a:r>
            <a:endParaRPr kumimoji="1" lang="ja-JP" altLang="en-US" sz="280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思考の吹き出し: 雲形 16">
            <a:extLst>
              <a:ext uri="{FF2B5EF4-FFF2-40B4-BE49-F238E27FC236}">
                <a16:creationId xmlns:a16="http://schemas.microsoft.com/office/drawing/2014/main" id="{5A287DDD-D701-1935-AADC-116BDCECBF53}"/>
              </a:ext>
            </a:extLst>
          </p:cNvPr>
          <p:cNvSpPr/>
          <p:nvPr/>
        </p:nvSpPr>
        <p:spPr>
          <a:xfrm>
            <a:off x="8040216" y="4826331"/>
            <a:ext cx="3651293" cy="1499685"/>
          </a:xfrm>
          <a:prstGeom prst="cloudCallout">
            <a:avLst>
              <a:gd name="adj1" fmla="val -66395"/>
              <a:gd name="adj2" fmla="val 3526"/>
            </a:avLst>
          </a:prstGeom>
          <a:solidFill>
            <a:srgbClr val="D36B79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potential do we have?</a:t>
            </a:r>
            <a:endParaRPr kumimoji="1" lang="ja-JP" altLang="en-US" sz="2800" dirty="0" err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060AAA7-FC5F-051B-84D8-B9425EC42B63}"/>
              </a:ext>
            </a:extLst>
          </p:cNvPr>
          <p:cNvSpPr/>
          <p:nvPr/>
        </p:nvSpPr>
        <p:spPr>
          <a:xfrm>
            <a:off x="470391" y="3429000"/>
            <a:ext cx="11231854" cy="1249346"/>
          </a:xfrm>
          <a:prstGeom prst="rect">
            <a:avLst/>
          </a:prstGeom>
          <a:noFill/>
          <a:ln w="57150">
            <a:solidFill>
              <a:srgbClr val="FDD3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45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/>
      <p:bldP spid="14" grpId="0" animBg="1"/>
      <p:bldP spid="17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2297-1F8D-B2AD-F460-760F91EAF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C5A67D33-8B00-8623-727C-35E6DD863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009" y="3014464"/>
            <a:ext cx="2344178" cy="2344178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FBCDA834-E7A2-E305-277B-FB46AC60E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45830"/>
            <a:ext cx="9180412" cy="518746"/>
          </a:xfrm>
        </p:spPr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B6A5B462-182A-C4FD-F9FE-A3621CAE2F3B}"/>
              </a:ext>
            </a:extLst>
          </p:cNvPr>
          <p:cNvGraphicFramePr/>
          <p:nvPr/>
        </p:nvGraphicFramePr>
        <p:xfrm>
          <a:off x="43408" y="1168888"/>
          <a:ext cx="5908576" cy="4636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フローチャート: 書類 4">
            <a:extLst>
              <a:ext uri="{FF2B5EF4-FFF2-40B4-BE49-F238E27FC236}">
                <a16:creationId xmlns:a16="http://schemas.microsoft.com/office/drawing/2014/main" id="{7EC5012C-2425-9F47-586B-B91CB09F26EB}"/>
              </a:ext>
            </a:extLst>
          </p:cNvPr>
          <p:cNvSpPr/>
          <p:nvPr/>
        </p:nvSpPr>
        <p:spPr>
          <a:xfrm>
            <a:off x="3863752" y="1021047"/>
            <a:ext cx="2232248" cy="1660009"/>
          </a:xfrm>
          <a:prstGeom prst="flowChartDocumen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B5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>
                <a:solidFill>
                  <a:schemeClr val="tx1"/>
                </a:solidFill>
                <a:latin typeface="+mj-lt"/>
              </a:rPr>
              <a:t>Why does PMS Cover Ratio is low?</a:t>
            </a:r>
          </a:p>
        </p:txBody>
      </p:sp>
      <p:sp>
        <p:nvSpPr>
          <p:cNvPr id="6" name="フローチャート: 書類 5">
            <a:extLst>
              <a:ext uri="{FF2B5EF4-FFF2-40B4-BE49-F238E27FC236}">
                <a16:creationId xmlns:a16="http://schemas.microsoft.com/office/drawing/2014/main" id="{25B613B8-FAFA-6460-BCCE-E55ED90B93EA}"/>
              </a:ext>
            </a:extLst>
          </p:cNvPr>
          <p:cNvSpPr/>
          <p:nvPr/>
        </p:nvSpPr>
        <p:spPr>
          <a:xfrm>
            <a:off x="5267910" y="1336943"/>
            <a:ext cx="2344178" cy="1804025"/>
          </a:xfrm>
          <a:prstGeom prst="flowChartDocument">
            <a:avLst/>
          </a:prstGeom>
          <a:solidFill>
            <a:schemeClr val="bg2">
              <a:lumMod val="20000"/>
              <a:lumOff val="80000"/>
            </a:schemeClr>
          </a:solidFill>
          <a:ln w="19050">
            <a:solidFill>
              <a:srgbClr val="B5BB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1600" dirty="0">
                <a:solidFill>
                  <a:schemeClr val="tx1"/>
                </a:solidFill>
              </a:rPr>
              <a:t>Why does PMS Sales Trend is declined?</a:t>
            </a:r>
            <a:endParaRPr kumimoji="1" lang="ja-JP" altLang="en-US" sz="1600" dirty="0" err="1">
              <a:solidFill>
                <a:schemeClr val="tx1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F542B26-A574-D11B-C8F4-B39212063E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1401" y="1964146"/>
            <a:ext cx="987258" cy="98725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0E8AD52-2238-A0E6-B31D-7902AF451F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3453" y="1544325"/>
            <a:ext cx="966347" cy="966347"/>
          </a:xfrm>
          <a:prstGeom prst="rect">
            <a:avLst/>
          </a:prstGeom>
        </p:spPr>
      </p:pic>
      <p:graphicFrame>
        <p:nvGraphicFramePr>
          <p:cNvPr id="9" name="図表 8">
            <a:extLst>
              <a:ext uri="{FF2B5EF4-FFF2-40B4-BE49-F238E27FC236}">
                <a16:creationId xmlns:a16="http://schemas.microsoft.com/office/drawing/2014/main" id="{E286A51A-803E-9785-2101-8C4EAE7209F0}"/>
              </a:ext>
            </a:extLst>
          </p:cNvPr>
          <p:cNvGraphicFramePr/>
          <p:nvPr/>
        </p:nvGraphicFramePr>
        <p:xfrm>
          <a:off x="6236096" y="925001"/>
          <a:ext cx="5908576" cy="4852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2622210-E1A1-6996-79ED-F04D68790F3F}"/>
              </a:ext>
            </a:extLst>
          </p:cNvPr>
          <p:cNvSpPr txBox="1"/>
          <p:nvPr/>
        </p:nvSpPr>
        <p:spPr>
          <a:xfrm>
            <a:off x="883441" y="5567291"/>
            <a:ext cx="2808312" cy="923330"/>
          </a:xfrm>
          <a:prstGeom prst="rect">
            <a:avLst/>
          </a:prstGeom>
          <a:solidFill>
            <a:srgbClr val="858E97">
              <a:alpha val="20000"/>
            </a:srgbClr>
          </a:solidFill>
        </p:spPr>
        <p:txBody>
          <a:bodyPr wrap="square">
            <a:sp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kumimoji="1" lang="en-US" altLang="ja-JP" sz="2000" b="1" dirty="0">
                <a:solidFill>
                  <a:srgbClr val="B5091F"/>
                </a:solidFill>
                <a:latin typeface="+mj-lt"/>
              </a:rPr>
              <a:t>Visualize</a:t>
            </a:r>
            <a:r>
              <a:rPr kumimoji="1" lang="en-US" altLang="ja-JP" sz="2000" dirty="0">
                <a:latin typeface="+mj-lt"/>
              </a:rPr>
              <a:t> PMS Trends and Cover Ratio using multiple data sources</a:t>
            </a:r>
            <a:endParaRPr kumimoji="1" lang="ja-JP" altLang="en-US" sz="2000" kern="1200" dirty="0">
              <a:latin typeface="+mj-lt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D7871C0-D132-DE56-FCA0-7DA2CA8156F3}"/>
              </a:ext>
            </a:extLst>
          </p:cNvPr>
          <p:cNvSpPr txBox="1"/>
          <p:nvPr/>
        </p:nvSpPr>
        <p:spPr>
          <a:xfrm>
            <a:off x="4727848" y="5567291"/>
            <a:ext cx="2916324" cy="923330"/>
          </a:xfrm>
          <a:prstGeom prst="rect">
            <a:avLst/>
          </a:prstGeom>
          <a:solidFill>
            <a:srgbClr val="858E97">
              <a:alpha val="20000"/>
            </a:srgbClr>
          </a:solidFill>
        </p:spPr>
        <p:txBody>
          <a:bodyPr wrap="square">
            <a:sp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kumimoji="1" lang="en-US" altLang="ja-JP" sz="2000" dirty="0">
                <a:latin typeface="+mj-lt"/>
              </a:rPr>
              <a:t>Analyze and </a:t>
            </a:r>
            <a:r>
              <a:rPr kumimoji="1" lang="en-US" altLang="ja-JP" sz="2000" b="1" dirty="0">
                <a:solidFill>
                  <a:srgbClr val="B5091F"/>
                </a:solidFill>
                <a:latin typeface="+mj-lt"/>
              </a:rPr>
              <a:t>discuss</a:t>
            </a:r>
            <a:r>
              <a:rPr kumimoji="1" lang="en-US" altLang="ja-JP" sz="2000" dirty="0">
                <a:latin typeface="+mj-lt"/>
              </a:rPr>
              <a:t> </a:t>
            </a:r>
            <a:r>
              <a:rPr kumimoji="1" lang="en-US" altLang="ja-JP" sz="2000" b="1" dirty="0">
                <a:solidFill>
                  <a:srgbClr val="B5091F"/>
                </a:solidFill>
                <a:latin typeface="+mj-lt"/>
              </a:rPr>
              <a:t>together</a:t>
            </a:r>
            <a:r>
              <a:rPr kumimoji="1" lang="en-US" altLang="ja-JP" sz="2000" dirty="0">
                <a:latin typeface="+mj-lt"/>
              </a:rPr>
              <a:t> to identify the </a:t>
            </a:r>
            <a:r>
              <a:rPr kumimoji="1" lang="en-US" altLang="ja-JP" sz="2000" b="1" dirty="0">
                <a:solidFill>
                  <a:srgbClr val="B5091F"/>
                </a:solidFill>
                <a:latin typeface="+mj-lt"/>
              </a:rPr>
              <a:t>potential </a:t>
            </a:r>
            <a:r>
              <a:rPr kumimoji="1" lang="en-US" altLang="ja-JP" sz="2000" dirty="0">
                <a:latin typeface="+mj-lt"/>
              </a:rPr>
              <a:t>coverage</a:t>
            </a:r>
            <a:endParaRPr kumimoji="1" lang="ja-JP" altLang="en-US" sz="2000" kern="1200" dirty="0">
              <a:latin typeface="+mj-lt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6FE8120-76C0-BF74-E0A9-B396197B750F}"/>
              </a:ext>
            </a:extLst>
          </p:cNvPr>
          <p:cNvSpPr txBox="1"/>
          <p:nvPr/>
        </p:nvSpPr>
        <p:spPr>
          <a:xfrm>
            <a:off x="8706986" y="5705790"/>
            <a:ext cx="2916324" cy="646331"/>
          </a:xfrm>
          <a:prstGeom prst="rect">
            <a:avLst/>
          </a:prstGeom>
          <a:solidFill>
            <a:srgbClr val="858E97">
              <a:alpha val="20000"/>
            </a:srgbClr>
          </a:solidFill>
        </p:spPr>
        <p:txBody>
          <a:bodyPr wrap="square">
            <a:spAutoFit/>
          </a:bodyPr>
          <a:lstStyle/>
          <a:p>
            <a:pPr lvl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kumimoji="1" lang="en-US" altLang="ja-JP" sz="2000" dirty="0">
                <a:latin typeface="+mj-lt"/>
              </a:rPr>
              <a:t>Come up with </a:t>
            </a:r>
            <a:r>
              <a:rPr kumimoji="1" lang="en-US" altLang="ja-JP" sz="2000" b="1" dirty="0">
                <a:solidFill>
                  <a:srgbClr val="B5091F"/>
                </a:solidFill>
                <a:latin typeface="+mj-lt"/>
              </a:rPr>
              <a:t>ideas</a:t>
            </a:r>
            <a:r>
              <a:rPr kumimoji="1" lang="en-US" altLang="ja-JP" sz="2000" dirty="0">
                <a:latin typeface="+mj-lt"/>
              </a:rPr>
              <a:t> for sales activity </a:t>
            </a:r>
            <a:r>
              <a:rPr kumimoji="1" lang="en-US" altLang="ja-JP" sz="2000" b="1" dirty="0">
                <a:solidFill>
                  <a:srgbClr val="B5091F"/>
                </a:solidFill>
                <a:latin typeface="+mj-lt"/>
              </a:rPr>
              <a:t>solutions</a:t>
            </a:r>
            <a:endParaRPr kumimoji="1" lang="ja-JP" altLang="en-US" sz="2000" b="1" kern="1200" dirty="0">
              <a:solidFill>
                <a:srgbClr val="B5091F"/>
              </a:solidFill>
              <a:latin typeface="+mj-lt"/>
            </a:endParaRPr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DB6840FD-7D04-EE47-3509-1F9F1BC6926E}"/>
              </a:ext>
            </a:extLst>
          </p:cNvPr>
          <p:cNvSpPr/>
          <p:nvPr/>
        </p:nvSpPr>
        <p:spPr>
          <a:xfrm>
            <a:off x="3804009" y="5567291"/>
            <a:ext cx="864096" cy="923330"/>
          </a:xfrm>
          <a:prstGeom prst="rightArrow">
            <a:avLst/>
          </a:prstGeom>
          <a:solidFill>
            <a:srgbClr val="B5BBC2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32CF048D-425F-0B3F-CBCF-F6C8FFE31C3B}"/>
              </a:ext>
            </a:extLst>
          </p:cNvPr>
          <p:cNvSpPr/>
          <p:nvPr/>
        </p:nvSpPr>
        <p:spPr>
          <a:xfrm>
            <a:off x="7738739" y="5567291"/>
            <a:ext cx="864096" cy="923330"/>
          </a:xfrm>
          <a:prstGeom prst="rightArrow">
            <a:avLst/>
          </a:prstGeom>
          <a:solidFill>
            <a:srgbClr val="B5BBC2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A1E56881-B51F-4A5E-CCE8-A9340678A8A6}"/>
              </a:ext>
            </a:extLst>
          </p:cNvPr>
          <p:cNvSpPr/>
          <p:nvPr/>
        </p:nvSpPr>
        <p:spPr>
          <a:xfrm>
            <a:off x="3540348" y="2658513"/>
            <a:ext cx="864096" cy="923330"/>
          </a:xfrm>
          <a:prstGeom prst="rightArrow">
            <a:avLst/>
          </a:prstGeom>
          <a:solidFill>
            <a:srgbClr val="B5BBC2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8AF7C7BC-7160-45F5-780C-06DFDE890099}"/>
              </a:ext>
            </a:extLst>
          </p:cNvPr>
          <p:cNvSpPr/>
          <p:nvPr/>
        </p:nvSpPr>
        <p:spPr>
          <a:xfrm>
            <a:off x="7285157" y="2658513"/>
            <a:ext cx="864096" cy="923330"/>
          </a:xfrm>
          <a:prstGeom prst="rightArrow">
            <a:avLst/>
          </a:prstGeom>
          <a:solidFill>
            <a:srgbClr val="B5BBC2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9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 animBg="1"/>
      <p:bldP spid="6" grpId="0" animBg="1"/>
      <p:bldGraphic spid="9" grpId="0">
        <p:bldAsOne/>
      </p:bldGraphic>
      <p:bldP spid="16" grpId="0" animBg="1"/>
      <p:bldP spid="17" grpId="0" animBg="1"/>
      <p:bldP spid="18" grpId="0" animBg="1"/>
      <p:bldP spid="21" grpId="0" animBg="1"/>
      <p:bldP spid="22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DA9E7-D102-8256-04E5-88ECFB991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12EA55EC-1959-A8CE-CF72-640D6CA75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609" y="3483718"/>
            <a:ext cx="2780928" cy="2780928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E07D1552-A7FD-B4E1-2931-E312A23EB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C89675A-B5AD-3E0E-2418-7CDE4B339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1775365"/>
            <a:ext cx="4871873" cy="3472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92DAD9A-A2BA-5A15-5972-FB7055739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840" y="2309100"/>
            <a:ext cx="5048769" cy="3472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085343-76D2-FE98-D658-273F9513C537}"/>
              </a:ext>
            </a:extLst>
          </p:cNvPr>
          <p:cNvSpPr txBox="1"/>
          <p:nvPr/>
        </p:nvSpPr>
        <p:spPr>
          <a:xfrm>
            <a:off x="263352" y="1076273"/>
            <a:ext cx="7632848" cy="6379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800" dirty="0">
                <a:solidFill>
                  <a:schemeClr val="tx1"/>
                </a:solidFill>
              </a:rPr>
              <a:t>“PMS Dashboard Demo” are ready at Booth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DAE2390-8902-D7B1-4E29-F2E0F6492F95}"/>
              </a:ext>
            </a:extLst>
          </p:cNvPr>
          <p:cNvSpPr txBox="1"/>
          <p:nvPr/>
        </p:nvSpPr>
        <p:spPr>
          <a:xfrm>
            <a:off x="2135560" y="6119581"/>
            <a:ext cx="7920880" cy="3917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kumimoji="1" lang="en-US" altLang="ja-JP" sz="2800" u="sng" dirty="0">
                <a:solidFill>
                  <a:srgbClr val="B509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discover our market potential together!!</a:t>
            </a:r>
            <a:endParaRPr kumimoji="1" lang="ja-JP" altLang="en-US" sz="2800" u="sng" dirty="0">
              <a:solidFill>
                <a:srgbClr val="B509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912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COUNT" val="1"/>
  <p:tag name="LANG_DEF" val="1041"/>
  <p:tag name="LANG_NAME" val="Japanese"/>
  <p:tag name="DES1LAYOUTCOUNT" val="47"/>
  <p:tag name="LINGO_COUNT" val="4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heme/theme1.xml><?xml version="1.0" encoding="utf-8"?>
<a:theme xmlns:a="http://schemas.openxmlformats.org/drawingml/2006/main" name="ISUZU GROUP PPT Template 202509">
  <a:themeElements>
    <a:clrScheme name="I.BIS">
      <a:dk1>
        <a:sysClr val="windowText" lastClr="000000"/>
      </a:dk1>
      <a:lt1>
        <a:sysClr val="window" lastClr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F5A200"/>
      </a:hlink>
      <a:folHlink>
        <a:srgbClr val="72C2D6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</a:schemeClr>
        </a:solidFill>
        <a:ln w="19050">
          <a:solidFill>
            <a:schemeClr val="tx2"/>
          </a:solidFill>
        </a:ln>
      </a:spPr>
      <a:bodyPr rtlCol="0" anchor="ctr"/>
      <a:lstStyle>
        <a:defPPr algn="ctr">
          <a:lnSpc>
            <a:spcPct val="90000"/>
          </a:lnSpc>
          <a:spcBef>
            <a:spcPts val="600"/>
          </a:spcBef>
          <a:defRPr sz="20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30435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Bef>
            <a:spcPts val="600"/>
          </a:spcBef>
          <a:defRPr sz="2000" dirty="0" err="1" smtClean="0"/>
        </a:defPPr>
      </a:lstStyle>
    </a:txDef>
  </a:objectDefaults>
  <a:extraClrSchemeLst/>
  <a:custClrLst>
    <a:custClr name="ISUZU Corporate Red">
      <a:srgbClr val="E60012"/>
    </a:custClr>
    <a:custClr name="ISUZU Light Grey">
      <a:srgbClr val="848E9A"/>
    </a:custClr>
    <a:custClr name="ISUZU Dark Grey">
      <a:srgbClr val="344251"/>
    </a:custClr>
    <a:custClr name="ISUZU Dark Red">
      <a:srgbClr val="B5091F"/>
    </a:custClr>
    <a:custClr name="Dark Blue">
      <a:srgbClr val="002664"/>
    </a:custClr>
    <a:custClr name="Dark Green">
      <a:srgbClr val="21585A"/>
    </a:custClr>
    <a:custClr name="Dark Orange">
      <a:srgbClr val="DF621D"/>
    </a:custClr>
    <a:custClr name="Dark Blue">
      <a:srgbClr val="002664"/>
    </a:custClr>
    <a:custClr name="Dark Green">
      <a:srgbClr val="21585A"/>
    </a:custClr>
    <a:custClr name="Dark Orange">
      <a:srgbClr val="DF621D"/>
    </a:custClr>
    <a:custClr name="Black">
      <a:srgbClr val="000000"/>
    </a:custClr>
    <a:custClr name="Light Grey 80">
      <a:srgbClr val="9CA5B0"/>
    </a:custClr>
    <a:custClr name="Dark Grey 80">
      <a:srgbClr val="5A6777"/>
    </a:custClr>
    <a:custClr name="Dark Red 80">
      <a:srgbClr val="C55541"/>
    </a:custClr>
    <a:custClr name="Dark Blue 80">
      <a:srgbClr val="2F437A"/>
    </a:custClr>
    <a:custClr name="Dark Green 80">
      <a:srgbClr val="5A7071"/>
    </a:custClr>
    <a:custClr name="Dark Orange 80">
      <a:srgbClr val="E68344"/>
    </a:custClr>
    <a:custClr name="Blue">
      <a:srgbClr val="008FB8"/>
    </a:custClr>
    <a:custClr name="Green">
      <a:srgbClr val="80B129"/>
    </a:custClr>
    <a:custClr name="Yellow">
      <a:srgbClr val="F5A200"/>
    </a:custClr>
    <a:custClr name="White">
      <a:srgbClr val="FFFFFF"/>
    </a:custClr>
    <a:custClr name="Light Grey 75">
      <a:srgbClr val="A2ABB5"/>
    </a:custClr>
    <a:custClr name="Dark Grey 75">
      <a:srgbClr val="637181"/>
    </a:custClr>
    <a:custClr name="Dark Red 75">
      <a:srgbClr val="C55541"/>
    </a:custClr>
    <a:custClr name="Dark Blue 75">
      <a:srgbClr val="3C4B81"/>
    </a:custClr>
    <a:custClr name="Dark Green 75">
      <a:srgbClr val="667778"/>
    </a:custClr>
    <a:custClr name="Dark Orange 75">
      <a:srgbClr val="E78B4F"/>
    </a:custClr>
    <a:custClr name="Light Blue">
      <a:srgbClr val="72C2D6"/>
    </a:custClr>
    <a:custClr name="Light Green">
      <a:srgbClr val="B6D55D"/>
    </a:custClr>
    <a:custClr name="Light Orange">
      <a:srgbClr val="FDD34E"/>
    </a:custClr>
    <a:custClr name="BLANK">
      <a:srgbClr val="FFFFFF"/>
    </a:custClr>
    <a:custClr name="Light Grey 60">
      <a:srgbClr val="B5BDC5"/>
    </a:custClr>
    <a:custClr name="Dark Grey 60">
      <a:srgbClr val="818E9C"/>
    </a:custClr>
    <a:custClr name="Dark Red 60">
      <a:srgbClr val="D07760"/>
    </a:custClr>
    <a:custClr name="Dark Blue 60">
      <a:srgbClr val="5F6796"/>
    </a:custClr>
    <a:custClr name="Dark Green 60">
      <a:srgbClr val="848F8F"/>
    </a:custClr>
    <a:custClr name="Dark Orange 60">
      <a:srgbClr val="EDA37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SUZU PPT Template_JPN_250925.pptx" id="{BF7812C8-28CB-4C91-8D95-F22F6D4A5591}" vid="{F18CA8ED-8C6F-4D55-A188-6AF98CA3A23C}"/>
    </a:ext>
  </a:extLst>
</a:theme>
</file>

<file path=ppt/theme/theme2.xml><?xml version="1.0" encoding="utf-8"?>
<a:theme xmlns:a="http://schemas.openxmlformats.org/drawingml/2006/main" name="Office Theme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Isuzu Meiryo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Isuzu Meiryo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B2A16FF-65AA-4DDF-A9DE-9103101A5C5B}">
  <we:reference id="53c624bc-beeb-4b9d-a732-d4850792e7dc" version="1.5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D7016B3C018A2A4BA5A3EB640F255286" ma:contentTypeVersion="4" ma:contentTypeDescription="新しいドキュメントを作成します。" ma:contentTypeScope="" ma:versionID="a00377141c866233674131eced27b11b">
  <xsd:schema xmlns:xsd="http://www.w3.org/2001/XMLSchema" xmlns:xs="http://www.w3.org/2001/XMLSchema" xmlns:p="http://schemas.microsoft.com/office/2006/metadata/properties" xmlns:ns2="c265205b-075d-4819-8990-0e0d66b2fa01" targetNamespace="http://schemas.microsoft.com/office/2006/metadata/properties" ma:root="true" ma:fieldsID="19f5a6d9ddf918819f73b5ae5622a06a" ns2:_="">
    <xsd:import namespace="c265205b-075d-4819-8990-0e0d66b2fa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65205b-075d-4819-8990-0e0d66b2fa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0A314E-7022-4276-804C-2AD4925CF974}">
  <ds:schemaRefs>
    <ds:schemaRef ds:uri="c265205b-075d-4819-8990-0e0d66b2fa0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B383D4A-78E7-44CE-ADFC-39E7E727F4A6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c265205b-075d-4819-8990-0e0d66b2fa01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E67BB62-49D3-409A-9602-86AFC94A106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ISUZU PPT Template_JPN_250925</Template>
  <TotalTime>2360</TotalTime>
  <Words>984</Words>
  <Application>Microsoft Office PowerPoint</Application>
  <PresentationFormat>ワイド画面</PresentationFormat>
  <Paragraphs>196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6" baseType="lpstr">
      <vt:lpstr>Meiryo</vt:lpstr>
      <vt:lpstr>Arial</vt:lpstr>
      <vt:lpstr>ISUZU GROUP PPT Template 202509</vt:lpstr>
      <vt:lpstr>ISZE-ISZJ PMS sales promotion project</vt:lpstr>
      <vt:lpstr>Market Research(PMS parts* sales)</vt:lpstr>
      <vt:lpstr>PMS Analysis and Activities in ITUK</vt:lpstr>
      <vt:lpstr>Market Research(PMS parts* sales)</vt:lpstr>
      <vt:lpstr>(reference)  CV Conference presentation material</vt:lpstr>
      <vt:lpstr>PMS Parts Sales Potential</vt:lpstr>
      <vt:lpstr>CV Conference Review (PMS Coverage)</vt:lpstr>
      <vt:lpstr>PMS Coverage Calculation</vt:lpstr>
      <vt:lpstr>PMS Coverage Calculation</vt:lpstr>
      <vt:lpstr>PMS Analysis</vt:lpstr>
      <vt:lpstr>PMS Analysis</vt:lpstr>
      <vt:lpstr>Summary</vt:lpstr>
      <vt:lpstr>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Takayoshi Suzuki ISZJ</dc:creator>
  <cp:lastModifiedBy>Takayoshi Suzuki ISZJ</cp:lastModifiedBy>
  <cp:revision>138</cp:revision>
  <cp:lastPrinted>2024-10-15T01:06:05Z</cp:lastPrinted>
  <dcterms:created xsi:type="dcterms:W3CDTF">2025-12-16T01:54:16Z</dcterms:created>
  <dcterms:modified xsi:type="dcterms:W3CDTF">2026-01-15T22:00:12Z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0x010100D7016B3C018A2A4BA5A3EB640F255286</vt:lpwstr>
  </property>
</Properties>
</file>