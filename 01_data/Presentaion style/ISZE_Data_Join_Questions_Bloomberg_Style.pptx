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ISZE INTERNAL · QUESTION DECK · BLOOMBERG / BUSINESSWEEK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11111"/>
                </a:solidFill>
                <a:latin typeface="Georgia"/>
              </a:rPr>
              <a:t>Four data layers. One operating question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555555"/>
                </a:solidFill>
                <a:latin typeface="Georgia"/>
              </a:rPr>
              <a:t>UIO · Warehouse · Planning · Sales
Prototype for internal discussion — not a distributor pack.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September 2026  ·  grounded in Company Profile WH facts + Oct Parts ops + live UIO / sales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WHY THIS MEETING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We finally have four layers that can talk to each other. Which questions are we willing to answer every month?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UIO (trucks in service) · Warehouse stock &amp; space · Planning replenishment · Sales billed euro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UIO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How many trucks, which weight class, which measured km/year?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What sits in Aartselaar, at what MOS, at what fill?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What did we order from Japan / Thailand against that base?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What did distributors actually buy from ISZE?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FLEET TRUTH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Whose trucks are we stocking for — and at which real annual distance?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 flat 20,000 km assumption no longer survives the measured mileage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N35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Measured ~12k km/yr on warranty odometer — does our service model still pretend 20k?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N75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Measured ~35k km/yr — which markets should we re-rate first?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F-SERIES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Measured ~45k km/yr — are F-series parts plans still on the light-truck clock?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ITUK VS UTI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UK measured mileage contradicts the old 50k assumption; UTI roughly matches. Who owns the correction?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WAREHOUSE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Is 84% warehouse occupation the right full — or the wrong parts?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Company profile: Unit 1 79% · Unit 2 94% · Unit 3 59% · 392 containers in the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If Unit 2 is 94% full, which slow movers are buying us congestion?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INBOUND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IMIT vs ISZJ vs IAS containers: which lane grew while sales families did not?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distributors sit fat on MOS while GPS capture stays thin?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EV 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Nissin 3PL started Dec 2025 — what space and planning rules did we freeze for HV packs?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PLANNING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Are we replenishing the leakage — or the real service demand?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Weekly stock orders to IML / IMIT · sea transit 35–45 days (new route) · SAP replenishment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When capture is weak, do we still order as if fill-rate were the only KPI?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INTERCHANGE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Where does interchangeability hide dead stock behind a live PN?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BACK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BO ageing is a planning miss versus a Japan / Thailand supply miss?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GENUINE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MTBP asks for genuine share up — does the replenishment list still over-serve BVP-friendly lines?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SALES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Where does billed euro diverge from expected service demand per truck?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Lead with euro and family against fleet — never with bare piece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GPS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distributor × family has the largest euro gap per vehicle in service?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PMS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Are we reading total capture first, or still leading with genuine-only?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ORDER 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SOR / VOR / RUSH mix: is urgency a customer habit or an availability failure?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SPA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markets need a price agreement before planning can stop chasing phantom demand?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THE JOIN  ·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Which market fails the UIO × warehouse MOS × sales capture test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One screen should force a single ranking — not four separate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HIGH FLEET / LOW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Large UIO, thin parts billed: is that IAM, weak dealers, or ISZE stock shape?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FAT STOCK / THIN BUY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High MOS at ISZE or at DB, weak sales: are we planning the wrong PN set?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MILEAGE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Where measured km/year makes the old target spend per truck too high or too low?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UTI VS UMI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Israel must stay two rows — never one blended Israel next to 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Georgia"/>
              </a:rPr>
              <a:t>OPERATING CADENCE  ·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Georgia"/>
              </a:rPr>
              <a:t>What do Planning, Warehouse and Sales each own by the next monthly close?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Questions without owners become another dashboard nobody uses.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19050"/>
          </a:xfrm>
          <a:prstGeom prst="rect">
            <a:avLst/>
          </a:prstGeom>
          <a:solidFill>
            <a:srgbClr val="D0C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three families get a mileage-corrected demand plan this month?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SKU cluster do we free or consolidate to protect Unit 2 capacity?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Which two distributors get a joint capture conversation with euro + family + fleet on the page?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0916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Georgia"/>
              </a:rPr>
              <a:t>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11111"/>
                </a:solidFill>
                <a:latin typeface="Calibri"/>
              </a:rPr>
              <a:t>Do we freeze one monthly scorecard definition — or keep four parallel truths?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11111"/>
                </a:solidFill>
                <a:latin typeface="Georgia"/>
              </a:rPr>
              <a:t>If we cannot answer these monthly, the new data is still just more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Pick one market. Run UIO × MOS × capture on one service family. Bring the euro.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