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9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3061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06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6B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6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Actual</c:v>
                  </c:pt>
                  <c:pt idx="1">
                    <c:v>Budget</c:v>
                  </c:pt>
                  <c:pt idx="2">
                    <c:v>Last year</c:v>
                  </c:pt>
                  <c:pt idx="3">
                    <c:v>Original BP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875</c:v>
                </c:pt>
                <c:pt idx="1">
                  <c:v>855</c:v>
                </c:pt>
                <c:pt idx="2">
                  <c:v>1017</c:v>
                </c:pt>
                <c:pt idx="3">
                  <c:v>995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3061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</c:v>
                  </c:pt>
                  <c:pt idx="1">
                    <c:v>Lighting</c:v>
                  </c:pt>
                  <c:pt idx="2">
                    <c:v>Hydraulic</c:v>
                  </c:pt>
                  <c:pt idx="3">
                    <c:v>Filters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135</c:v>
                </c:pt>
                <c:pt idx="1">
                  <c:v>-19.1</c:v>
                </c:pt>
                <c:pt idx="2">
                  <c:v>-14.9</c:v>
                </c:pt>
                <c:pt idx="3">
                  <c:v>-6.2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F6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Brake rotor UMI</c:v>
                  </c:pt>
                  <c:pt idx="1">
                    <c:v>Brake rotor network</c:v>
                  </c:pt>
                  <c:pt idx="2">
                    <c:v>Air filter UMI</c:v>
                  </c:pt>
                  <c:pt idx="3">
                    <c:v>Air filter network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60.4</c:v>
                </c:pt>
                <c:pt idx="2">
                  <c:v>22.9</c:v>
                </c:pt>
                <c:pt idx="3">
                  <c:v>56.3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F6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B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06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6B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BP</c:v>
                  </c:pt>
                  <c:pt idx="1">
                    <c:v>Stretch</c:v>
                  </c:pt>
                  <c:pt idx="2">
                    <c:v>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2.973</c:v>
                </c:pt>
                <c:pt idx="1">
                  <c:v>0.078</c:v>
                </c:pt>
                <c:pt idx="2">
                  <c:v>3.052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deck: ISZE_UMI_Sales_Review_FY2027_ModeA_only.pptx. UMI review title and meeting context: lines 23-25.
- FY2027 YTD and budget/LY figures: lines 55-65.
- Commercial parts performance: lines 70-80.
- Category movers: lines 85-150.
- GPS, service-parts coverage, IDS and fleet/target data: lines 176-235 and 240-276.
- SPA and Sales-to-Dealer ask: lines 286-345.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data_analytics_dashboard_visualiza.png">    </p:cNvPr>
          <p:cNvPicPr>
            <a:picLocks noChangeAspect="1"/>
          </p:cNvPicPr>
          <p:nvPr/>
        </p:nvPicPr>
        <p:blipFill>
          <a:blip r:embed="rId1"/>
          <a:srcRect l="0" r="0" t="14826" b="14826"/>
          <a:stretch/>
        </p:blipFill>
        <p:spPr>
          <a:xfrm>
            <a:off x="502920" y="502920"/>
            <a:ext cx="11201400" cy="4434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257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story: where should UMI act first?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56692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of an analytical narrative: overview → explain → drill down → decide.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6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Overview: UMI is above budget but below last year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analytical dashboard to show the contradiction immediately.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234440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325880"/>
            <a:ext cx="32004" cy="86868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47104" y="1344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parts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6547104" y="1600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6B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+33.6%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47104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 H1 2026 vs CY H1 2025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400800" y="2560320"/>
            <a:ext cx="32004" cy="8686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47104" y="2578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warning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6547104" y="2834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-38% YoY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47104" y="3218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lubricants on hold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400800" y="3794760"/>
            <a:ext cx="32004" cy="8686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47104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capture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6547104" y="40690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54.2%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47104" y="4453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fleet potential €4.636m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8" name="Text 15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Explain: category movements point to two different stories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exists, but service categories remain under-captured.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234440"/>
          <a:ext cx="4937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234440"/>
          <a:ext cx="4663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7" name="Text 3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Decide: the dashboard should end with actions, not more filters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Tableau-style story into four customer commitments.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panel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Shell price hold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295144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first service-parts pilot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43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SPA counter-list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210312" cy="21031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2552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Sales-to-Dealer data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217920" y="137160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02920" y="6519672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/ UMI Sales Review Prototype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9509760" y="651967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UMI Sales Review FY2027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Isuzu UMI - Tableau Data Story Style Prototype</dc:title>
  <dc:subject>Style prototype: Tableau Data Story</dc:subject>
  <dc:creator>OpenAI</dc:creator>
  <cp:lastModifiedBy>OpenAI</cp:lastModifiedBy>
  <cp:revision>1</cp:revision>
  <dcterms:created xsi:type="dcterms:W3CDTF">2026-09-19T11:04:57Z</dcterms:created>
  <dcterms:modified xsi:type="dcterms:W3CDTF">2026-09-19T11:04:57Z</dcterms:modified>
</cp:coreProperties>
</file>