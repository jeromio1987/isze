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06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06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YTD actual</c:v>
                  </c:pt>
                  <c:pt idx="1">
                    <c:v>Budget</c:v>
                  </c:pt>
                  <c:pt idx="2">
                    <c:v>Last year</c:v>
                  </c:pt>
                  <c:pt idx="3">
                    <c:v>Orig. BP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</c:v>
                </c:pt>
                <c:pt idx="1">
                  <c:v>855</c:v>
                </c:pt>
                <c:pt idx="2">
                  <c:v>1017</c:v>
                </c:pt>
                <c:pt idx="3">
                  <c:v>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06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lubricants</c:v>
                  </c:pt>
                  <c:pt idx="1">
                    <c:v>Lighting</c:v>
                  </c:pt>
                  <c:pt idx="2">
                    <c:v>Hydraulic/mechanical</c:v>
                  </c:pt>
                  <c:pt idx="3">
                    <c:v>Filters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-19.1</c:v>
                </c:pt>
                <c:pt idx="2">
                  <c:v>-14.9</c:v>
                </c:pt>
                <c:pt idx="3">
                  <c:v>-6.2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editorial_collage_illustration_sc.png">    </p:cNvPr>
          <p:cNvPicPr>
            <a:picLocks noChangeAspect="1"/>
          </p:cNvPicPr>
          <p:nvPr/>
        </p:nvPicPr>
        <p:blipFill>
          <a:blip r:embed="rId1"/>
          <a:srcRect l="22097" r="22097" t="0" b="0"/>
          <a:stretch/>
        </p:blipFill>
        <p:spPr>
          <a:xfrm>
            <a:off x="6217920" y="502920"/>
            <a:ext cx="5394960" cy="5440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parts business is growing. The channel is still leaking.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0848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 / FY2027 target discussion · Bloomberg Businessweek-style prototype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3200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vs budget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694944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4944" y="3401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€875k vs €855k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2697480" y="2743200"/>
            <a:ext cx="3200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43784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parts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2843784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+34%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43784" y="3401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 H1 2026 vs 2025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3200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44531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July is the warning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694944" y="47091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-38% YoY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4944" y="50932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price hold is the stated gap into August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8" name="Text 15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headline number hides a split market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parts are up; routine service categories still point to leakage.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17320"/>
          <a:ext cx="49377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583680" y="1417320"/>
          <a:ext cx="4754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easiest story to sell is the service-parts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rotor and air filter are the clearest places to start a joint pilot.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" cy="13258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44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capture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786384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" y="1984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€4.636m fleet potential on 18,542 vehicles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886200" y="1325880"/>
            <a:ext cx="32004" cy="13258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2504" y="1344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average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4032504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32504" y="1984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 points below network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rotor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3374136"/>
            <a:ext cx="338328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374136"/>
            <a:ext cx="672175" cy="914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10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filter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0" y="3922776"/>
            <a:ext cx="338328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922776"/>
            <a:ext cx="1376148" cy="914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800" dirty="0"/>
          </a:p>
        </p:txBody>
      </p:sp>
      <p:pic>
        <p:nvPicPr>
          <p:cNvPr id="20" name="Image 0" descr="/mnt/data/a_clean_minimal_studio_product_shot_scene_with_a.png">    </p:cNvPr>
          <p:cNvPicPr>
            <a:picLocks noChangeAspect="1"/>
          </p:cNvPicPr>
          <p:nvPr/>
        </p:nvPicPr>
        <p:blipFill>
          <a:blip r:embed="rId1"/>
          <a:srcRect l="22514" r="22514" t="0" b="0"/>
          <a:stretch/>
        </p:blipFill>
        <p:spPr>
          <a:xfrm>
            <a:off x="7589520" y="1325880"/>
            <a:ext cx="3840480" cy="3931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the meeting about four choices — not 18 slides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should leave knowing exactly what has to be decided.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choices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340864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76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852928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364992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00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Sales-to-Dealer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3200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extended target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21424" y="1645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€3.05m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21424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+ 1.8% stretch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675120" y="2743200"/>
            <a:ext cx="3200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estimate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821424" y="3017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-7.4%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21424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→ 2026 working estimate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675120" y="4114800"/>
            <a:ext cx="3200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4133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ask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821424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Part-level monthly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21424" y="4773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Sales-to-Dealer from 01/01/2025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B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Bloomberg Businessweek Style Prototype</dc:title>
  <dc:subject>Style prototype: Bloomberg Businessweek</dc:subject>
  <dc:creator>OpenAI</dc:creator>
  <cp:lastModifiedBy>OpenAI</cp:lastModifiedBy>
  <cp:revision>1</cp:revision>
  <dcterms:created xsi:type="dcterms:W3CDTF">2026-09-19T11:04:56Z</dcterms:created>
  <dcterms:modified xsi:type="dcterms:W3CDTF">2026-09-19T11:04:56Z</dcterms:modified>
</cp:coreProperties>
</file>