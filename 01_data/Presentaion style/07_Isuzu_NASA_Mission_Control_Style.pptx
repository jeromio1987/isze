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5AC8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C8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62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A4C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Actual</c:v>
                  </c:pt>
                  <c:pt idx="1">
                    <c:v>Budget</c:v>
                  </c:pt>
                  <c:pt idx="2">
                    <c:v>LY</c:v>
                  </c:pt>
                  <c:pt idx="3">
                    <c:v>Original BP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875</c:v>
                </c:pt>
                <c:pt idx="1">
                  <c:v>855</c:v>
                </c:pt>
                <c:pt idx="2">
                  <c:v>1017</c:v>
                </c:pt>
                <c:pt idx="3">
                  <c:v>995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9C7D9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9C7D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5AC8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C8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C8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BP base</c:v>
                  </c:pt>
                  <c:pt idx="1">
                    <c:v>Stretch</c:v>
                  </c:pt>
                  <c:pt idx="2">
                    <c:v>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2.973</c:v>
                </c:pt>
                <c:pt idx="1">
                  <c:v>0.078</c:v>
                </c:pt>
                <c:pt idx="2">
                  <c:v>3.052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9C7D9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9C7D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ci_fi_control_room_mission_con.png">    </p:cNvPr>
          <p:cNvPicPr>
            <a:picLocks noChangeAspect="1"/>
          </p:cNvPicPr>
          <p:nvPr/>
        </p:nvPicPr>
        <p:blipFill>
          <a:blip r:embed="rId1"/>
          <a:srcRect l="0" r="0" t="14101" b="14101"/>
          <a:stretch/>
        </p:blipFill>
        <p:spPr>
          <a:xfrm>
            <a:off x="502920" y="502920"/>
            <a:ext cx="11201400" cy="4526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49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MISSION: UMI FY2027 TARGET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40080" y="571500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lock target logic, unblock Shell, and build part-level visibility.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6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status: green on YTD, amber on capture, red on data visibility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meeting should be run like a launch readiness review.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004" cy="1280160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356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YTD vs budget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786384" y="1691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0756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880360" y="1417320"/>
            <a:ext cx="32004" cy="1280160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14356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direction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026664" y="1691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AC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26664" y="20756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-7.4%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120640" y="1417320"/>
            <a:ext cx="32004" cy="128016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14356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capture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5266944" y="1691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3B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66944" y="20756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rotor 12.0%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360920" y="1417320"/>
            <a:ext cx="32004" cy="1280160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7224" y="14356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Dealer standard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7507224" y="1691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AC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07224" y="20756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60.9%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601200" y="1417320"/>
            <a:ext cx="32004" cy="128016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7504" y="14356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visibility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9747504" y="1691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3B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47504" y="20756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PN level</a:t>
            </a:r>
            <a:endParaRPr lang="en-US" sz="78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914400" y="3566160"/>
          <a:ext cx="969264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6" name="Text 2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Flight plan: reach €3.05m through controlled capture, not blind stretch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bridge must be paired with operational gates.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325880"/>
          <a:ext cx="4754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371600"/>
            <a:ext cx="32004" cy="86868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47104" y="13898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1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6547104" y="16459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3B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Shell agreement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547104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restart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400800" y="2560320"/>
            <a:ext cx="32004" cy="868680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47104" y="2578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2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6547104" y="28346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AC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Service-parts pilot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47104" y="3218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rotor or filter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6400800" y="3749040"/>
            <a:ext cx="32004" cy="868680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47104" y="37673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3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6547104" y="40233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Sales-to-Dealer feed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547104" y="4407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PN level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8" name="Text 15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criteria: four decisions before sign-off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final slide as a go/no-go checklist.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 / No-go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10312" cy="210312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64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Shell price 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340864"/>
            <a:ext cx="210312" cy="210312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768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first service-parts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852928"/>
            <a:ext cx="210312" cy="210312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88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SPA counter-list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364992"/>
            <a:ext cx="210312" cy="210312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00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Sales-to-Dealer data</a:t>
            </a:r>
            <a:endParaRPr lang="en-US" sz="1150" dirty="0"/>
          </a:p>
        </p:txBody>
      </p:sp>
      <p:pic>
        <p:nvPicPr>
          <p:cNvPr id="13" name="Image 0" descr="/mnt/data/a_cinematic_futuristic_control_room_command_cente.png">    </p:cNvPr>
          <p:cNvPicPr>
            <a:picLocks noChangeAspect="1"/>
          </p:cNvPicPr>
          <p:nvPr/>
        </p:nvPicPr>
        <p:blipFill>
          <a:blip r:embed="rId1"/>
          <a:srcRect l="13714" r="13714" t="0" b="0"/>
          <a:stretch/>
        </p:blipFill>
        <p:spPr>
          <a:xfrm>
            <a:off x="6217920" y="1234440"/>
            <a:ext cx="4480560" cy="3474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NASA Mission Control Style Prototype</dc:title>
  <dc:subject>Style prototype: NASA Mission Control</dc:subject>
  <dc:creator>OpenAI</dc:creator>
  <cp:lastModifiedBy>OpenAI</cp:lastModifiedBy>
  <cp:revision>1</cp:revision>
  <dcterms:created xsi:type="dcterms:W3CDTF">2026-09-19T11:04:57Z</dcterms:created>
  <dcterms:modified xsi:type="dcterms:W3CDTF">2026-09-19T11:04:57Z</dcterms:modified>
</cp:coreProperties>
</file>