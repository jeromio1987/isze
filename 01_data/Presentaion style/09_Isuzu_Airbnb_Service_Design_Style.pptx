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F5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Rotor UMI</c:v>
                  </c:pt>
                  <c:pt idx="1">
                    <c:v>Rotor net</c:v>
                  </c:pt>
                  <c:pt idx="2">
                    <c:v>Air UMI</c:v>
                  </c:pt>
                  <c:pt idx="3">
                    <c:v>Air net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60.4</c:v>
                </c:pt>
                <c:pt idx="2">
                  <c:v>22.9</c:v>
                </c:pt>
                <c:pt idx="3">
                  <c:v>56.3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6767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6767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lean_stylized_3d_cgi_illustration_of_a_c.png">    </p:cNvPr>
          <p:cNvPicPr>
            <a:picLocks noChangeAspect="1"/>
          </p:cNvPicPr>
          <p:nvPr/>
        </p:nvPicPr>
        <p:blipFill>
          <a:blip r:embed="rId1"/>
          <a:srcRect l="0" r="0" t="14826" b="14826"/>
          <a:stretch/>
        </p:blipFill>
        <p:spPr>
          <a:xfrm>
            <a:off x="502920" y="502920"/>
            <a:ext cx="11201400" cy="4434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2578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dealer journey is where GPS is won or lost.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85800" y="566928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service-design view of UMI: make the right genuine part the easiest choice.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6" name="Text 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Journey map: from vehicle job to genuine-parts purchase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every step, the customer can leak to a local alternative or a delayed order.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2004" cy="86868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8470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740664" y="2103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Fleet need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828800"/>
            <a:ext cx="32004" cy="86868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184" y="18470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2615184" y="2103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Dealer quote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2004" cy="86868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18470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4489704" y="2103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availability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9704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stock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32004" cy="86868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8470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6364224" y="2103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Price check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64224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price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8092440" y="1828800"/>
            <a:ext cx="32004" cy="86868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8744" y="18470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238744" y="2103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Repair complete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966960" y="1828800"/>
            <a:ext cx="32004" cy="86868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13264" y="18470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10113264" y="2103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 order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05840" y="3794760"/>
            <a:ext cx="32004" cy="9601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52144" y="3813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point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1152144" y="4069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gaps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52144" y="4453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brake rotor / air filter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3840480" y="3794760"/>
            <a:ext cx="32004" cy="96012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6784" y="3813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gap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3986784" y="4069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dealer sales data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986784" y="4453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available for FY2026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6675120" y="3794760"/>
            <a:ext cx="32004" cy="960120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813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821424" y="4069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A6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service-pack offer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821424" y="4453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by category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37" name="Text 35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the offer around dealer behaviour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service-pack is easier to sell than a long list of part-number problems.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325880"/>
          <a:ext cx="47548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/mnt/data/a_detailed_infographic_style_illustration_on_textu.png">    </p:cNvPr>
          <p:cNvPicPr>
            <a:picLocks noChangeAspect="1"/>
          </p:cNvPicPr>
          <p:nvPr/>
        </p:nvPicPr>
        <p:blipFill>
          <a:blip r:embed="rId2"/>
          <a:srcRect l="14825" r="14825" t="0" b="0"/>
          <a:stretch/>
        </p:blipFill>
        <p:spPr>
          <a:xfrm>
            <a:off x="6172200" y="1325880"/>
            <a:ext cx="4572000" cy="3657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7" name="Text 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conversation: four asks, framed as shared benefit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UMI should feel that the data request improves their dealer network, not just ISZE reporting.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Shared-benefit asks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10312" cy="210312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64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Shell price hold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340864"/>
            <a:ext cx="210312" cy="210312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76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first service-parts pilot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852928"/>
            <a:ext cx="210312" cy="210312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SPA counter-list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364992"/>
            <a:ext cx="210312" cy="210312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300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E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Sales-to-Dealer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325880"/>
            <a:ext cx="32004" cy="1051560"/>
          </a:xfrm>
          <a:prstGeom prst="rect">
            <a:avLst/>
          </a:prstGeom>
          <a:solidFill>
            <a:srgbClr val="00A699"/>
          </a:solidFill>
          <a:ln w="12700">
            <a:solidFill>
              <a:srgbClr val="00A6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13441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UMI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6547104" y="16002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A6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 availability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47104" y="1984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movers visible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400800" y="2743200"/>
            <a:ext cx="32004" cy="1051560"/>
          </a:xfrm>
          <a:prstGeom prst="rect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7614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ISZE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6547104" y="30175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sharper SPA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47104" y="3401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fact-based target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7676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ISZE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UMI - Airbnb Service Design Style Prototype</dc:title>
  <dc:subject>Style prototype: Airbnb Service Design</dc:subject>
  <dc:creator>OpenAI</dc:creator>
  <cp:lastModifiedBy>OpenAI</cp:lastModifiedBy>
  <cp:revision>1</cp:revision>
  <dcterms:created xsi:type="dcterms:W3CDTF">2026-09-19T11:04:57Z</dcterms:created>
  <dcterms:modified xsi:type="dcterms:W3CDTF">2026-09-19T11:04:57Z</dcterms:modified>
</cp:coreProperties>
</file>