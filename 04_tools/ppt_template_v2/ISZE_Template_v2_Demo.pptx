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VEHICLE PARTS &amp; ACCESSORIES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ISZE Vehicle Parts &amp; Accessories
Quarterly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Illustrative demo deck  ·  Template v2  ·  FY2026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VEHICLE PARTS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 tracking ahead of prior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pic>
        <p:nvPicPr>
          <p:cNvPr id="8" name="Picture 7" descr="vp_sales_by_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FY2026 running ~8% above FY2025 in every quarter shown (illustrative).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Q4 is the strongest quarter — consistent with seasonal pattern.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Gap vs. prior year is widening slightly quarter over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Price index has outpaced the competitor benchmark since FY24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price_vs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list price index at 124 vs. Eucon benchmark at 113 (FY22=100).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Gap opened mainly in FY25-FY26 — worth checking against the basket bridge.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the shape of chart James Marsh's team will scrutinize line by 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ITUK PRICING DISPUTE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Basket impact bridge: FX vs. BP vs. volume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basket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5" y="1188720"/>
            <a:ext cx="1159868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CATEGORY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PMS remains the largest revenue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category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95" y="1188720"/>
            <a:ext cx="6387865" cy="48920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PMS = 42% of illustrative FY2026 parts revenue.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Body + Electrical combined = 46% — roughly matches PMS alone.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'Other' at 12% is the long tail worth periodic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PMS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Oil filter capture rate is critically low at ITUK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capture_rate_by_distribu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05" y="1188720"/>
            <a:ext cx="11598685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