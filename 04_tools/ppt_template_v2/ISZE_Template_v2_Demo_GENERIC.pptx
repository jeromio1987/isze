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VEHICLE PARTS &amp; ACCESSORIES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ISZE Template v2
Chart &amp; Layout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Fully generic placeholder data  ·  proves methodology only, not a real analysis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LAYOUT: CHART +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Grouped bar: current vs. prior period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pic>
        <p:nvPicPr>
          <p:cNvPr id="8" name="Picture 7" descr="sampl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Direct value labels on every bar instead of relying on the axis.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Headline series in brand red, comparison series in charcoal.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Legend only appears because there are 2 series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LAYOUT: CHART +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Trend line with end-of-line labels instead of a legend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sampl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Labels sit at the end of each line - no legend needed.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Headline series thicker + red; reference series thin + gray.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Works well for any 'us vs. benchmark'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LAYOUT: FULL-WIDTH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Waterfall / bridge for decomposing a variance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sample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05" y="1188720"/>
            <a:ext cx="1159868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LAYOUT: CHART +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Share-of-total donut with direct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sample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95" y="1188720"/>
            <a:ext cx="6387865" cy="48920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No legend - labels sit directly on each wedge.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Center annotation carries the total.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Ramp always starts red (largest / headline slice).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LAYOUT: FULL-WIDTH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Single-series bar - only use this metric where the denominator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sample_ba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05" y="1188720"/>
            <a:ext cx="1159868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