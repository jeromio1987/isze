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heme/theme2.xml" ContentType="application/vnd.openxmlformats-officedocument.them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3.xml" ContentType="application/vnd.openxmlformats-officedocument.them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59" r:id="rId5"/>
    <p:sldId id="362" r:id="rId6"/>
    <p:sldId id="2147469479" r:id="rId7"/>
    <p:sldId id="2147469646" r:id="rId8"/>
    <p:sldId id="2147469648" r:id="rId9"/>
    <p:sldId id="2147469647" r:id="rId10"/>
    <p:sldId id="2147469645" r:id="rId11"/>
    <p:sldId id="2147483633" r:id="rId12"/>
    <p:sldId id="2147483634" r:id="rId13"/>
    <p:sldId id="2147483635" r:id="rId14"/>
    <p:sldId id="2147483636" r:id="rId15"/>
    <p:sldId id="2147483637" r:id="rId16"/>
    <p:sldId id="2147483638" r:id="rId17"/>
    <p:sldId id="2147483639" r:id="rId18"/>
    <p:sldId id="2147483640" r:id="rId19"/>
    <p:sldId id="2147483641" r:id="rId20"/>
    <p:sldId id="2147469649" r:id="rId21"/>
    <p:sldId id="2147469443" r:id="rId22"/>
  </p:sldIdLst>
  <p:sldSz cx="12192000" cy="6858000"/>
  <p:notesSz cx="6858000" cy="9144000"/>
  <p:custDataLst>
    <p:tags r:id="rId25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C8B"/>
    <a:srgbClr val="335183"/>
    <a:srgbClr val="002564"/>
    <a:srgbClr val="595959"/>
    <a:srgbClr val="DDEBF8"/>
    <a:srgbClr val="CCCDD3"/>
    <a:srgbClr val="E8E8EB"/>
    <a:srgbClr val="ECA177"/>
    <a:srgbClr val="7A9B9C"/>
    <a:srgbClr val="667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41CCC-78CD-4B10-86DF-35DFAC2C2F68}" v="1" dt="2026-08-10T21:53:11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Young" userId="0d05c5b8-70c0-48c4-9720-582aed650fb7" providerId="ADAL" clId="{39B09168-2D64-4679-9209-243C3D2608B1}"/>
    <pc:docChg chg="undo custSel addSld delSld modSld">
      <pc:chgData name="Duncan Young" userId="0d05c5b8-70c0-48c4-9720-582aed650fb7" providerId="ADAL" clId="{39B09168-2D64-4679-9209-243C3D2608B1}" dt="2026-08-10T22:21:54.516" v="643" actId="1076"/>
      <pc:docMkLst>
        <pc:docMk/>
      </pc:docMkLst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1282142349" sldId="256"/>
        </pc:sldMkLst>
        <pc:spChg chg="mod">
          <ac:chgData name="Duncan Young" userId="0d05c5b8-70c0-48c4-9720-582aed650fb7" providerId="ADAL" clId="{39B09168-2D64-4679-9209-243C3D2608B1}" dt="2026-08-10T22:13:12.942" v="622" actId="20577"/>
          <ac:spMkLst>
            <pc:docMk/>
            <pc:sldMk cId="1282142349" sldId="256"/>
            <ac:spMk id="4" creationId="{00000000-0000-0000-0000-000000000000}"/>
          </ac:spMkLst>
        </pc:spChg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169731287" sldId="257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399858211" sldId="258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2384251054" sldId="259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3219584187" sldId="260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718939700" sldId="261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2964102744" sldId="262"/>
        </pc:sldMkLst>
      </pc:sldChg>
      <pc:sldChg chg="addSp delSp modSp add del mod setBg modClrScheme chgLayout">
        <pc:chgData name="Duncan Young" userId="0d05c5b8-70c0-48c4-9720-582aed650fb7" providerId="ADAL" clId="{39B09168-2D64-4679-9209-243C3D2608B1}" dt="2026-08-10T22:17:40.499" v="641" actId="47"/>
        <pc:sldMkLst>
          <pc:docMk/>
          <pc:sldMk cId="120182458" sldId="263"/>
        </pc:sldMkLst>
      </pc:sldChg>
      <pc:sldChg chg="addSp modSp mod">
        <pc:chgData name="Duncan Young" userId="0d05c5b8-70c0-48c4-9720-582aed650fb7" providerId="ADAL" clId="{39B09168-2D64-4679-9209-243C3D2608B1}" dt="2026-08-10T22:21:54.516" v="643" actId="1076"/>
        <pc:sldMkLst>
          <pc:docMk/>
          <pc:sldMk cId="1925827768" sldId="359"/>
        </pc:sldMkLst>
        <pc:spChg chg="mod">
          <ac:chgData name="Duncan Young" userId="0d05c5b8-70c0-48c4-9720-582aed650fb7" providerId="ADAL" clId="{39B09168-2D64-4679-9209-243C3D2608B1}" dt="2026-08-10T21:45:56.574" v="168" actId="404"/>
          <ac:spMkLst>
            <pc:docMk/>
            <pc:sldMk cId="1925827768" sldId="359"/>
            <ac:spMk id="2" creationId="{FA699E02-D02F-76A5-088E-BAA8F6392D3B}"/>
          </ac:spMkLst>
        </pc:spChg>
        <pc:spChg chg="mod">
          <ac:chgData name="Duncan Young" userId="0d05c5b8-70c0-48c4-9720-582aed650fb7" providerId="ADAL" clId="{39B09168-2D64-4679-9209-243C3D2608B1}" dt="2026-08-10T21:45:17.077" v="141" actId="6549"/>
          <ac:spMkLst>
            <pc:docMk/>
            <pc:sldMk cId="1925827768" sldId="359"/>
            <ac:spMk id="3" creationId="{3200FB0C-108E-D693-57E6-D6E78737E75D}"/>
          </ac:spMkLst>
        </pc:spChg>
        <pc:spChg chg="add mod">
          <ac:chgData name="Duncan Young" userId="0d05c5b8-70c0-48c4-9720-582aed650fb7" providerId="ADAL" clId="{39B09168-2D64-4679-9209-243C3D2608B1}" dt="2026-08-10T22:21:54.516" v="643" actId="1076"/>
          <ac:spMkLst>
            <pc:docMk/>
            <pc:sldMk cId="1925827768" sldId="359"/>
            <ac:spMk id="6" creationId="{A21E181F-87F3-E009-0A61-1698C98BD9C0}"/>
          </ac:spMkLst>
        </pc:spChg>
      </pc:sldChg>
      <pc:sldChg chg="modSp mod">
        <pc:chgData name="Duncan Young" userId="0d05c5b8-70c0-48c4-9720-582aed650fb7" providerId="ADAL" clId="{39B09168-2D64-4679-9209-243C3D2608B1}" dt="2026-08-10T21:46:26.289" v="176" actId="20577"/>
        <pc:sldMkLst>
          <pc:docMk/>
          <pc:sldMk cId="1064109992" sldId="362"/>
        </pc:sldMkLst>
        <pc:spChg chg="mod">
          <ac:chgData name="Duncan Young" userId="0d05c5b8-70c0-48c4-9720-582aed650fb7" providerId="ADAL" clId="{39B09168-2D64-4679-9209-243C3D2608B1}" dt="2026-08-10T21:46:26.289" v="176" actId="20577"/>
          <ac:spMkLst>
            <pc:docMk/>
            <pc:sldMk cId="1064109992" sldId="362"/>
            <ac:spMk id="3" creationId="{3C913DE2-CE11-AC8F-180E-FC41780F77B2}"/>
          </ac:spMkLst>
        </pc:spChg>
      </pc:sldChg>
      <pc:sldChg chg="modSp mod">
        <pc:chgData name="Duncan Young" userId="0d05c5b8-70c0-48c4-9720-582aed650fb7" providerId="ADAL" clId="{39B09168-2D64-4679-9209-243C3D2608B1}" dt="2026-08-10T21:47:12.798" v="191" actId="20577"/>
        <pc:sldMkLst>
          <pc:docMk/>
          <pc:sldMk cId="960914913" sldId="2147469479"/>
        </pc:sldMkLst>
        <pc:spChg chg="mod">
          <ac:chgData name="Duncan Young" userId="0d05c5b8-70c0-48c4-9720-582aed650fb7" providerId="ADAL" clId="{39B09168-2D64-4679-9209-243C3D2608B1}" dt="2026-08-10T21:47:12.798" v="191" actId="20577"/>
          <ac:spMkLst>
            <pc:docMk/>
            <pc:sldMk cId="960914913" sldId="2147469479"/>
            <ac:spMk id="4" creationId="{D19620F7-00A6-4C02-1A2F-801FECCA932A}"/>
          </ac:spMkLst>
        </pc:spChg>
        <pc:spChg chg="mod">
          <ac:chgData name="Duncan Young" userId="0d05c5b8-70c0-48c4-9720-582aed650fb7" providerId="ADAL" clId="{39B09168-2D64-4679-9209-243C3D2608B1}" dt="2026-08-10T21:47:05.606" v="183" actId="20577"/>
          <ac:spMkLst>
            <pc:docMk/>
            <pc:sldMk cId="960914913" sldId="2147469479"/>
            <ac:spMk id="8" creationId="{A3E29576-C1AC-7712-80CE-3FB373DB1A18}"/>
          </ac:spMkLst>
        </pc:spChg>
      </pc:sldChg>
      <pc:sldChg chg="modSp mod">
        <pc:chgData name="Duncan Young" userId="0d05c5b8-70c0-48c4-9720-582aed650fb7" providerId="ADAL" clId="{39B09168-2D64-4679-9209-243C3D2608B1}" dt="2026-08-10T22:10:42.613" v="616" actId="20577"/>
        <pc:sldMkLst>
          <pc:docMk/>
          <pc:sldMk cId="4037083403" sldId="2147469645"/>
        </pc:sldMkLst>
        <pc:spChg chg="mod">
          <ac:chgData name="Duncan Young" userId="0d05c5b8-70c0-48c4-9720-582aed650fb7" providerId="ADAL" clId="{39B09168-2D64-4679-9209-243C3D2608B1}" dt="2026-08-10T22:10:15.719" v="608" actId="20577"/>
          <ac:spMkLst>
            <pc:docMk/>
            <pc:sldMk cId="4037083403" sldId="2147469645"/>
            <ac:spMk id="5" creationId="{93CD087E-B8A3-E652-78BE-BD81647E6DFF}"/>
          </ac:spMkLst>
        </pc:spChg>
        <pc:spChg chg="mod">
          <ac:chgData name="Duncan Young" userId="0d05c5b8-70c0-48c4-9720-582aed650fb7" providerId="ADAL" clId="{39B09168-2D64-4679-9209-243C3D2608B1}" dt="2026-08-10T22:10:06.698" v="602" actId="1076"/>
          <ac:spMkLst>
            <pc:docMk/>
            <pc:sldMk cId="4037083403" sldId="2147469645"/>
            <ac:spMk id="14" creationId="{C8E67E9D-5599-8F70-3384-A8E38B9F6510}"/>
          </ac:spMkLst>
        </pc:spChg>
        <pc:spChg chg="mod">
          <ac:chgData name="Duncan Young" userId="0d05c5b8-70c0-48c4-9720-582aed650fb7" providerId="ADAL" clId="{39B09168-2D64-4679-9209-243C3D2608B1}" dt="2026-08-10T22:10:33.814" v="610" actId="20577"/>
          <ac:spMkLst>
            <pc:docMk/>
            <pc:sldMk cId="4037083403" sldId="2147469645"/>
            <ac:spMk id="16" creationId="{08E42DBF-2C65-FAE3-30CC-55BE0AB9EA4D}"/>
          </ac:spMkLst>
        </pc:spChg>
        <pc:spChg chg="mod">
          <ac:chgData name="Duncan Young" userId="0d05c5b8-70c0-48c4-9720-582aed650fb7" providerId="ADAL" clId="{39B09168-2D64-4679-9209-243C3D2608B1}" dt="2026-08-10T22:10:42.613" v="616" actId="20577"/>
          <ac:spMkLst>
            <pc:docMk/>
            <pc:sldMk cId="4037083403" sldId="2147469645"/>
            <ac:spMk id="18" creationId="{9E92EF9C-545E-EFF4-E7CC-1F563C84110D}"/>
          </ac:spMkLst>
        </pc:spChg>
      </pc:sldChg>
      <pc:sldChg chg="modSp mod">
        <pc:chgData name="Duncan Young" userId="0d05c5b8-70c0-48c4-9720-582aed650fb7" providerId="ADAL" clId="{39B09168-2D64-4679-9209-243C3D2608B1}" dt="2026-08-10T22:01:39.542" v="545" actId="20577"/>
        <pc:sldMkLst>
          <pc:docMk/>
          <pc:sldMk cId="1299666944" sldId="2147469646"/>
        </pc:sldMkLst>
        <pc:spChg chg="mod">
          <ac:chgData name="Duncan Young" userId="0d05c5b8-70c0-48c4-9720-582aed650fb7" providerId="ADAL" clId="{39B09168-2D64-4679-9209-243C3D2608B1}" dt="2026-08-10T22:01:39.542" v="545" actId="20577"/>
          <ac:spMkLst>
            <pc:docMk/>
            <pc:sldMk cId="1299666944" sldId="2147469646"/>
            <ac:spMk id="8" creationId="{70C84573-8D89-2EF6-61D8-6DE3EF4995A4}"/>
          </ac:spMkLst>
        </pc:spChg>
      </pc:sldChg>
      <pc:sldChg chg="addSp delSp modSp mod">
        <pc:chgData name="Duncan Young" userId="0d05c5b8-70c0-48c4-9720-582aed650fb7" providerId="ADAL" clId="{39B09168-2D64-4679-9209-243C3D2608B1}" dt="2026-08-10T22:08:17.110" v="581" actId="1076"/>
        <pc:sldMkLst>
          <pc:docMk/>
          <pc:sldMk cId="2847474338" sldId="2147469647"/>
        </pc:sldMkLst>
        <pc:picChg chg="add mod">
          <ac:chgData name="Duncan Young" userId="0d05c5b8-70c0-48c4-9720-582aed650fb7" providerId="ADAL" clId="{39B09168-2D64-4679-9209-243C3D2608B1}" dt="2026-08-10T22:08:17.110" v="581" actId="1076"/>
          <ac:picMkLst>
            <pc:docMk/>
            <pc:sldMk cId="2847474338" sldId="2147469647"/>
            <ac:picMk id="3" creationId="{C98282B4-BECD-9A91-0F3A-BDCA03A0A0C4}"/>
          </ac:picMkLst>
        </pc:picChg>
        <pc:picChg chg="del">
          <ac:chgData name="Duncan Young" userId="0d05c5b8-70c0-48c4-9720-582aed650fb7" providerId="ADAL" clId="{39B09168-2D64-4679-9209-243C3D2608B1}" dt="2026-08-10T22:08:04.581" v="576" actId="478"/>
          <ac:picMkLst>
            <pc:docMk/>
            <pc:sldMk cId="2847474338" sldId="2147469647"/>
            <ac:picMk id="4" creationId="{F40D841B-FE06-D1D8-61A6-73DE026BC734}"/>
          </ac:picMkLst>
        </pc:picChg>
      </pc:sldChg>
      <pc:sldChg chg="addSp delSp modSp mod">
        <pc:chgData name="Duncan Young" userId="0d05c5b8-70c0-48c4-9720-582aed650fb7" providerId="ADAL" clId="{39B09168-2D64-4679-9209-243C3D2608B1}" dt="2026-08-10T22:16:53.340" v="640" actId="20577"/>
        <pc:sldMkLst>
          <pc:docMk/>
          <pc:sldMk cId="984995121" sldId="2147469648"/>
        </pc:sldMkLst>
        <pc:spChg chg="mod">
          <ac:chgData name="Duncan Young" userId="0d05c5b8-70c0-48c4-9720-582aed650fb7" providerId="ADAL" clId="{39B09168-2D64-4679-9209-243C3D2608B1}" dt="2026-08-10T22:16:53.340" v="640" actId="20577"/>
          <ac:spMkLst>
            <pc:docMk/>
            <pc:sldMk cId="984995121" sldId="2147469648"/>
            <ac:spMk id="8" creationId="{47A9D9DC-6AE0-F63E-CF2D-8CD8A79C8D49}"/>
          </ac:spMkLst>
        </pc:spChg>
        <pc:picChg chg="add del">
          <ac:chgData name="Duncan Young" userId="0d05c5b8-70c0-48c4-9720-582aed650fb7" providerId="ADAL" clId="{39B09168-2D64-4679-9209-243C3D2608B1}" dt="2026-08-10T22:02:26.250" v="548" actId="22"/>
          <ac:picMkLst>
            <pc:docMk/>
            <pc:sldMk cId="984995121" sldId="2147469648"/>
            <ac:picMk id="3" creationId="{959399ED-FDAC-6DD9-04CE-64B30C1BD5C2}"/>
          </ac:picMkLst>
        </pc:picChg>
        <pc:picChg chg="add del mod">
          <ac:chgData name="Duncan Young" userId="0d05c5b8-70c0-48c4-9720-582aed650fb7" providerId="ADAL" clId="{39B09168-2D64-4679-9209-243C3D2608B1}" dt="2026-08-10T22:05:03.479" v="554" actId="22"/>
          <ac:picMkLst>
            <pc:docMk/>
            <pc:sldMk cId="984995121" sldId="2147469648"/>
            <ac:picMk id="5" creationId="{75CB08ED-EEEF-7986-773E-8531585F6FAC}"/>
          </ac:picMkLst>
        </pc:picChg>
        <pc:picChg chg="add mod">
          <ac:chgData name="Duncan Young" userId="0d05c5b8-70c0-48c4-9720-582aed650fb7" providerId="ADAL" clId="{39B09168-2D64-4679-9209-243C3D2608B1}" dt="2026-08-10T22:07:19.440" v="575" actId="1076"/>
          <ac:picMkLst>
            <pc:docMk/>
            <pc:sldMk cId="984995121" sldId="2147469648"/>
            <ac:picMk id="7" creationId="{7A16E196-2316-C10E-01D6-226746D7598B}"/>
          </ac:picMkLst>
        </pc:picChg>
        <pc:picChg chg="add del mod">
          <ac:chgData name="Duncan Young" userId="0d05c5b8-70c0-48c4-9720-582aed650fb7" providerId="ADAL" clId="{39B09168-2D64-4679-9209-243C3D2608B1}" dt="2026-08-10T22:07:17.044" v="574" actId="1076"/>
          <ac:picMkLst>
            <pc:docMk/>
            <pc:sldMk cId="984995121" sldId="2147469648"/>
            <ac:picMk id="16" creationId="{DE5826A3-9AE3-FF0F-CA7F-4779B4B547DD}"/>
          </ac:picMkLst>
        </pc:picChg>
      </pc:sldChg>
      <pc:sldChg chg="addSp delSp modSp mod modClrScheme chgLayout modNotesTx">
        <pc:chgData name="Duncan Young" userId="0d05c5b8-70c0-48c4-9720-582aed650fb7" providerId="ADAL" clId="{39B09168-2D64-4679-9209-243C3D2608B1}" dt="2026-08-10T21:54:30.042" v="310" actId="6549"/>
        <pc:sldMkLst>
          <pc:docMk/>
          <pc:sldMk cId="3284189822" sldId="2147483633"/>
        </pc:sldMkLst>
        <pc:spChg chg="del mod">
          <ac:chgData name="Duncan Young" userId="0d05c5b8-70c0-48c4-9720-582aed650fb7" providerId="ADAL" clId="{39B09168-2D64-4679-9209-243C3D2608B1}" dt="2026-08-10T21:49:05.646" v="229" actId="478"/>
          <ac:spMkLst>
            <pc:docMk/>
            <pc:sldMk cId="3284189822" sldId="2147483633"/>
            <ac:spMk id="2" creationId="{FC1D1713-3578-0D28-985A-F11B5F8E4C09}"/>
          </ac:spMkLst>
        </pc:spChg>
        <pc:spChg chg="mod ord">
          <ac:chgData name="Duncan Young" userId="0d05c5b8-70c0-48c4-9720-582aed650fb7" providerId="ADAL" clId="{39B09168-2D64-4679-9209-243C3D2608B1}" dt="2026-08-10T21:51:52.745" v="254" actId="20577"/>
          <ac:spMkLst>
            <pc:docMk/>
            <pc:sldMk cId="3284189822" sldId="2147483633"/>
            <ac:spMk id="3" creationId="{6FD0D68A-6E8E-B04A-003D-41DF543FBBB9}"/>
          </ac:spMkLst>
        </pc:spChg>
        <pc:spChg chg="del">
          <ac:chgData name="Duncan Young" userId="0d05c5b8-70c0-48c4-9720-582aed650fb7" providerId="ADAL" clId="{39B09168-2D64-4679-9209-243C3D2608B1}" dt="2026-08-10T21:49:22.249" v="232" actId="478"/>
          <ac:spMkLst>
            <pc:docMk/>
            <pc:sldMk cId="3284189822" sldId="2147483633"/>
            <ac:spMk id="4" creationId="{D73F2A79-0A73-402D-2D8F-8355274EA2DF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9" creationId="{01BF60CF-D3A7-DCD2-A7E3-DEF5E26A3F9E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17" creationId="{EFCF4EA8-FD68-2A5E-01E8-9CBFB21C4AA7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18" creationId="{00BD6D95-07A1-2765-D31D-E91FCF4201C8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21" creationId="{041CB402-F471-C5EB-C88B-FC1EDE55EAB5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24" creationId="{B5B009DD-1C6A-E43C-18E0-3B1CA89059AC}"/>
          </ac:spMkLst>
        </pc:spChg>
        <pc:spChg chg="add del mod">
          <ac:chgData name="Duncan Young" userId="0d05c5b8-70c0-48c4-9720-582aed650fb7" providerId="ADAL" clId="{39B09168-2D64-4679-9209-243C3D2608B1}" dt="2026-08-10T21:49:07.938" v="230" actId="478"/>
          <ac:spMkLst>
            <pc:docMk/>
            <pc:sldMk cId="3284189822" sldId="2147483633"/>
            <ac:spMk id="25" creationId="{5C58F741-9FF8-AFD2-9CCD-F405CDA70718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27" creationId="{7CDCA628-3518-32B9-9490-A8F6FB9EAAD2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29" creationId="{119E8991-C37E-99B9-0C77-FB00A601F145}"/>
          </ac:spMkLst>
        </pc:spChg>
        <pc:spChg chg="add del mod ord">
          <ac:chgData name="Duncan Young" userId="0d05c5b8-70c0-48c4-9720-582aed650fb7" providerId="ADAL" clId="{39B09168-2D64-4679-9209-243C3D2608B1}" dt="2026-08-10T21:50:16.638" v="234" actId="478"/>
          <ac:spMkLst>
            <pc:docMk/>
            <pc:sldMk cId="3284189822" sldId="2147483633"/>
            <ac:spMk id="31" creationId="{6EB341A4-3948-5960-CFAF-647D0C347808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39" creationId="{E4189203-ED43-3C62-9BDF-481E3F746EA1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41" creationId="{F125AA3E-EC9D-54D3-32AF-331F5A0C0C01}"/>
          </ac:spMkLst>
        </pc:spChg>
        <pc:spChg chg="mod">
          <ac:chgData name="Duncan Young" userId="0d05c5b8-70c0-48c4-9720-582aed650fb7" providerId="ADAL" clId="{39B09168-2D64-4679-9209-243C3D2608B1}" dt="2026-08-10T21:49:16.949" v="231" actId="1076"/>
          <ac:spMkLst>
            <pc:docMk/>
            <pc:sldMk cId="3284189822" sldId="2147483633"/>
            <ac:spMk id="45" creationId="{1E5F2AFF-AB01-AD5E-3965-8690366DC458}"/>
          </ac:spMkLst>
        </pc:spChg>
        <pc:cxnChg chg="mod">
          <ac:chgData name="Duncan Young" userId="0d05c5b8-70c0-48c4-9720-582aed650fb7" providerId="ADAL" clId="{39B09168-2D64-4679-9209-243C3D2608B1}" dt="2026-08-10T21:48:32.412" v="221" actId="1038"/>
          <ac:cxnSpMkLst>
            <pc:docMk/>
            <pc:sldMk cId="3284189822" sldId="2147483633"/>
            <ac:cxnSpMk id="5" creationId="{F6A959A9-F4F4-EF74-3B10-2D18148A0FA6}"/>
          </ac:cxnSpMkLst>
        </pc:cxnChg>
      </pc:sldChg>
      <pc:sldChg chg="addSp delSp modSp add mod modNotesTx">
        <pc:chgData name="Duncan Young" userId="0d05c5b8-70c0-48c4-9720-582aed650fb7" providerId="ADAL" clId="{39B09168-2D64-4679-9209-243C3D2608B1}" dt="2026-08-10T21:54:26.595" v="309" actId="6549"/>
        <pc:sldMkLst>
          <pc:docMk/>
          <pc:sldMk cId="4090473492" sldId="2147483634"/>
        </pc:sldMkLst>
        <pc:spChg chg="mod">
          <ac:chgData name="Duncan Young" userId="0d05c5b8-70c0-48c4-9720-582aed650fb7" providerId="ADAL" clId="{39B09168-2D64-4679-9209-243C3D2608B1}" dt="2026-08-10T21:51:59.817" v="271" actId="20577"/>
          <ac:spMkLst>
            <pc:docMk/>
            <pc:sldMk cId="4090473492" sldId="2147483634"/>
            <ac:spMk id="3" creationId="{B8FE6225-79F5-4D2E-34A7-6FB017A71871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10" creationId="{57F8EE6F-40EF-2A7D-EF52-5B61B028501D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11" creationId="{90DC40DA-49DD-27DC-9A48-A2EC9187058D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12" creationId="{BE118F59-3D2B-FB4D-4E9A-CE47EFD4573A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18" creationId="{54684B29-C78E-37E5-0B70-122069CB7A3F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19" creationId="{0A316AA3-0475-4DCC-A415-7AA6CBE7AFD1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20" creationId="{78D07324-5F7D-6431-BC9C-45545121B256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23" creationId="{FBE0B326-F408-7E71-2083-029083C620FD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27" creationId="{558E9D53-9D8B-8940-9E8E-B57EDF76E395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34" creationId="{81EC267F-25BB-47AF-20D7-D7A89F8E0D82}"/>
          </ac:spMkLst>
        </pc:spChg>
        <pc:spChg chg="del">
          <ac:chgData name="Duncan Young" userId="0d05c5b8-70c0-48c4-9720-582aed650fb7" providerId="ADAL" clId="{39B09168-2D64-4679-9209-243C3D2608B1}" dt="2026-08-10T21:50:22.609" v="236" actId="478"/>
          <ac:spMkLst>
            <pc:docMk/>
            <pc:sldMk cId="4090473492" sldId="2147483634"/>
            <ac:spMk id="41" creationId="{06B6FF99-8CC4-528F-4981-B6CBAF3DD9CC}"/>
          </ac:spMkLst>
        </pc:spChg>
        <pc:picChg chg="add mod">
          <ac:chgData name="Duncan Young" userId="0d05c5b8-70c0-48c4-9720-582aed650fb7" providerId="ADAL" clId="{39B09168-2D64-4679-9209-243C3D2608B1}" dt="2026-08-10T21:52:23.066" v="274" actId="1076"/>
          <ac:picMkLst>
            <pc:docMk/>
            <pc:sldMk cId="4090473492" sldId="2147483634"/>
            <ac:picMk id="4" creationId="{27854BEF-0EAF-EF70-EBD2-379B2B5450E7}"/>
          </ac:picMkLst>
        </pc:picChg>
      </pc:sldChg>
      <pc:sldChg chg="addSp delSp modSp add mod modNotesTx">
        <pc:chgData name="Duncan Young" userId="0d05c5b8-70c0-48c4-9720-582aed650fb7" providerId="ADAL" clId="{39B09168-2D64-4679-9209-243C3D2608B1}" dt="2026-08-10T21:54:22.915" v="308" actId="6549"/>
        <pc:sldMkLst>
          <pc:docMk/>
          <pc:sldMk cId="3825634576" sldId="2147483635"/>
        </pc:sldMkLst>
        <pc:spChg chg="add del mod">
          <ac:chgData name="Duncan Young" userId="0d05c5b8-70c0-48c4-9720-582aed650fb7" providerId="ADAL" clId="{39B09168-2D64-4679-9209-243C3D2608B1}" dt="2026-08-10T21:53:12.519" v="291"/>
          <ac:spMkLst>
            <pc:docMk/>
            <pc:sldMk cId="3825634576" sldId="2147483635"/>
            <ac:spMk id="2" creationId="{3DF970A4-0ADD-1C99-4703-BAF6EA2FA843}"/>
          </ac:spMkLst>
        </pc:spChg>
        <pc:spChg chg="mod">
          <ac:chgData name="Duncan Young" userId="0d05c5b8-70c0-48c4-9720-582aed650fb7" providerId="ADAL" clId="{39B09168-2D64-4679-9209-243C3D2608B1}" dt="2026-08-10T21:53:10.214" v="288" actId="20577"/>
          <ac:spMkLst>
            <pc:docMk/>
            <pc:sldMk cId="3825634576" sldId="2147483635"/>
            <ac:spMk id="3" creationId="{3F1F0B98-975C-4F36-9146-0EA959B76996}"/>
          </ac:spMkLst>
        </pc:spChg>
        <pc:picChg chg="add mod">
          <ac:chgData name="Duncan Young" userId="0d05c5b8-70c0-48c4-9720-582aed650fb7" providerId="ADAL" clId="{39B09168-2D64-4679-9209-243C3D2608B1}" dt="2026-08-10T21:53:31.765" v="294" actId="1076"/>
          <ac:picMkLst>
            <pc:docMk/>
            <pc:sldMk cId="3825634576" sldId="2147483635"/>
            <ac:picMk id="5" creationId="{42F440E6-3D56-CB7F-771A-18C313103407}"/>
          </ac:picMkLst>
        </pc:picChg>
      </pc:sldChg>
      <pc:sldChg chg="addSp delSp modSp add mod modNotesTx">
        <pc:chgData name="Duncan Young" userId="0d05c5b8-70c0-48c4-9720-582aed650fb7" providerId="ADAL" clId="{39B09168-2D64-4679-9209-243C3D2608B1}" dt="2026-08-10T21:54:18.996" v="307" actId="6549"/>
        <pc:sldMkLst>
          <pc:docMk/>
          <pc:sldMk cId="1401992028" sldId="2147483636"/>
        </pc:sldMkLst>
        <pc:spChg chg="mod">
          <ac:chgData name="Duncan Young" userId="0d05c5b8-70c0-48c4-9720-582aed650fb7" providerId="ADAL" clId="{39B09168-2D64-4679-9209-243C3D2608B1}" dt="2026-08-10T21:53:54.036" v="304" actId="20577"/>
          <ac:spMkLst>
            <pc:docMk/>
            <pc:sldMk cId="1401992028" sldId="2147483636"/>
            <ac:spMk id="3" creationId="{046E80FB-3CFC-034F-C92A-B0A1795B5A60}"/>
          </ac:spMkLst>
        </pc:spChg>
        <pc:picChg chg="add mod">
          <ac:chgData name="Duncan Young" userId="0d05c5b8-70c0-48c4-9720-582aed650fb7" providerId="ADAL" clId="{39B09168-2D64-4679-9209-243C3D2608B1}" dt="2026-08-10T21:54:10.761" v="306" actId="1076"/>
          <ac:picMkLst>
            <pc:docMk/>
            <pc:sldMk cId="1401992028" sldId="2147483636"/>
            <ac:picMk id="4" creationId="{F292C29C-FF53-1D90-68AD-73A562ACD1F2}"/>
          </ac:picMkLst>
        </pc:picChg>
        <pc:picChg chg="del">
          <ac:chgData name="Duncan Young" userId="0d05c5b8-70c0-48c4-9720-582aed650fb7" providerId="ADAL" clId="{39B09168-2D64-4679-9209-243C3D2608B1}" dt="2026-08-10T21:53:37.012" v="296" actId="478"/>
          <ac:picMkLst>
            <pc:docMk/>
            <pc:sldMk cId="1401992028" sldId="2147483636"/>
            <ac:picMk id="5" creationId="{6FDE1BA8-DE84-8F88-6478-7A25BD73CC17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0T21:55:57.076" v="330" actId="1076"/>
        <pc:sldMkLst>
          <pc:docMk/>
          <pc:sldMk cId="2201656322" sldId="2147483637"/>
        </pc:sldMkLst>
        <pc:spChg chg="mod">
          <ac:chgData name="Duncan Young" userId="0d05c5b8-70c0-48c4-9720-582aed650fb7" providerId="ADAL" clId="{39B09168-2D64-4679-9209-243C3D2608B1}" dt="2026-08-10T21:55:33.911" v="327" actId="20577"/>
          <ac:spMkLst>
            <pc:docMk/>
            <pc:sldMk cId="2201656322" sldId="2147483637"/>
            <ac:spMk id="3" creationId="{2FA2598D-4E1B-149D-E5CC-CB1DB07F8D01}"/>
          </ac:spMkLst>
        </pc:spChg>
        <pc:picChg chg="del">
          <ac:chgData name="Duncan Young" userId="0d05c5b8-70c0-48c4-9720-582aed650fb7" providerId="ADAL" clId="{39B09168-2D64-4679-9209-243C3D2608B1}" dt="2026-08-10T21:55:38.447" v="328" actId="478"/>
          <ac:picMkLst>
            <pc:docMk/>
            <pc:sldMk cId="2201656322" sldId="2147483637"/>
            <ac:picMk id="4" creationId="{1A332C07-8844-1371-0C03-F062D6EFACDD}"/>
          </ac:picMkLst>
        </pc:picChg>
        <pc:picChg chg="add mod">
          <ac:chgData name="Duncan Young" userId="0d05c5b8-70c0-48c4-9720-582aed650fb7" providerId="ADAL" clId="{39B09168-2D64-4679-9209-243C3D2608B1}" dt="2026-08-10T21:55:57.076" v="330" actId="1076"/>
          <ac:picMkLst>
            <pc:docMk/>
            <pc:sldMk cId="2201656322" sldId="2147483637"/>
            <ac:picMk id="5" creationId="{40331059-910C-8B8B-58A6-D969FDD45B94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0T21:56:32.683" v="351" actId="1076"/>
        <pc:sldMkLst>
          <pc:docMk/>
          <pc:sldMk cId="4065767990" sldId="2147483638"/>
        </pc:sldMkLst>
        <pc:spChg chg="mod">
          <ac:chgData name="Duncan Young" userId="0d05c5b8-70c0-48c4-9720-582aed650fb7" providerId="ADAL" clId="{39B09168-2D64-4679-9209-243C3D2608B1}" dt="2026-08-10T21:56:15.885" v="349" actId="20577"/>
          <ac:spMkLst>
            <pc:docMk/>
            <pc:sldMk cId="4065767990" sldId="2147483638"/>
            <ac:spMk id="3" creationId="{A549FEF2-F4EC-6353-A88E-C1D918038F92}"/>
          </ac:spMkLst>
        </pc:spChg>
        <pc:picChg chg="add mod">
          <ac:chgData name="Duncan Young" userId="0d05c5b8-70c0-48c4-9720-582aed650fb7" providerId="ADAL" clId="{39B09168-2D64-4679-9209-243C3D2608B1}" dt="2026-08-10T21:56:32.683" v="351" actId="1076"/>
          <ac:picMkLst>
            <pc:docMk/>
            <pc:sldMk cId="4065767990" sldId="2147483638"/>
            <ac:picMk id="4" creationId="{F5F993D9-7795-A7F2-0E53-8279C72F6DFC}"/>
          </ac:picMkLst>
        </pc:picChg>
        <pc:picChg chg="del">
          <ac:chgData name="Duncan Young" userId="0d05c5b8-70c0-48c4-9720-582aed650fb7" providerId="ADAL" clId="{39B09168-2D64-4679-9209-243C3D2608B1}" dt="2026-08-10T21:56:05.893" v="332" actId="478"/>
          <ac:picMkLst>
            <pc:docMk/>
            <pc:sldMk cId="4065767990" sldId="2147483638"/>
            <ac:picMk id="5" creationId="{46908F2C-083C-A7BB-A060-DA64068A4B2E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0T21:57:19.226" v="394" actId="1076"/>
        <pc:sldMkLst>
          <pc:docMk/>
          <pc:sldMk cId="2177677996" sldId="2147483639"/>
        </pc:sldMkLst>
        <pc:spChg chg="mod">
          <ac:chgData name="Duncan Young" userId="0d05c5b8-70c0-48c4-9720-582aed650fb7" providerId="ADAL" clId="{39B09168-2D64-4679-9209-243C3D2608B1}" dt="2026-08-10T21:57:04.829" v="392" actId="20577"/>
          <ac:spMkLst>
            <pc:docMk/>
            <pc:sldMk cId="2177677996" sldId="2147483639"/>
            <ac:spMk id="3" creationId="{4570549A-2D52-B047-295D-8219CA640A9F}"/>
          </ac:spMkLst>
        </pc:spChg>
        <pc:picChg chg="del">
          <ac:chgData name="Duncan Young" userId="0d05c5b8-70c0-48c4-9720-582aed650fb7" providerId="ADAL" clId="{39B09168-2D64-4679-9209-243C3D2608B1}" dt="2026-08-10T21:56:43.340" v="353" actId="478"/>
          <ac:picMkLst>
            <pc:docMk/>
            <pc:sldMk cId="2177677996" sldId="2147483639"/>
            <ac:picMk id="4" creationId="{4EA2730D-B8DC-4184-8890-06E8D4479749}"/>
          </ac:picMkLst>
        </pc:picChg>
        <pc:picChg chg="add mod">
          <ac:chgData name="Duncan Young" userId="0d05c5b8-70c0-48c4-9720-582aed650fb7" providerId="ADAL" clId="{39B09168-2D64-4679-9209-243C3D2608B1}" dt="2026-08-10T21:57:19.226" v="394" actId="1076"/>
          <ac:picMkLst>
            <pc:docMk/>
            <pc:sldMk cId="2177677996" sldId="2147483639"/>
            <ac:picMk id="5" creationId="{990564D1-BC29-54C7-0EE8-B896558C3511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0T21:58:11.071" v="428" actId="20577"/>
        <pc:sldMkLst>
          <pc:docMk/>
          <pc:sldMk cId="2396813303" sldId="2147483640"/>
        </pc:sldMkLst>
        <pc:spChg chg="mod">
          <ac:chgData name="Duncan Young" userId="0d05c5b8-70c0-48c4-9720-582aed650fb7" providerId="ADAL" clId="{39B09168-2D64-4679-9209-243C3D2608B1}" dt="2026-08-10T21:58:11.071" v="428" actId="20577"/>
          <ac:spMkLst>
            <pc:docMk/>
            <pc:sldMk cId="2396813303" sldId="2147483640"/>
            <ac:spMk id="3" creationId="{CF141816-CEA2-1E80-6363-D1A51507268C}"/>
          </ac:spMkLst>
        </pc:spChg>
        <pc:picChg chg="add mod">
          <ac:chgData name="Duncan Young" userId="0d05c5b8-70c0-48c4-9720-582aed650fb7" providerId="ADAL" clId="{39B09168-2D64-4679-9209-243C3D2608B1}" dt="2026-08-10T21:57:58.868" v="398" actId="1076"/>
          <ac:picMkLst>
            <pc:docMk/>
            <pc:sldMk cId="2396813303" sldId="2147483640"/>
            <ac:picMk id="4" creationId="{77BA5D6D-E67F-B167-0E44-5C8FBF9F2137}"/>
          </ac:picMkLst>
        </pc:picChg>
        <pc:picChg chg="del">
          <ac:chgData name="Duncan Young" userId="0d05c5b8-70c0-48c4-9720-582aed650fb7" providerId="ADAL" clId="{39B09168-2D64-4679-9209-243C3D2608B1}" dt="2026-08-10T21:57:38.577" v="396" actId="478"/>
          <ac:picMkLst>
            <pc:docMk/>
            <pc:sldMk cId="2396813303" sldId="2147483640"/>
            <ac:picMk id="5" creationId="{D92AC056-3E08-33AF-BCA2-BE109225FA30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0T21:59:28.852" v="505" actId="20577"/>
        <pc:sldMkLst>
          <pc:docMk/>
          <pc:sldMk cId="1086433846" sldId="2147483641"/>
        </pc:sldMkLst>
        <pc:spChg chg="mod">
          <ac:chgData name="Duncan Young" userId="0d05c5b8-70c0-48c4-9720-582aed650fb7" providerId="ADAL" clId="{39B09168-2D64-4679-9209-243C3D2608B1}" dt="2026-08-10T21:59:28.852" v="505" actId="20577"/>
          <ac:spMkLst>
            <pc:docMk/>
            <pc:sldMk cId="1086433846" sldId="2147483641"/>
            <ac:spMk id="3" creationId="{B2679E9D-7772-EB29-790E-DAEC790D9683}"/>
          </ac:spMkLst>
        </pc:spChg>
        <pc:picChg chg="del">
          <ac:chgData name="Duncan Young" userId="0d05c5b8-70c0-48c4-9720-582aed650fb7" providerId="ADAL" clId="{39B09168-2D64-4679-9209-243C3D2608B1}" dt="2026-08-10T21:58:33.711" v="430" actId="478"/>
          <ac:picMkLst>
            <pc:docMk/>
            <pc:sldMk cId="1086433846" sldId="2147483641"/>
            <ac:picMk id="4" creationId="{0F1E64A7-D008-FBA5-C0E7-D57EF4BA341A}"/>
          </ac:picMkLst>
        </pc:picChg>
        <pc:picChg chg="add mod">
          <ac:chgData name="Duncan Young" userId="0d05c5b8-70c0-48c4-9720-582aed650fb7" providerId="ADAL" clId="{39B09168-2D64-4679-9209-243C3D2608B1}" dt="2026-08-10T21:58:53.619" v="439" actId="1076"/>
          <ac:picMkLst>
            <pc:docMk/>
            <pc:sldMk cId="1086433846" sldId="2147483641"/>
            <ac:picMk id="5" creationId="{D3451577-11E5-34EE-0821-C042678340FE}"/>
          </ac:picMkLst>
        </pc:picChg>
      </pc:sldChg>
    </pc:docChg>
  </pc:docChgLst>
  <pc:docChgLst>
    <pc:chgData name="Duncan Young" userId="0d05c5b8-70c0-48c4-9720-582aed650fb7" providerId="ADAL" clId="{89BBCCF8-D395-4E00-A7D8-D8153F2B3CC8}"/>
    <pc:docChg chg="custSel delSld modSld">
      <pc:chgData name="Duncan Young" userId="0d05c5b8-70c0-48c4-9720-582aed650fb7" providerId="ADAL" clId="{89BBCCF8-D395-4E00-A7D8-D8153F2B3CC8}" dt="2026-07-21T17:15:26.081" v="7" actId="47"/>
      <pc:docMkLst>
        <pc:docMk/>
      </pc:docMkLst>
      <pc:sldChg chg="addSp delSp modSp mod modClrScheme chgLayout">
        <pc:chgData name="Duncan Young" userId="0d05c5b8-70c0-48c4-9720-582aed650fb7" providerId="ADAL" clId="{89BBCCF8-D395-4E00-A7D8-D8153F2B3CC8}" dt="2026-07-21T17:15:08.052" v="5" actId="1076"/>
        <pc:sldMkLst>
          <pc:docMk/>
          <pc:sldMk cId="2847474338" sldId="2147469647"/>
        </pc:sldMkLst>
        <pc:spChg chg="mod">
          <ac:chgData name="Duncan Young" userId="0d05c5b8-70c0-48c4-9720-582aed650fb7" providerId="ADAL" clId="{89BBCCF8-D395-4E00-A7D8-D8153F2B3CC8}" dt="2026-07-21T17:14:59.767" v="2" actId="26606"/>
          <ac:spMkLst>
            <pc:docMk/>
            <pc:sldMk cId="2847474338" sldId="2147469647"/>
            <ac:spMk id="8" creationId="{5361B8CA-2BE5-CBC3-5153-371B2D4B642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pPr>
            <a:r>
              <a:rPr lang="en-US" altLang="ja-JP" dirty="0"/>
              <a:t>Stock Amount and M.O.S as at October 2024</a:t>
            </a:r>
            <a:endParaRPr lang="ja-JP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Sheet1!$A$3:$B$3</c:f>
              <c:strCache>
                <c:ptCount val="2"/>
                <c:pt idx="0">
                  <c:v>ISZS</c:v>
                </c:pt>
                <c:pt idx="1">
                  <c:v>Stock (Shelf)</c:v>
                </c:pt>
              </c:strCache>
            </c:strRef>
          </c:tx>
          <c:spPr>
            <a:solidFill>
              <a:srgbClr val="FFFF0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Sheet1!$C$3:$G$3</c:f>
              <c:numCache>
                <c:formatCode>General</c:formatCode>
                <c:ptCount val="5"/>
                <c:pt idx="0">
                  <c:v>931</c:v>
                </c:pt>
                <c:pt idx="1">
                  <c:v>907</c:v>
                </c:pt>
                <c:pt idx="2">
                  <c:v>881</c:v>
                </c:pt>
                <c:pt idx="3">
                  <c:v>909</c:v>
                </c:pt>
                <c:pt idx="4">
                  <c:v>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EC-4CD2-B87E-EB22D73D8B4D}"/>
            </c:ext>
          </c:extLst>
        </c:ser>
        <c:ser>
          <c:idx val="3"/>
          <c:order val="3"/>
          <c:tx>
            <c:strRef>
              <c:f>Sheet1!$A$5:$B$5</c:f>
              <c:strCache>
                <c:ptCount val="2"/>
                <c:pt idx="0">
                  <c:v>IVC</c:v>
                </c:pt>
                <c:pt idx="1">
                  <c:v>Stock (Shelf)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Sheet1!$C$5:$G$5</c:f>
              <c:numCache>
                <c:formatCode>General</c:formatCode>
                <c:ptCount val="5"/>
                <c:pt idx="0">
                  <c:v>510</c:v>
                </c:pt>
                <c:pt idx="1">
                  <c:v>508</c:v>
                </c:pt>
                <c:pt idx="2">
                  <c:v>485</c:v>
                </c:pt>
                <c:pt idx="3">
                  <c:v>493</c:v>
                </c:pt>
                <c:pt idx="4">
                  <c:v>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EC-4CD2-B87E-EB22D73D8B4D}"/>
            </c:ext>
          </c:extLst>
        </c:ser>
        <c:ser>
          <c:idx val="5"/>
          <c:order val="5"/>
          <c:tx>
            <c:strRef>
              <c:f>Sheet1!$A$7:$B$7</c:f>
              <c:strCache>
                <c:ptCount val="2"/>
                <c:pt idx="0">
                  <c:v>ISZE[車両]</c:v>
                </c:pt>
                <c:pt idx="1">
                  <c:v>Stock (Shelf)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Sheet1!$C$7:$G$7</c:f>
              <c:numCache>
                <c:formatCode>General</c:formatCode>
                <c:ptCount val="5"/>
                <c:pt idx="0">
                  <c:v>1562</c:v>
                </c:pt>
                <c:pt idx="1">
                  <c:v>1580</c:v>
                </c:pt>
                <c:pt idx="2">
                  <c:v>1615</c:v>
                </c:pt>
                <c:pt idx="3">
                  <c:v>1706</c:v>
                </c:pt>
                <c:pt idx="4">
                  <c:v>1682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EC-4CD2-B87E-EB22D73D8B4D}"/>
            </c:ext>
          </c:extLst>
        </c:ser>
        <c:ser>
          <c:idx val="7"/>
          <c:order val="7"/>
          <c:tx>
            <c:strRef>
              <c:f>Sheet1!$A$9:$B$9</c:f>
              <c:strCache>
                <c:ptCount val="2"/>
                <c:pt idx="0">
                  <c:v>ITUK</c:v>
                </c:pt>
                <c:pt idx="1">
                  <c:v>Stock (Shelf)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Sheet1!$C$9:$G$9</c:f>
              <c:numCache>
                <c:formatCode>General</c:formatCode>
                <c:ptCount val="5"/>
                <c:pt idx="0">
                  <c:v>546</c:v>
                </c:pt>
                <c:pt idx="1">
                  <c:v>634</c:v>
                </c:pt>
                <c:pt idx="2">
                  <c:v>636</c:v>
                </c:pt>
                <c:pt idx="3">
                  <c:v>704</c:v>
                </c:pt>
                <c:pt idx="4">
                  <c:v>692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EC-4CD2-B87E-EB22D73D8B4D}"/>
            </c:ext>
          </c:extLst>
        </c:ser>
        <c:ser>
          <c:idx val="9"/>
          <c:order val="9"/>
          <c:tx>
            <c:strRef>
              <c:f>Sheet1!$A$11:$B$11</c:f>
              <c:strCache>
                <c:ptCount val="2"/>
                <c:pt idx="0">
                  <c:v>INAC</c:v>
                </c:pt>
                <c:pt idx="1">
                  <c:v>Stock (Shelf)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Sheet1!$C$11:$G$11</c:f>
              <c:numCache>
                <c:formatCode>General</c:formatCode>
                <c:ptCount val="5"/>
                <c:pt idx="0">
                  <c:v>7966</c:v>
                </c:pt>
                <c:pt idx="1">
                  <c:v>7714</c:v>
                </c:pt>
                <c:pt idx="2">
                  <c:v>7727</c:v>
                </c:pt>
                <c:pt idx="3">
                  <c:v>7847</c:v>
                </c:pt>
                <c:pt idx="4">
                  <c:v>7687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EC-4CD2-B87E-EB22D73D8B4D}"/>
            </c:ext>
          </c:extLst>
        </c:ser>
        <c:ser>
          <c:idx val="11"/>
          <c:order val="11"/>
          <c:tx>
            <c:strRef>
              <c:f>Sheet1!$A$13:$B$13</c:f>
              <c:strCache>
                <c:ptCount val="2"/>
                <c:pt idx="0">
                  <c:v>IAL</c:v>
                </c:pt>
                <c:pt idx="1">
                  <c:v>Stock (Shelf)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Sheet1!$C$13:$G$13</c:f>
              <c:numCache>
                <c:formatCode>General</c:formatCode>
                <c:ptCount val="5"/>
                <c:pt idx="0">
                  <c:v>2308</c:v>
                </c:pt>
                <c:pt idx="1">
                  <c:v>2147</c:v>
                </c:pt>
                <c:pt idx="2">
                  <c:v>2075</c:v>
                </c:pt>
                <c:pt idx="3">
                  <c:v>2333</c:v>
                </c:pt>
                <c:pt idx="4">
                  <c:v>2388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5EC-4CD2-B87E-EB22D73D8B4D}"/>
            </c:ext>
          </c:extLst>
        </c:ser>
        <c:ser>
          <c:idx val="13"/>
          <c:order val="13"/>
          <c:tx>
            <c:strRef>
              <c:f>Sheet1!$A$15:$B$15</c:f>
              <c:strCache>
                <c:ptCount val="2"/>
                <c:pt idx="0">
                  <c:v>AIOS</c:v>
                </c:pt>
                <c:pt idx="1">
                  <c:v>Stock (Shelf)</c:v>
                </c:pt>
              </c:strCache>
            </c:strRef>
          </c:tx>
          <c:spPr>
            <a:solidFill>
              <a:srgbClr val="7030A0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Sheet1!$C$15:$G$15</c:f>
              <c:numCache>
                <c:formatCode>General</c:formatCode>
                <c:ptCount val="5"/>
                <c:pt idx="0">
                  <c:v>183</c:v>
                </c:pt>
                <c:pt idx="1">
                  <c:v>173</c:v>
                </c:pt>
                <c:pt idx="2">
                  <c:v>207</c:v>
                </c:pt>
                <c:pt idx="3">
                  <c:v>203</c:v>
                </c:pt>
                <c:pt idx="4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5EC-4CD2-B87E-EB22D73D8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954431"/>
        <c:axId val="185362527"/>
      </c:barChart>
      <c:lineChart>
        <c:grouping val="standard"/>
        <c:varyColors val="0"/>
        <c:ser>
          <c:idx val="0"/>
          <c:order val="0"/>
          <c:tx>
            <c:strRef>
              <c:f>Sheet1!$A$2:$B$2</c:f>
              <c:strCache>
                <c:ptCount val="2"/>
                <c:pt idx="0">
                  <c:v>ISZS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Sheet1!$C$2:$G$2</c:f>
              <c:numCache>
                <c:formatCode>General</c:formatCode>
                <c:ptCount val="5"/>
                <c:pt idx="0">
                  <c:v>3.8</c:v>
                </c:pt>
                <c:pt idx="1">
                  <c:v>4.3</c:v>
                </c:pt>
                <c:pt idx="2">
                  <c:v>4.3</c:v>
                </c:pt>
                <c:pt idx="3">
                  <c:v>4.8</c:v>
                </c:pt>
                <c:pt idx="4">
                  <c:v>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5EC-4CD2-B87E-EB22D73D8B4D}"/>
            </c:ext>
          </c:extLst>
        </c:ser>
        <c:ser>
          <c:idx val="2"/>
          <c:order val="2"/>
          <c:tx>
            <c:strRef>
              <c:f>Sheet1!$A$4:$B$4</c:f>
              <c:strCache>
                <c:ptCount val="2"/>
                <c:pt idx="0">
                  <c:v>IVC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Sheet1!$C$4:$G$4</c:f>
              <c:numCache>
                <c:formatCode>General</c:formatCode>
                <c:ptCount val="5"/>
                <c:pt idx="0">
                  <c:v>4.9000000000000004</c:v>
                </c:pt>
                <c:pt idx="1">
                  <c:v>4.8</c:v>
                </c:pt>
                <c:pt idx="2">
                  <c:v>4.54</c:v>
                </c:pt>
                <c:pt idx="3">
                  <c:v>4.3</c:v>
                </c:pt>
                <c:pt idx="4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5EC-4CD2-B87E-EB22D73D8B4D}"/>
            </c:ext>
          </c:extLst>
        </c:ser>
        <c:ser>
          <c:idx val="4"/>
          <c:order val="4"/>
          <c:tx>
            <c:strRef>
              <c:f>Sheet1!$A$6:$B$6</c:f>
              <c:strCache>
                <c:ptCount val="2"/>
                <c:pt idx="0">
                  <c:v>ISZE[車両]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Sheet1!$C$6:$G$6</c:f>
              <c:numCache>
                <c:formatCode>General</c:formatCode>
                <c:ptCount val="5"/>
                <c:pt idx="0">
                  <c:v>6.4</c:v>
                </c:pt>
                <c:pt idx="1">
                  <c:v>6.6</c:v>
                </c:pt>
                <c:pt idx="2">
                  <c:v>6.3</c:v>
                </c:pt>
                <c:pt idx="3">
                  <c:v>6.4</c:v>
                </c:pt>
                <c:pt idx="4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5EC-4CD2-B87E-EB22D73D8B4D}"/>
            </c:ext>
          </c:extLst>
        </c:ser>
        <c:ser>
          <c:idx val="6"/>
          <c:order val="6"/>
          <c:tx>
            <c:strRef>
              <c:f>Sheet1!$A$8:$B$8</c:f>
              <c:strCache>
                <c:ptCount val="2"/>
                <c:pt idx="0">
                  <c:v>ITUK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Sheet1!$C$8:$G$8</c:f>
              <c:numCache>
                <c:formatCode>General</c:formatCode>
                <c:ptCount val="5"/>
                <c:pt idx="0">
                  <c:v>6.2</c:v>
                </c:pt>
                <c:pt idx="1">
                  <c:v>7.2</c:v>
                </c:pt>
                <c:pt idx="2">
                  <c:v>7.2</c:v>
                </c:pt>
                <c:pt idx="3">
                  <c:v>7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E5EC-4CD2-B87E-EB22D73D8B4D}"/>
            </c:ext>
          </c:extLst>
        </c:ser>
        <c:ser>
          <c:idx val="8"/>
          <c:order val="8"/>
          <c:tx>
            <c:strRef>
              <c:f>Sheet1!$A$10:$B$10</c:f>
              <c:strCache>
                <c:ptCount val="2"/>
                <c:pt idx="0">
                  <c:v>INAC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Sheet1!$C$10:$G$10</c:f>
              <c:numCache>
                <c:formatCode>General</c:formatCode>
                <c:ptCount val="5"/>
                <c:pt idx="0">
                  <c:v>5.4</c:v>
                </c:pt>
                <c:pt idx="1">
                  <c:v>5.2</c:v>
                </c:pt>
                <c:pt idx="2">
                  <c:v>5.3</c:v>
                </c:pt>
                <c:pt idx="3">
                  <c:v>5.0999999999999996</c:v>
                </c:pt>
                <c:pt idx="4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E5EC-4CD2-B87E-EB22D73D8B4D}"/>
            </c:ext>
          </c:extLst>
        </c:ser>
        <c:ser>
          <c:idx val="10"/>
          <c:order val="10"/>
          <c:tx>
            <c:strRef>
              <c:f>Sheet1!$A$12:$B$12</c:f>
              <c:strCache>
                <c:ptCount val="2"/>
                <c:pt idx="0">
                  <c:v>IAL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Sheet1!$C$12:$G$12</c:f>
              <c:numCache>
                <c:formatCode>General</c:formatCode>
                <c:ptCount val="5"/>
                <c:pt idx="0">
                  <c:v>4.7</c:v>
                </c:pt>
                <c:pt idx="1">
                  <c:v>4.3</c:v>
                </c:pt>
                <c:pt idx="2">
                  <c:v>4.4000000000000004</c:v>
                </c:pt>
                <c:pt idx="3">
                  <c:v>4.5</c:v>
                </c:pt>
                <c:pt idx="4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E5EC-4CD2-B87E-EB22D73D8B4D}"/>
            </c:ext>
          </c:extLst>
        </c:ser>
        <c:ser>
          <c:idx val="12"/>
          <c:order val="12"/>
          <c:tx>
            <c:strRef>
              <c:f>Sheet1!$A$14:$B$14</c:f>
              <c:strCache>
                <c:ptCount val="2"/>
                <c:pt idx="0">
                  <c:v>AIOS</c:v>
                </c:pt>
                <c:pt idx="1">
                  <c:v>MOS</c:v>
                </c:pt>
              </c:strCache>
            </c:strRef>
          </c:tx>
          <c:spPr>
            <a:ln w="28575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Sheet1!$C$1:$G$1</c:f>
              <c:strCache>
                <c:ptCount val="5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</c:strCache>
            </c:strRef>
          </c:cat>
          <c:val>
            <c:numRef>
              <c:f>Sheet1!$C$14:$G$14</c:f>
              <c:numCache>
                <c:formatCode>General</c:formatCode>
                <c:ptCount val="5"/>
                <c:pt idx="0">
                  <c:v>2.6</c:v>
                </c:pt>
                <c:pt idx="1">
                  <c:v>2.4</c:v>
                </c:pt>
                <c:pt idx="2">
                  <c:v>2.8</c:v>
                </c:pt>
                <c:pt idx="3">
                  <c:v>3</c:v>
                </c:pt>
                <c:pt idx="4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5EC-4CD2-B87E-EB22D73D8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425807"/>
        <c:axId val="131425327"/>
      </c:lineChart>
      <c:catAx>
        <c:axId val="186954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pPr>
            <a:endParaRPr lang="ja-JP"/>
          </a:p>
        </c:txPr>
        <c:crossAx val="185362527"/>
        <c:crosses val="autoZero"/>
        <c:auto val="1"/>
        <c:lblAlgn val="ctr"/>
        <c:lblOffset val="100"/>
        <c:noMultiLvlLbl val="0"/>
      </c:catAx>
      <c:valAx>
        <c:axId val="185362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ysClr val="windowText" lastClr="00000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pPr>
            <a:endParaRPr lang="ja-JP"/>
          </a:p>
        </c:txPr>
        <c:crossAx val="186954431"/>
        <c:crosses val="autoZero"/>
        <c:crossBetween val="between"/>
      </c:valAx>
      <c:valAx>
        <c:axId val="1314253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pPr>
            <a:endParaRPr lang="ja-JP"/>
          </a:p>
        </c:txPr>
        <c:crossAx val="131425807"/>
        <c:crosses val="max"/>
        <c:crossBetween val="between"/>
      </c:valAx>
      <c:catAx>
        <c:axId val="1314258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14253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54090888870008E-2"/>
          <c:y val="0.85865293761356754"/>
          <c:w val="0.91645283072281603"/>
          <c:h val="0.125962447001817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8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latin typeface="Meiryo UI" panose="020B0604030504040204" pitchFamily="50" charset="-128"/>
          <a:ea typeface="Meiryo UI" panose="020B0604030504040204" pitchFamily="50" charset="-128"/>
        </a:defRPr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0.33132</cdr:x>
      <cdr:y>0.16027</cdr:y>
    </cdr:from>
    <cdr:to>
      <cdr:x>0.35912</cdr:x>
      <cdr:y>0.19774</cdr:y>
    </cdr:to>
    <cdr:sp macro="" textlink="">
      <cdr:nvSpPr>
        <cdr:cNvPr id="2" name="楕円 1">
          <a:extLst xmlns:a="http://schemas.openxmlformats.org/drawingml/2006/main">
            <a:ext uri="{FF2B5EF4-FFF2-40B4-BE49-F238E27FC236}">
              <a16:creationId xmlns:a16="http://schemas.microsoft.com/office/drawing/2014/main" id="{9CD4BFFB-45C6-8F7C-3518-4F13E6A649A7}"/>
            </a:ext>
          </a:extLst>
        </cdr:cNvPr>
        <cdr:cNvSpPr/>
      </cdr:nvSpPr>
      <cdr:spPr>
        <a:xfrm xmlns:a="http://schemas.openxmlformats.org/drawingml/2006/main">
          <a:off x="3277001" y="793799"/>
          <a:ext cx="275008" cy="18563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9050">
          <a:solidFill>
            <a:srgbClr val="E6001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rtlCol="0" anchor="ctr"/>
        <a:lstStyle xmlns:a="http://schemas.openxmlformats.org/drawingml/2006/main"/>
        <a:p xmlns:a="http://schemas.openxmlformats.org/drawingml/2006/main">
          <a:endParaRPr lang="ja-JP"/>
        </a:p>
      </cdr:txBody>
    </cdr:sp>
  </cdr:relSizeAnchor>
  <cdr:relSizeAnchor xmlns:cdr="http://schemas.openxmlformats.org/drawingml/2006/chartDrawing">
    <cdr:from>
      <cdr:x>0.14739</cdr:x>
      <cdr:y>0.25103</cdr:y>
    </cdr:from>
    <cdr:to>
      <cdr:x>0.17519</cdr:x>
      <cdr:y>0.28851</cdr:y>
    </cdr:to>
    <cdr:sp macro="" textlink="">
      <cdr:nvSpPr>
        <cdr:cNvPr id="3" name="楕円 2">
          <a:extLst xmlns:a="http://schemas.openxmlformats.org/drawingml/2006/main">
            <a:ext uri="{FF2B5EF4-FFF2-40B4-BE49-F238E27FC236}">
              <a16:creationId xmlns:a16="http://schemas.microsoft.com/office/drawing/2014/main" id="{3BECB9B3-4067-23BC-25CE-B2ABA08B1DEB}"/>
            </a:ext>
          </a:extLst>
        </cdr:cNvPr>
        <cdr:cNvSpPr/>
      </cdr:nvSpPr>
      <cdr:spPr>
        <a:xfrm xmlns:a="http://schemas.openxmlformats.org/drawingml/2006/main">
          <a:off x="1457750" y="1243360"/>
          <a:ext cx="275008" cy="18563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9050">
          <a:solidFill>
            <a:srgbClr val="E6001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ja-JP"/>
        </a:p>
      </cdr:txBody>
    </cdr:sp>
  </cdr:relSizeAnchor>
  <cdr:relSizeAnchor xmlns:cdr="http://schemas.openxmlformats.org/drawingml/2006/chartDrawing">
    <cdr:from>
      <cdr:x>0.51676</cdr:x>
      <cdr:y>0.16135</cdr:y>
    </cdr:from>
    <cdr:to>
      <cdr:x>0.54456</cdr:x>
      <cdr:y>0.19882</cdr:y>
    </cdr:to>
    <cdr:sp macro="" textlink="">
      <cdr:nvSpPr>
        <cdr:cNvPr id="4" name="楕円 3">
          <a:extLst xmlns:a="http://schemas.openxmlformats.org/drawingml/2006/main">
            <a:ext uri="{FF2B5EF4-FFF2-40B4-BE49-F238E27FC236}">
              <a16:creationId xmlns:a16="http://schemas.microsoft.com/office/drawing/2014/main" id="{089095BA-7EA3-9349-61FD-8C8D80A5C947}"/>
            </a:ext>
          </a:extLst>
        </cdr:cNvPr>
        <cdr:cNvSpPr/>
      </cdr:nvSpPr>
      <cdr:spPr>
        <a:xfrm xmlns:a="http://schemas.openxmlformats.org/drawingml/2006/main">
          <a:off x="5111148" y="799146"/>
          <a:ext cx="275008" cy="18563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9050">
          <a:solidFill>
            <a:srgbClr val="E6001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ja-JP"/>
        </a:p>
      </cdr:txBody>
    </cdr:sp>
  </cdr:relSizeAnchor>
  <cdr:relSizeAnchor xmlns:cdr="http://schemas.openxmlformats.org/drawingml/2006/chartDrawing">
    <cdr:from>
      <cdr:x>0.69706</cdr:x>
      <cdr:y>0.17715</cdr:y>
    </cdr:from>
    <cdr:to>
      <cdr:x>0.72487</cdr:x>
      <cdr:y>0.21463</cdr:y>
    </cdr:to>
    <cdr:sp macro="" textlink="">
      <cdr:nvSpPr>
        <cdr:cNvPr id="5" name="楕円 4">
          <a:extLst xmlns:a="http://schemas.openxmlformats.org/drawingml/2006/main">
            <a:ext uri="{FF2B5EF4-FFF2-40B4-BE49-F238E27FC236}">
              <a16:creationId xmlns:a16="http://schemas.microsoft.com/office/drawing/2014/main" id="{D03FCCC6-CA54-3151-EDF0-9D53D1A3DFBC}"/>
            </a:ext>
          </a:extLst>
        </cdr:cNvPr>
        <cdr:cNvSpPr/>
      </cdr:nvSpPr>
      <cdr:spPr>
        <a:xfrm xmlns:a="http://schemas.openxmlformats.org/drawingml/2006/main">
          <a:off x="6894495" y="877446"/>
          <a:ext cx="275008" cy="18563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9050">
          <a:solidFill>
            <a:srgbClr val="E6001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ja-JP"/>
        </a:p>
      </cdr:txBody>
    </cdr:sp>
  </cdr:relSizeAnchor>
  <cdr:relSizeAnchor xmlns:cdr="http://schemas.openxmlformats.org/drawingml/2006/chartDrawing">
    <cdr:from>
      <cdr:x>0.88115</cdr:x>
      <cdr:y>0.17769</cdr:y>
    </cdr:from>
    <cdr:to>
      <cdr:x>0.90895</cdr:x>
      <cdr:y>0.21517</cdr:y>
    </cdr:to>
    <cdr:sp macro="" textlink="">
      <cdr:nvSpPr>
        <cdr:cNvPr id="6" name="楕円 5">
          <a:extLst xmlns:a="http://schemas.openxmlformats.org/drawingml/2006/main">
            <a:ext uri="{FF2B5EF4-FFF2-40B4-BE49-F238E27FC236}">
              <a16:creationId xmlns:a16="http://schemas.microsoft.com/office/drawing/2014/main" id="{3564E60C-C1F7-79BA-6DEA-9440B31E2789}"/>
            </a:ext>
          </a:extLst>
        </cdr:cNvPr>
        <cdr:cNvSpPr/>
      </cdr:nvSpPr>
      <cdr:spPr>
        <a:xfrm xmlns:a="http://schemas.openxmlformats.org/drawingml/2006/main">
          <a:off x="8715246" y="880119"/>
          <a:ext cx="275008" cy="185630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19050">
          <a:solidFill>
            <a:srgbClr val="E60012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ja-JP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heme" Target="../theme/theme3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8/10/2026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heme" Target="../theme/theme2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8/10/2026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143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20A4-DDAD-FEF9-D356-52F272D1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D1466-3FEB-D80B-2A1C-AF6AFA5D0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8045E-E687-91FF-E37E-4EF995291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6D5E1-AC4C-91C3-3A60-5EF0B34D2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721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EF58-1B65-1C84-4982-B654090D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AC494-70A5-574B-7F44-F8A2764E2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564C4-F529-87FD-0FCC-7B8660A04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35C54-CF26-3686-B4BE-AC2765B38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666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EF23-C299-4840-08C8-DFC32782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B6E84-E835-298E-8B56-94042C812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25D8A-B077-0498-55E6-F127BBA40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1744A-94DC-194E-C71E-4E08C2B93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231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75E8-65EE-A308-5E8D-82BBF024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93AFC-645E-D604-C431-1A6149B72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7CB5F-E0A0-7548-9807-9E929415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C9AED-45FE-0446-7090-44AF55618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69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2781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C1BF2-E9FE-5429-56F8-E6D2DE03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A9D57E6-92FA-68C9-FE25-C3835B738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C51575F-896E-02FF-4F4E-65AF0D0F1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1D6F37-11A2-2D3D-0A89-9EC3A6C40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74912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01B32-3157-1B71-6CC4-442F7127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00D1DFE-D151-7845-57ED-52CB265DB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C30337-9014-CED6-3EDC-01A0B1DA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7DC86B-8E5E-84E8-BE3D-1F694725B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36627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09E-2E47-C0AB-456F-EC8326DE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F9B8CFC-2EA5-D2DF-E4DC-59B6A9983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72939B-02B3-0798-B592-1D77C53A94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FCC444-0A51-3FC3-C397-B194C1BAC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4986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9735-DC3F-1A40-3617-05439189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92D82E-8B78-B0B2-6A74-0BD117DE1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E76E81-AC66-0088-CDD5-B73CD82EF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CA7D0F-4AAA-D74A-567B-8E482A535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6008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2399-49EC-01A9-BC8E-92AFDE8A1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0B6C3A-9D56-89E5-24D9-51C5CF2E0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B156F5F-D704-5B41-342D-8A55E0599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11549B-8C57-948B-4F20-1D5F1A35E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50730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C3AD-996C-F047-D9F1-B6EA79CF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4384EED-8AC6-4637-556C-D68A9BA0A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B24919-73D9-5A3C-7CCD-7E6D7B269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BC2F75-49A9-0202-49A4-1C9009ADB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3299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805F7-EB62-F0F7-314A-B40A63EC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0759EF-6F74-CCD6-C1CF-F00179177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412BC3-5F7E-4AC8-D26A-D551DF471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B0AF1D-F9D7-12CE-0F10-C6F0E17EF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0900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0F21-4702-2235-2C15-27D2126C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CCA0EA9-30A5-1CEE-F723-38CE08489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B0037C-C09D-ABB3-F577-6F168E80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3B36E5-EE1F-7644-F058-9F1891B76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16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5121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491E9-B24C-BDBA-C7EE-BA70FB90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A95B-4693-BDDF-40A6-253AF1511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41487-3882-B066-33E2-70B662B10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4E8A-8E79-DFDE-48D0-00EFB69C5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4501A6-891D-044B-8BDF-B096B7686F2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908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3.svg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sv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2.svg"/><Relationship Id="rId5" Type="http://schemas.openxmlformats.org/officeDocument/2006/relationships/tags" Target="../tags/tag3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3.svg"/><Relationship Id="rId4" Type="http://schemas.openxmlformats.org/officeDocument/2006/relationships/tags" Target="../tags/tag50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svg"/><Relationship Id="rId4" Type="http://schemas.openxmlformats.org/officeDocument/2006/relationships/tags" Target="../tags/tag56.xml"/><Relationship Id="rId9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svg"/><Relationship Id="rId4" Type="http://schemas.openxmlformats.org/officeDocument/2006/relationships/tags" Target="../tags/tag62.xml"/><Relationship Id="rId9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9.sv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0.sv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2.sv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sv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2.sv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image" Target="../media/image6.sv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7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10" Type="http://schemas.openxmlformats.org/officeDocument/2006/relationships/image" Target="../media/image5.svg"/><Relationship Id="rId4" Type="http://schemas.openxmlformats.org/officeDocument/2006/relationships/tags" Target="../tags/tag187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6.svg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2.svg"/><Relationship Id="rId5" Type="http://schemas.openxmlformats.org/officeDocument/2006/relationships/tags" Target="../tags/tag206.xml"/><Relationship Id="rId10" Type="http://schemas.openxmlformats.org/officeDocument/2006/relationships/image" Target="../media/image1.svg"/><Relationship Id="rId4" Type="http://schemas.openxmlformats.org/officeDocument/2006/relationships/tags" Target="../tags/tag205.xml"/><Relationship Id="rId9" Type="http://schemas.openxmlformats.org/officeDocument/2006/relationships/image" Target="../media/image16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08C39C-20D9-C1AE-3AF7-BF60ABC2BCDB}"/>
              </a:ext>
            </a:extLst>
          </p:cNvPr>
          <p:cNvSpPr/>
          <p:nvPr userDrawn="1"/>
        </p:nvSpPr>
        <p:spPr>
          <a:xfrm>
            <a:off x="0" y="6383734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3D07AA-59AE-F6B7-D242-02D2D6FC51A2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53C9551-6F6E-0A0F-ADB5-07A7CBCB151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708CF01-DE81-2B96-B06E-68D3EBBCF5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04CACB78-F145-CCD3-C94E-42968604B92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D2641F76-BA10-207F-18FC-B54093DBB52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F3B74E68-3BB9-E2F0-E168-57BA58530B5D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BA00D4DA-1DBD-CD92-6AEE-A77F06D8515E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C6DCA0A-34BC-3633-D2DC-4B1A1F15DCF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EE1E8DC-4741-59F2-A8E6-298ECF2113C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CC4D5812-E907-84D8-6980-29394C9031E7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61CB4AEE-A8F6-0A59-6370-5F8EDCC0863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0559B8ED-E8EC-BD7C-95E5-3DD3F053D82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3D4C52BD-F63C-DE34-7DA8-63082B32CEAC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4D936A5-1222-BA67-8DA2-1EA0BAD68A74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4AF0AB7-CFFA-EDE3-7487-128BEA647526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8ED1AA4-B47C-6727-B932-89897A7B77A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9598EB09-A4E7-966C-0B1B-A068B46F0A0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sp>
        <p:nvSpPr>
          <p:cNvPr id="3" name="Swirl Locked">
            <a:extLst>
              <a:ext uri="{FF2B5EF4-FFF2-40B4-BE49-F238E27FC236}">
                <a16:creationId xmlns:a16="http://schemas.microsoft.com/office/drawing/2014/main" id="{B9CFDEC6-D613-779F-38D5-4342A03080A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9AFC8E-90B8-5EAE-CAA6-F0671E1A679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DD10703-BFB7-BA06-D79E-0E466DC91DCB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3" name="Logo ISUZU GROUP">
            <a:extLst>
              <a:ext uri="{FF2B5EF4-FFF2-40B4-BE49-F238E27FC236}">
                <a16:creationId xmlns:a16="http://schemas.microsoft.com/office/drawing/2014/main" id="{36A20C74-B1A7-1C8F-52FE-7695F2FB7DAD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6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21C5C6E-FDCB-487C-C3C5-FF3E86349BF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F537AC7-658C-D162-6007-1E9565B7A8E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9" name="Logo ISUZU GROUP">
            <a:extLst>
              <a:ext uri="{FF2B5EF4-FFF2-40B4-BE49-F238E27FC236}">
                <a16:creationId xmlns:a16="http://schemas.microsoft.com/office/drawing/2014/main" id="{AB84F571-B13A-7E3A-F24D-EC81F9B3121C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46649C2D-FFF2-49F8-90B7-96CFAF91C5B3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>
          <a:xfrm>
            <a:off x="0" y="3695341"/>
            <a:ext cx="12193209" cy="3162659"/>
            <a:chOff x="0" y="3699103"/>
            <a:chExt cx="12193209" cy="3162659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652CF7D2-44A5-085F-4CB4-7C7165D6647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2C2DD17B-9DC9-16E4-3846-B2155A9FAC62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1EBC45D8-6C0A-F2AE-F9B9-9764B9E35FDC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1" name="Swirl Locked">
            <a:extLst>
              <a:ext uri="{FF2B5EF4-FFF2-40B4-BE49-F238E27FC236}">
                <a16:creationId xmlns:a16="http://schemas.microsoft.com/office/drawing/2014/main" id="{1F381FEE-8E63-7CD6-E3CC-BC2A3EDFE2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89FAF5-7AC5-C6FC-5E2B-AB33DC2AA07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BC0041CD-D4F8-6ECC-A104-A945A55CF40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884800-C0A3-CE77-2AC4-08E7D10843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7" name="Logo ISUZU GROUP">
            <a:extLst>
              <a:ext uri="{FF2B5EF4-FFF2-40B4-BE49-F238E27FC236}">
                <a16:creationId xmlns:a16="http://schemas.microsoft.com/office/drawing/2014/main" id="{949EAAC2-57E6-F525-52DE-8E3C83C69A59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0" name="Swirl Locked">
            <a:extLst>
              <a:ext uri="{FF2B5EF4-FFF2-40B4-BE49-F238E27FC236}">
                <a16:creationId xmlns:a16="http://schemas.microsoft.com/office/drawing/2014/main" id="{9E7F9BD1-2AAD-9AD7-E744-920B665A26F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E0F15026-6184-A986-FF59-9369B74E9BA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F10EBB-9A88-B7A7-1B08-8884C5512638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4E89846-739C-C28F-B6B1-B9C87B66716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0EA28C34-5276-ED46-6CA9-92B3A9F1AB82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3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279642" y="2567027"/>
            <a:ext cx="6857999" cy="1723951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wirl Locked">
            <a:extLst>
              <a:ext uri="{FF2B5EF4-FFF2-40B4-BE49-F238E27FC236}">
                <a16:creationId xmlns:a16="http://schemas.microsoft.com/office/drawing/2014/main" id="{568E3E55-F4A5-3FA9-4E00-4E7534A19CB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09B29BD-3EA5-FA35-6E92-54D58354920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665D82C6-5E46-A233-A86C-52E900CC2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9C363D3-4FE8-9360-32BC-00CA39F52B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itle 6">
            <a:extLst>
              <a:ext uri="{FF2B5EF4-FFF2-40B4-BE49-F238E27FC236}">
                <a16:creationId xmlns:a16="http://schemas.microsoft.com/office/drawing/2014/main" id="{2C806783-2618-0C42-985C-78FA2C0843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CA7D30C-B39C-6E45-2110-A4B5009FFFDF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ked">
            <a:extLst>
              <a:ext uri="{FF2B5EF4-FFF2-40B4-BE49-F238E27FC236}">
                <a16:creationId xmlns:a16="http://schemas.microsoft.com/office/drawing/2014/main" id="{E0974985-8BDB-B28D-F193-B71979F13D0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5C72D6B-2A48-0A69-C499-B320874569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3E2BB04E-0434-6A5F-5BC4-739D377C4EA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96AD288-79D7-65DA-78D4-6BACB4C47C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8" name="Title 6">
            <a:extLst>
              <a:ext uri="{FF2B5EF4-FFF2-40B4-BE49-F238E27FC236}">
                <a16:creationId xmlns:a16="http://schemas.microsoft.com/office/drawing/2014/main" id="{E5C851E5-C86C-60A3-0A02-2429FF7933B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8B85A9D-30D5-A72B-03F1-65DE470A115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DFB1040D-CC45-E18B-6DDD-D7306EB09FF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0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4E7BC9-9FD5-9217-6AD6-4196B54CA65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4">
            <a:extLst>
              <a:ext uri="{FF2B5EF4-FFF2-40B4-BE49-F238E27FC236}">
                <a16:creationId xmlns:a16="http://schemas.microsoft.com/office/drawing/2014/main" id="{3DA5557C-E058-9A1B-D5B0-733BC1700FD5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C0233031-230C-DA82-EEF2-7B26FAEFCE3B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-15383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7691C5-9D1D-97C3-835A-61A1FCA1BB9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0FB7F5-5864-79B4-142F-D30C62FAE3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CF6419C-CB04-3BB8-CCB2-635AC3F35A12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54720B-F73A-A501-42D0-21E6A07CE4E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B3D184C-527C-EC75-4AA5-0AC7E6C5D2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9FE5F715-89EB-A8FB-2D2E-EA8BEC9AD334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98A11EE-460D-6559-0017-5D84D545E44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03A479DD-95E5-1C8B-D864-0AB29400F4B9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4A571C4-4D31-D173-F041-72701864667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3584D62-8455-C6C5-2C94-2413CA6CD42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85F825F1-AE64-3E33-509B-7194EDEA298F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>
            <a:lvl1pPr>
              <a:defRPr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38DEDB97-F1F9-7A36-8CFC-00AC051ACD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 flipH="1">
            <a:off x="8516631" y="3182631"/>
            <a:ext cx="6857866" cy="492871"/>
          </a:xfrm>
          <a:custGeom>
            <a:avLst/>
            <a:gdLst>
              <a:gd name="connsiteX0" fmla="*/ 0 w 4859940"/>
              <a:gd name="connsiteY0" fmla="*/ 0 h 349281"/>
              <a:gd name="connsiteX1" fmla="*/ 4859941 w 4859940"/>
              <a:gd name="connsiteY1" fmla="*/ 0 h 349281"/>
              <a:gd name="connsiteX2" fmla="*/ 4859941 w 4859940"/>
              <a:gd name="connsiteY2" fmla="*/ 349282 h 349281"/>
              <a:gd name="connsiteX3" fmla="*/ 0 w 4859940"/>
              <a:gd name="connsiteY3" fmla="*/ 349282 h 34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9940" h="349281">
                <a:moveTo>
                  <a:pt x="0" y="0"/>
                </a:moveTo>
                <a:lnTo>
                  <a:pt x="4859941" y="0"/>
                </a:lnTo>
                <a:lnTo>
                  <a:pt x="4859941" y="349282"/>
                </a:lnTo>
                <a:lnTo>
                  <a:pt x="0" y="349282"/>
                </a:lnTo>
                <a:close/>
              </a:path>
            </a:pathLst>
          </a:custGeom>
          <a:solidFill>
            <a:srgbClr val="C7465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8FA3B11-8BF7-9E80-2AF4-346AAECFE6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H="1">
            <a:off x="11699129" y="0"/>
            <a:ext cx="428625" cy="2283580"/>
          </a:xfrm>
          <a:custGeom>
            <a:avLst/>
            <a:gdLst>
              <a:gd name="connsiteX0" fmla="*/ 303752 w 303752"/>
              <a:gd name="connsiteY0" fmla="*/ 1618298 h 1618297"/>
              <a:gd name="connsiteX1" fmla="*/ 0 w 303752"/>
              <a:gd name="connsiteY1" fmla="*/ 0 h 1618297"/>
              <a:gd name="connsiteX2" fmla="*/ 303752 w 303752"/>
              <a:gd name="connsiteY2" fmla="*/ 0 h 1618297"/>
              <a:gd name="connsiteX3" fmla="*/ 303752 w 303752"/>
              <a:gd name="connsiteY3" fmla="*/ 1618298 h 16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52" h="1618297">
                <a:moveTo>
                  <a:pt x="303752" y="1618298"/>
                </a:moveTo>
                <a:cubicBezTo>
                  <a:pt x="129445" y="1104233"/>
                  <a:pt x="20955" y="543687"/>
                  <a:pt x="0" y="0"/>
                </a:cubicBezTo>
                <a:lnTo>
                  <a:pt x="303752" y="0"/>
                </a:lnTo>
                <a:lnTo>
                  <a:pt x="303752" y="1618298"/>
                </a:lnTo>
                <a:close/>
              </a:path>
            </a:pathLst>
          </a:custGeom>
          <a:solidFill>
            <a:srgbClr val="B5091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8A1B6884-A343-1B3C-BD01-9F530D8CB4A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H="1">
            <a:off x="10413255" y="2283580"/>
            <a:ext cx="1285874" cy="4574420"/>
          </a:xfrm>
          <a:custGeom>
            <a:avLst/>
            <a:gdLst>
              <a:gd name="connsiteX0" fmla="*/ 0 w 911256"/>
              <a:gd name="connsiteY0" fmla="*/ 754190 h 3241738"/>
              <a:gd name="connsiteX1" fmla="*/ 0 w 911256"/>
              <a:gd name="connsiteY1" fmla="*/ 3241739 h 3241738"/>
              <a:gd name="connsiteX2" fmla="*/ 911257 w 911256"/>
              <a:gd name="connsiteY2" fmla="*/ 3241739 h 3241738"/>
              <a:gd name="connsiteX3" fmla="*/ 607505 w 911256"/>
              <a:gd name="connsiteY3" fmla="*/ 1622965 h 3241738"/>
              <a:gd name="connsiteX4" fmla="*/ 0 w 911256"/>
              <a:gd name="connsiteY4" fmla="*/ 0 h 3241738"/>
              <a:gd name="connsiteX5" fmla="*/ 0 w 911256"/>
              <a:gd name="connsiteY5" fmla="*/ 754190 h 324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256" h="3241738">
                <a:moveTo>
                  <a:pt x="0" y="754190"/>
                </a:moveTo>
                <a:lnTo>
                  <a:pt x="0" y="3241739"/>
                </a:lnTo>
                <a:cubicBezTo>
                  <a:pt x="0" y="3241739"/>
                  <a:pt x="911257" y="3241739"/>
                  <a:pt x="911257" y="3241739"/>
                </a:cubicBezTo>
                <a:cubicBezTo>
                  <a:pt x="882301" y="2665476"/>
                  <a:pt x="756761" y="2123313"/>
                  <a:pt x="607505" y="1622965"/>
                </a:cubicBezTo>
                <a:cubicBezTo>
                  <a:pt x="446151" y="1082135"/>
                  <a:pt x="104299" y="307562"/>
                  <a:pt x="0" y="0"/>
                </a:cubicBezTo>
                <a:lnTo>
                  <a:pt x="0" y="754190"/>
                </a:lnTo>
                <a:close/>
              </a:path>
            </a:pathLst>
          </a:custGeom>
          <a:solidFill>
            <a:srgbClr val="D36B7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52B7CE3-EE5F-3956-8582-45533859E0B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 flipH="1">
            <a:off x="10413255" y="0"/>
            <a:ext cx="1778745" cy="6858000"/>
            <a:chOff x="0" y="0"/>
            <a:chExt cx="1778745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1D34ED51-DF7D-A873-4EB6-B7627C66DCE8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CCB3507-F00F-4068-4C59-442388BAAA27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F371865-3772-5BFC-B112-D6B0D6D26D3D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251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853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5341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9954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8/10/2026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8/10/2026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8/10/2026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Recolor 3">
            <a:extLst>
              <a:ext uri="{FF2B5EF4-FFF2-40B4-BE49-F238E27FC236}">
                <a16:creationId xmlns:a16="http://schemas.microsoft.com/office/drawing/2014/main" id="{B744EFA9-74E3-DAE9-718E-269A7E74B22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1">
            <a:extLst>
              <a:ext uri="{FF2B5EF4-FFF2-40B4-BE49-F238E27FC236}">
                <a16:creationId xmlns:a16="http://schemas.microsoft.com/office/drawing/2014/main" id="{D3B8D502-F0F1-50F5-DDED-3773CBAE1DB4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8/10/2026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Recolor 3">
            <a:extLst>
              <a:ext uri="{FF2B5EF4-FFF2-40B4-BE49-F238E27FC236}">
                <a16:creationId xmlns:a16="http://schemas.microsoft.com/office/drawing/2014/main" id="{0EB27B04-F8B3-1F2C-11EA-1264AE4C842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9BCCF247-FB88-324E-1B31-9A0DB9D8825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F63C480B-FAB5-C846-C250-17FA4293E40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0" name="Logo ISUZU GROUP">
            <a:extLst>
              <a:ext uri="{FF2B5EF4-FFF2-40B4-BE49-F238E27FC236}">
                <a16:creationId xmlns:a16="http://schemas.microsoft.com/office/drawing/2014/main" id="{3D8D0F4E-6E36-3CB8-A800-8A84F5F522D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Contact address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Full Name</a:t>
            </a:r>
            <a:endParaRPr kumimoji="1" lang="ja-JP" altLang="en-US"/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Phone</a:t>
            </a:r>
            <a:endParaRPr kumimoji="1" lang="ja-JP" altLang="en-US"/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7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E-Mail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9927-4D77-517C-6993-0EF9E34BF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2F033-96EE-B1A8-6253-44FC1A95F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0B37A-DB03-8BBB-F981-28B728445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08F-CABB-4FB5-9B39-86A2623BE8AC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30DDF-C2FC-CC8D-B122-B1BC1AF6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B53D-24F3-85D1-FA49-A07D982C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48-8104-4BA3-8E03-9BA36F552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7239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4B83-4B34-30D3-299A-BC42C1A0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41DD-454D-1464-1588-E7E4CB42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744BD-09F0-7FD7-1D2D-9CBAC8281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08F-CABB-4FB5-9B39-86A2623BE8AC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7C36-8258-17C1-E465-282F8106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154D-FD7E-AF73-9597-75AAAC81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48-8104-4BA3-8E03-9BA36F552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0169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9065-DC35-9751-12B2-4B1CAB1F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E2F891-848F-5BAC-623F-E7000046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08F-CABB-4FB5-9B39-86A2623BE8AC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27473-0201-737A-F25C-242D7EA4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8EDCC-9105-5E4E-BD21-DECFD8A1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48-8104-4BA3-8E03-9BA36F552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973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A2BD-CA59-5D4B-F325-42F5D80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1DCDF-5936-EBE3-73C7-8C61016B5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D1A35-7033-FE49-E4E5-7D836A34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08F-CABB-4FB5-9B39-86A2623BE8AC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F058-BABE-97C3-3A17-D16D76F5F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506E2-6FC6-6EA3-4000-3A0B2C40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9BB48-8104-4BA3-8E03-9BA36F552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64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4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47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 altLang="ja-JP"/>
              <a:t>Text</a:t>
            </a:r>
            <a:endParaRPr lang="ja-JP" altLang="en-US"/>
          </a:p>
          <a:p>
            <a:pPr lvl="1"/>
            <a:r>
              <a:rPr lang="en-GB" altLang="ja-JP"/>
              <a:t>Text</a:t>
            </a:r>
          </a:p>
          <a:p>
            <a:pPr lvl="2"/>
            <a:r>
              <a:rPr lang="en-GB" altLang="ja-JP"/>
              <a:t>Text</a:t>
            </a:r>
          </a:p>
          <a:p>
            <a:pPr lvl="3"/>
            <a:r>
              <a:rPr lang="en-GB" altLang="ja-JP"/>
              <a:t>Text</a:t>
            </a:r>
          </a:p>
          <a:p>
            <a:pPr lvl="4"/>
            <a:r>
              <a:rPr lang="en-GB" altLang="ja-JP"/>
              <a:t>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8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  <p:sldLayoutId id="2147483736" r:id="rId41"/>
    <p:sldLayoutId id="2147483737" r:id="rId42"/>
    <p:sldLayoutId id="2147483738" r:id="rId43"/>
    <p:sldLayoutId id="2147483739" r:id="rId4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E02-D02F-76A5-088E-BAA8F6392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8" y="2059911"/>
            <a:ext cx="10979274" cy="1609862"/>
          </a:xfrm>
        </p:spPr>
        <p:txBody>
          <a:bodyPr>
            <a:normAutofit fontScale="90000"/>
          </a:bodyPr>
          <a:lstStyle/>
          <a:p>
            <a:r>
              <a:rPr lang="en-US" sz="4000" dirty="0" err="1"/>
              <a:t>i</a:t>
            </a:r>
            <a:r>
              <a:rPr lang="en-US" sz="4000" dirty="0"/>
              <a:t>-FORS Project </a:t>
            </a:r>
            <a:r>
              <a:rPr lang="en-US" sz="2000" dirty="0"/>
              <a:t>(Previously GSCM)</a:t>
            </a:r>
            <a:br>
              <a:rPr lang="en-US" sz="4000" dirty="0"/>
            </a:br>
            <a:r>
              <a:rPr lang="en-US" sz="4000" dirty="0">
                <a:solidFill>
                  <a:srgbClr val="FF0000"/>
                </a:solidFill>
              </a:rPr>
              <a:t>I</a:t>
            </a:r>
            <a:r>
              <a:rPr lang="en-US" sz="4000" dirty="0"/>
              <a:t>suzu </a:t>
            </a:r>
            <a:r>
              <a:rPr lang="en-US" sz="4000" dirty="0">
                <a:solidFill>
                  <a:srgbClr val="FF0000"/>
                </a:solidFill>
              </a:rPr>
              <a:t>F</a:t>
            </a:r>
            <a:r>
              <a:rPr lang="en-US" sz="4000" dirty="0"/>
              <a:t>orecasting &amp; </a:t>
            </a:r>
            <a:r>
              <a:rPr lang="en-US" sz="4000" dirty="0">
                <a:solidFill>
                  <a:srgbClr val="FF0000"/>
                </a:solidFill>
              </a:rPr>
              <a:t>O</a:t>
            </a:r>
            <a:r>
              <a:rPr lang="en-US" sz="4000" dirty="0"/>
              <a:t>rder </a:t>
            </a:r>
            <a:r>
              <a:rPr lang="en-US" sz="4000" dirty="0">
                <a:solidFill>
                  <a:srgbClr val="FF0000"/>
                </a:solidFill>
              </a:rPr>
              <a:t>R</a:t>
            </a:r>
            <a:r>
              <a:rPr lang="en-US" sz="4000" dirty="0"/>
              <a:t>eplenishment </a:t>
            </a:r>
            <a:r>
              <a:rPr lang="en-US" sz="4000" dirty="0">
                <a:solidFill>
                  <a:srgbClr val="FF0000"/>
                </a:solidFill>
              </a:rPr>
              <a:t>S</a:t>
            </a:r>
            <a:r>
              <a:rPr lang="en-US" sz="4000" dirty="0"/>
              <a:t>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0FB0C-108E-D693-57E6-D6E78737E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ISUZU TRUCK UK LTD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BAACD-2830-5861-7AC3-7F3D6FD5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21E181F-87F3-E009-0A61-1698C98BD9C0}"/>
              </a:ext>
            </a:extLst>
          </p:cNvPr>
          <p:cNvSpPr/>
          <p:nvPr/>
        </p:nvSpPr>
        <p:spPr>
          <a:xfrm>
            <a:off x="523878" y="3967699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briefing ahead of discussions with Isuzu Motors Limited, Japan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92582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F7EC-9FD9-17D4-FD20-164B7F5E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世界地図 | 無料イラスト素材｜素材ラボ">
            <a:extLst>
              <a:ext uri="{FF2B5EF4-FFF2-40B4-BE49-F238E27FC236}">
                <a16:creationId xmlns:a16="http://schemas.microsoft.com/office/drawing/2014/main" id="{1893C708-640C-8F34-D60D-21F23B6410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41"/>
          <a:stretch>
            <a:fillRect/>
          </a:stretch>
        </p:blipFill>
        <p:spPr bwMode="auto">
          <a:xfrm>
            <a:off x="1342317" y="562372"/>
            <a:ext cx="8904312" cy="6309320"/>
          </a:xfrm>
          <a:prstGeom prst="flowChartConnector">
            <a:avLst/>
          </a:prstGeom>
          <a:ln>
            <a:solidFill>
              <a:schemeClr val="accent1"/>
            </a:solidFill>
          </a:ln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3C913DE2-CE11-AC8F-180E-FC41780F7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76801"/>
            <a:ext cx="9551230" cy="518746"/>
          </a:xfrm>
        </p:spPr>
        <p:txBody>
          <a:bodyPr/>
          <a:lstStyle/>
          <a:p>
            <a:r>
              <a:rPr lang="en-US" altLang="ja-JP" sz="3600" dirty="0"/>
              <a:t>Members </a:t>
            </a:r>
            <a:r>
              <a:rPr lang="en-US" altLang="ja-JP" sz="2400" dirty="0"/>
              <a:t>(</a:t>
            </a:r>
            <a:r>
              <a:rPr lang="en-US" altLang="ja-JP" sz="2400" dirty="0" err="1"/>
              <a:t>i</a:t>
            </a:r>
            <a:r>
              <a:rPr lang="en-US" altLang="ja-JP" sz="2400" dirty="0"/>
              <a:t>-FORS Group-N85)</a:t>
            </a:r>
            <a:endParaRPr kumimoji="1" lang="ja-JP" altLang="en-US" sz="24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B78D7A4-B3F8-DEA4-E4EB-88FFD1CC88FE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5609816" y="3645024"/>
            <a:ext cx="1089764" cy="105616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CE6ABBE-09FC-0C78-8B7D-D84405AB227E}"/>
              </a:ext>
            </a:extLst>
          </p:cNvPr>
          <p:cNvCxnSpPr>
            <a:cxnSpLocks/>
            <a:endCxn id="54" idx="6"/>
          </p:cNvCxnSpPr>
          <p:nvPr/>
        </p:nvCxnSpPr>
        <p:spPr>
          <a:xfrm flipH="1">
            <a:off x="4763832" y="3645024"/>
            <a:ext cx="845984" cy="37803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23CF110-5047-8BD2-26C8-F4CBD7A62DDD}"/>
              </a:ext>
            </a:extLst>
          </p:cNvPr>
          <p:cNvGrpSpPr/>
          <p:nvPr/>
        </p:nvGrpSpPr>
        <p:grpSpPr>
          <a:xfrm>
            <a:off x="4439815" y="2780928"/>
            <a:ext cx="2670013" cy="876898"/>
            <a:chOff x="4439816" y="2780928"/>
            <a:chExt cx="2396432" cy="876898"/>
          </a:xfrm>
        </p:grpSpPr>
        <p:sp>
          <p:nvSpPr>
            <p:cNvPr id="20" name="フローチャート: 端子 19">
              <a:extLst>
                <a:ext uri="{FF2B5EF4-FFF2-40B4-BE49-F238E27FC236}">
                  <a16:creationId xmlns:a16="http://schemas.microsoft.com/office/drawing/2014/main" id="{8790331C-F839-1034-6766-C581554B9E6D}"/>
                </a:ext>
              </a:extLst>
            </p:cNvPr>
            <p:cNvSpPr/>
            <p:nvPr/>
          </p:nvSpPr>
          <p:spPr>
            <a:xfrm>
              <a:off x="4439816" y="2780928"/>
              <a:ext cx="2340000" cy="864096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accent2"/>
              </a:solidFill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22AEEC0-63B6-B839-9208-9863C81F4CFD}"/>
                </a:ext>
              </a:extLst>
            </p:cNvPr>
            <p:cNvSpPr txBox="1"/>
            <p:nvPr/>
          </p:nvSpPr>
          <p:spPr>
            <a:xfrm>
              <a:off x="5205216" y="2865214"/>
              <a:ext cx="1631032" cy="37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2000" b="1" dirty="0"/>
                <a:t>Nao</a:t>
              </a:r>
              <a:r>
                <a:rPr kumimoji="1" lang="ja-JP" altLang="en-US" sz="2000" b="1" dirty="0"/>
                <a:t> </a:t>
              </a:r>
              <a:r>
                <a:rPr kumimoji="1" lang="en-US" altLang="ja-JP" sz="2000" b="1" dirty="0"/>
                <a:t>Masaki</a:t>
              </a:r>
              <a:endParaRPr kumimoji="1" lang="ja-JP" altLang="en-US" sz="2000" b="1" dirty="0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9F8B7B70-EFDC-AD20-F195-26FE4DDC2FD5}"/>
                </a:ext>
              </a:extLst>
            </p:cNvPr>
            <p:cNvSpPr txBox="1"/>
            <p:nvPr/>
          </p:nvSpPr>
          <p:spPr>
            <a:xfrm>
              <a:off x="5285619" y="3100750"/>
              <a:ext cx="1408525" cy="557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Team</a:t>
              </a:r>
              <a:r>
                <a:rPr kumimoji="1" lang="ja-JP" altLang="en-US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 </a:t>
              </a: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Leader</a:t>
              </a: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IMA/IIF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4" name="楕円 53">
            <a:extLst>
              <a:ext uri="{FF2B5EF4-FFF2-40B4-BE49-F238E27FC236}">
                <a16:creationId xmlns:a16="http://schemas.microsoft.com/office/drawing/2014/main" id="{D5416F14-F947-D739-91D4-8348D23644EB}"/>
              </a:ext>
            </a:extLst>
          </p:cNvPr>
          <p:cNvSpPr/>
          <p:nvPr/>
        </p:nvSpPr>
        <p:spPr>
          <a:xfrm>
            <a:off x="4583832" y="3933056"/>
            <a:ext cx="180000" cy="18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384F9B6-B97F-D66F-4615-BCF6ECCAD9B1}"/>
              </a:ext>
            </a:extLst>
          </p:cNvPr>
          <p:cNvSpPr txBox="1"/>
          <p:nvPr/>
        </p:nvSpPr>
        <p:spPr>
          <a:xfrm>
            <a:off x="4476398" y="3645024"/>
            <a:ext cx="7200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>
                <a:solidFill>
                  <a:schemeClr val="accent1"/>
                </a:solidFill>
              </a:rPr>
              <a:t>IIF</a:t>
            </a:r>
            <a:endParaRPr kumimoji="1" lang="ja-JP" altLang="en-US" err="1">
              <a:solidFill>
                <a:schemeClr val="accent1"/>
              </a:solidFill>
            </a:endParaRP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A283CB26-2D0F-A942-D2BB-F0B4CD2C97F2}"/>
              </a:ext>
            </a:extLst>
          </p:cNvPr>
          <p:cNvSpPr/>
          <p:nvPr/>
        </p:nvSpPr>
        <p:spPr>
          <a:xfrm>
            <a:off x="6673220" y="4674825"/>
            <a:ext cx="180000" cy="180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DDA37B7-4C05-1E91-CF12-FBD2CD50F760}"/>
              </a:ext>
            </a:extLst>
          </p:cNvPr>
          <p:cNvSpPr txBox="1"/>
          <p:nvPr/>
        </p:nvSpPr>
        <p:spPr>
          <a:xfrm>
            <a:off x="6744072" y="4455520"/>
            <a:ext cx="7200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>
                <a:solidFill>
                  <a:schemeClr val="accent1"/>
                </a:solidFill>
              </a:rPr>
              <a:t>IMA</a:t>
            </a:r>
            <a:endParaRPr kumimoji="1" lang="ja-JP" altLang="en-US" err="1">
              <a:solidFill>
                <a:schemeClr val="accent1"/>
              </a:solidFill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5A3DD4F3-1BB1-0EA6-A177-22547867BFF2}"/>
              </a:ext>
            </a:extLst>
          </p:cNvPr>
          <p:cNvGrpSpPr/>
          <p:nvPr/>
        </p:nvGrpSpPr>
        <p:grpSpPr>
          <a:xfrm>
            <a:off x="6456040" y="5517232"/>
            <a:ext cx="2520280" cy="917116"/>
            <a:chOff x="6456040" y="5517232"/>
            <a:chExt cx="2520280" cy="917116"/>
          </a:xfrm>
        </p:grpSpPr>
        <p:sp>
          <p:nvSpPr>
            <p:cNvPr id="1040" name="フローチャート: 端子 1039">
              <a:extLst>
                <a:ext uri="{FF2B5EF4-FFF2-40B4-BE49-F238E27FC236}">
                  <a16:creationId xmlns:a16="http://schemas.microsoft.com/office/drawing/2014/main" id="{4A68CEF3-AEBA-4679-82B3-5A6396D2B12F}"/>
                </a:ext>
              </a:extLst>
            </p:cNvPr>
            <p:cNvSpPr/>
            <p:nvPr/>
          </p:nvSpPr>
          <p:spPr>
            <a:xfrm>
              <a:off x="6456040" y="5517232"/>
              <a:ext cx="2376000" cy="864096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accent2"/>
              </a:solidFill>
              <a:prstDash val="lgDash"/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1042" name="テキスト ボックス 1041">
              <a:extLst>
                <a:ext uri="{FF2B5EF4-FFF2-40B4-BE49-F238E27FC236}">
                  <a16:creationId xmlns:a16="http://schemas.microsoft.com/office/drawing/2014/main" id="{46F7C1FD-FEBD-35AA-6ED7-67155F091DE7}"/>
                </a:ext>
              </a:extLst>
            </p:cNvPr>
            <p:cNvSpPr txBox="1"/>
            <p:nvPr/>
          </p:nvSpPr>
          <p:spPr>
            <a:xfrm>
              <a:off x="7307710" y="5626768"/>
              <a:ext cx="1631032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600" b="1" dirty="0"/>
                <a:t>Keiya</a:t>
              </a:r>
              <a:r>
                <a:rPr kumimoji="1" lang="ja-JP" altLang="en-US" sz="1600" b="1" dirty="0"/>
                <a:t> </a:t>
              </a:r>
              <a:r>
                <a:rPr kumimoji="1" lang="en-US" altLang="ja-JP" sz="1600" b="1" dirty="0"/>
                <a:t>Otsuki</a:t>
              </a:r>
              <a:endParaRPr kumimoji="1" lang="ja-JP" altLang="en-US" sz="1600" b="1" dirty="0"/>
            </a:p>
          </p:txBody>
        </p:sp>
        <p:sp>
          <p:nvSpPr>
            <p:cNvPr id="1043" name="テキスト ボックス 1042">
              <a:extLst>
                <a:ext uri="{FF2B5EF4-FFF2-40B4-BE49-F238E27FC236}">
                  <a16:creationId xmlns:a16="http://schemas.microsoft.com/office/drawing/2014/main" id="{F2CFA424-B424-CEFB-FCF2-CAD00080C6B5}"/>
                </a:ext>
              </a:extLst>
            </p:cNvPr>
            <p:cNvSpPr txBox="1"/>
            <p:nvPr/>
          </p:nvSpPr>
          <p:spPr>
            <a:xfrm>
              <a:off x="7478979" y="5877272"/>
              <a:ext cx="1497341" cy="557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IMA-based</a:t>
              </a: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IMSB/IPC</a:t>
              </a:r>
              <a:endPara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044" name="直線コネクタ 1043">
            <a:extLst>
              <a:ext uri="{FF2B5EF4-FFF2-40B4-BE49-F238E27FC236}">
                <a16:creationId xmlns:a16="http://schemas.microsoft.com/office/drawing/2014/main" id="{3D3310F2-4A3F-2111-2F48-B14F06C2A8D3}"/>
              </a:ext>
            </a:extLst>
          </p:cNvPr>
          <p:cNvCxnSpPr>
            <a:cxnSpLocks/>
            <a:stCxn id="54" idx="2"/>
            <a:endCxn id="1037" idx="3"/>
          </p:cNvCxnSpPr>
          <p:nvPr/>
        </p:nvCxnSpPr>
        <p:spPr>
          <a:xfrm flipH="1" flipV="1">
            <a:off x="2683788" y="3710071"/>
            <a:ext cx="1900044" cy="312985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直線コネクタ 1048">
            <a:extLst>
              <a:ext uri="{FF2B5EF4-FFF2-40B4-BE49-F238E27FC236}">
                <a16:creationId xmlns:a16="http://schemas.microsoft.com/office/drawing/2014/main" id="{C2CEC4B3-C1E4-9283-9334-3C90E37207B3}"/>
              </a:ext>
            </a:extLst>
          </p:cNvPr>
          <p:cNvCxnSpPr>
            <a:cxnSpLocks/>
            <a:stCxn id="54" idx="2"/>
            <a:endCxn id="9" idx="3"/>
          </p:cNvCxnSpPr>
          <p:nvPr/>
        </p:nvCxnSpPr>
        <p:spPr>
          <a:xfrm flipH="1">
            <a:off x="2692214" y="4023056"/>
            <a:ext cx="1891618" cy="70208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楕円 1053">
            <a:extLst>
              <a:ext uri="{FF2B5EF4-FFF2-40B4-BE49-F238E27FC236}">
                <a16:creationId xmlns:a16="http://schemas.microsoft.com/office/drawing/2014/main" id="{1C6DDE25-1CEF-D3A8-C8A8-7BD65639C0AB}"/>
              </a:ext>
            </a:extLst>
          </p:cNvPr>
          <p:cNvSpPr/>
          <p:nvPr/>
        </p:nvSpPr>
        <p:spPr>
          <a:xfrm>
            <a:off x="2279576" y="2852936"/>
            <a:ext cx="108000" cy="108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accent2"/>
              </a:solidFill>
            </a:endParaRPr>
          </a:p>
        </p:txBody>
      </p:sp>
      <p:sp>
        <p:nvSpPr>
          <p:cNvPr id="1055" name="テキスト ボックス 1054">
            <a:extLst>
              <a:ext uri="{FF2B5EF4-FFF2-40B4-BE49-F238E27FC236}">
                <a16:creationId xmlns:a16="http://schemas.microsoft.com/office/drawing/2014/main" id="{E7F548E7-710C-3E04-F598-E94C700B91CB}"/>
              </a:ext>
            </a:extLst>
          </p:cNvPr>
          <p:cNvSpPr txBox="1"/>
          <p:nvPr/>
        </p:nvSpPr>
        <p:spPr>
          <a:xfrm>
            <a:off x="1991544" y="2564904"/>
            <a:ext cx="72008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>
                <a:solidFill>
                  <a:schemeClr val="accent2"/>
                </a:solidFill>
              </a:rPr>
              <a:t>ITUK</a:t>
            </a:r>
            <a:endParaRPr kumimoji="1" lang="ja-JP" altLang="en-US" sz="1600" err="1">
              <a:solidFill>
                <a:schemeClr val="accent2"/>
              </a:solidFill>
            </a:endParaRP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1FB6B89D-DDD0-8B63-6B42-6C629353FA35}"/>
              </a:ext>
            </a:extLst>
          </p:cNvPr>
          <p:cNvGrpSpPr/>
          <p:nvPr/>
        </p:nvGrpSpPr>
        <p:grpSpPr>
          <a:xfrm>
            <a:off x="7320126" y="3212976"/>
            <a:ext cx="2844000" cy="864096"/>
            <a:chOff x="7320136" y="3212976"/>
            <a:chExt cx="2529061" cy="864096"/>
          </a:xfrm>
        </p:grpSpPr>
        <p:sp>
          <p:nvSpPr>
            <p:cNvPr id="1057" name="フローチャート: 端子 1056">
              <a:extLst>
                <a:ext uri="{FF2B5EF4-FFF2-40B4-BE49-F238E27FC236}">
                  <a16:creationId xmlns:a16="http://schemas.microsoft.com/office/drawing/2014/main" id="{867ADD92-CD37-19A0-3CD3-8D4C71BB64E9}"/>
                </a:ext>
              </a:extLst>
            </p:cNvPr>
            <p:cNvSpPr/>
            <p:nvPr/>
          </p:nvSpPr>
          <p:spPr>
            <a:xfrm>
              <a:off x="7320136" y="3212976"/>
              <a:ext cx="2340000" cy="864096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accent2"/>
              </a:solidFill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1059" name="テキスト ボックス 1058">
              <a:extLst>
                <a:ext uri="{FF2B5EF4-FFF2-40B4-BE49-F238E27FC236}">
                  <a16:creationId xmlns:a16="http://schemas.microsoft.com/office/drawing/2014/main" id="{0A4E5178-DA49-292A-B703-AB07830CC617}"/>
                </a:ext>
              </a:extLst>
            </p:cNvPr>
            <p:cNvSpPr txBox="1"/>
            <p:nvPr/>
          </p:nvSpPr>
          <p:spPr>
            <a:xfrm>
              <a:off x="8013197" y="3365058"/>
              <a:ext cx="1836000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600" b="1" dirty="0"/>
                <a:t>Nariko</a:t>
              </a:r>
              <a:r>
                <a:rPr kumimoji="1" lang="ja-JP" altLang="en-US" sz="1600" b="1" dirty="0"/>
                <a:t> </a:t>
              </a:r>
              <a:r>
                <a:rPr kumimoji="1" lang="en-US" altLang="ja-JP" sz="1600" b="1" dirty="0"/>
                <a:t>Kikuyama</a:t>
              </a:r>
              <a:endParaRPr kumimoji="1" lang="ja-JP" altLang="en-US" sz="1600" b="1" dirty="0"/>
            </a:p>
          </p:txBody>
        </p:sp>
        <p:sp>
          <p:nvSpPr>
            <p:cNvPr id="1060" name="テキスト ボックス 1059">
              <a:extLst>
                <a:ext uri="{FF2B5EF4-FFF2-40B4-BE49-F238E27FC236}">
                  <a16:creationId xmlns:a16="http://schemas.microsoft.com/office/drawing/2014/main" id="{DB29DBBC-B0EB-01C7-72D6-491EC2658FE7}"/>
                </a:ext>
              </a:extLst>
            </p:cNvPr>
            <p:cNvSpPr txBox="1"/>
            <p:nvPr/>
          </p:nvSpPr>
          <p:spPr>
            <a:xfrm>
              <a:off x="8131439" y="3636204"/>
              <a:ext cx="1497341" cy="341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IMIT</a:t>
              </a:r>
              <a:endPara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061" name="楕円 1060">
            <a:extLst>
              <a:ext uri="{FF2B5EF4-FFF2-40B4-BE49-F238E27FC236}">
                <a16:creationId xmlns:a16="http://schemas.microsoft.com/office/drawing/2014/main" id="{8CABF6E8-D7B5-E18A-85A4-373D3BDFE5C0}"/>
              </a:ext>
            </a:extLst>
          </p:cNvPr>
          <p:cNvSpPr/>
          <p:nvPr/>
        </p:nvSpPr>
        <p:spPr>
          <a:xfrm>
            <a:off x="3935760" y="4581128"/>
            <a:ext cx="108000" cy="108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accent2"/>
              </a:solidFill>
            </a:endParaRPr>
          </a:p>
        </p:txBody>
      </p:sp>
      <p:sp>
        <p:nvSpPr>
          <p:cNvPr id="1062" name="テキスト ボックス 1061">
            <a:extLst>
              <a:ext uri="{FF2B5EF4-FFF2-40B4-BE49-F238E27FC236}">
                <a16:creationId xmlns:a16="http://schemas.microsoft.com/office/drawing/2014/main" id="{C3DC43A2-4093-735C-EFBE-4EEA541593EA}"/>
              </a:ext>
            </a:extLst>
          </p:cNvPr>
          <p:cNvSpPr txBox="1"/>
          <p:nvPr/>
        </p:nvSpPr>
        <p:spPr>
          <a:xfrm>
            <a:off x="3483536" y="4365104"/>
            <a:ext cx="52423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>
                <a:solidFill>
                  <a:schemeClr val="accent2"/>
                </a:solidFill>
              </a:rPr>
              <a:t>IEA</a:t>
            </a:r>
            <a:endParaRPr kumimoji="1" lang="ja-JP" altLang="en-US" sz="1600" err="1">
              <a:solidFill>
                <a:schemeClr val="accent2"/>
              </a:solidFill>
            </a:endParaRPr>
          </a:p>
        </p:txBody>
      </p:sp>
      <p:cxnSp>
        <p:nvCxnSpPr>
          <p:cNvPr id="1063" name="直線コネクタ 1062">
            <a:extLst>
              <a:ext uri="{FF2B5EF4-FFF2-40B4-BE49-F238E27FC236}">
                <a16:creationId xmlns:a16="http://schemas.microsoft.com/office/drawing/2014/main" id="{2886CF97-346E-51C7-5F7A-DB6280ACC9DD}"/>
              </a:ext>
            </a:extLst>
          </p:cNvPr>
          <p:cNvCxnSpPr>
            <a:cxnSpLocks/>
            <a:stCxn id="1061" idx="2"/>
            <a:endCxn id="9" idx="3"/>
          </p:cNvCxnSpPr>
          <p:nvPr/>
        </p:nvCxnSpPr>
        <p:spPr>
          <a:xfrm flipH="1">
            <a:off x="2692214" y="4635128"/>
            <a:ext cx="1243546" cy="9001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直線コネクタ 1065">
            <a:extLst>
              <a:ext uri="{FF2B5EF4-FFF2-40B4-BE49-F238E27FC236}">
                <a16:creationId xmlns:a16="http://schemas.microsoft.com/office/drawing/2014/main" id="{3431F851-74AC-9598-E3A3-26082760916E}"/>
              </a:ext>
            </a:extLst>
          </p:cNvPr>
          <p:cNvCxnSpPr>
            <a:cxnSpLocks/>
            <a:stCxn id="9" idx="3"/>
            <a:endCxn id="1054" idx="5"/>
          </p:cNvCxnSpPr>
          <p:nvPr/>
        </p:nvCxnSpPr>
        <p:spPr>
          <a:xfrm flipH="1" flipV="1">
            <a:off x="2371760" y="2945120"/>
            <a:ext cx="320454" cy="178002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直線コネクタ 1073">
            <a:extLst>
              <a:ext uri="{FF2B5EF4-FFF2-40B4-BE49-F238E27FC236}">
                <a16:creationId xmlns:a16="http://schemas.microsoft.com/office/drawing/2014/main" id="{54CC28B6-1169-993B-7E97-BF0E2FD0868F}"/>
              </a:ext>
            </a:extLst>
          </p:cNvPr>
          <p:cNvCxnSpPr>
            <a:cxnSpLocks/>
            <a:stCxn id="56" idx="3"/>
          </p:cNvCxnSpPr>
          <p:nvPr/>
        </p:nvCxnSpPr>
        <p:spPr>
          <a:xfrm flipH="1">
            <a:off x="5627688" y="4828465"/>
            <a:ext cx="1071892" cy="140884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8" name="楕円 1077">
            <a:extLst>
              <a:ext uri="{FF2B5EF4-FFF2-40B4-BE49-F238E27FC236}">
                <a16:creationId xmlns:a16="http://schemas.microsoft.com/office/drawing/2014/main" id="{1CD01C05-16F6-1CD9-D9F9-5493C83E7B29}"/>
              </a:ext>
            </a:extLst>
          </p:cNvPr>
          <p:cNvSpPr/>
          <p:nvPr/>
        </p:nvSpPr>
        <p:spPr>
          <a:xfrm>
            <a:off x="6529204" y="4257112"/>
            <a:ext cx="180000" cy="1800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1079" name="テキスト ボックス 1078">
            <a:extLst>
              <a:ext uri="{FF2B5EF4-FFF2-40B4-BE49-F238E27FC236}">
                <a16:creationId xmlns:a16="http://schemas.microsoft.com/office/drawing/2014/main" id="{C4F64EDC-026B-C84B-E880-4BD5408A7700}"/>
              </a:ext>
            </a:extLst>
          </p:cNvPr>
          <p:cNvSpPr txBox="1"/>
          <p:nvPr/>
        </p:nvSpPr>
        <p:spPr>
          <a:xfrm>
            <a:off x="6168008" y="3933056"/>
            <a:ext cx="72008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>
                <a:solidFill>
                  <a:schemeClr val="accent4"/>
                </a:solidFill>
              </a:rPr>
              <a:t>IMIT</a:t>
            </a:r>
            <a:endParaRPr kumimoji="1" lang="ja-JP" altLang="en-US">
              <a:solidFill>
                <a:schemeClr val="accent4"/>
              </a:solidFill>
            </a:endParaRPr>
          </a:p>
        </p:txBody>
      </p:sp>
      <p:cxnSp>
        <p:nvCxnSpPr>
          <p:cNvPr id="1081" name="直線コネクタ 1080">
            <a:extLst>
              <a:ext uri="{FF2B5EF4-FFF2-40B4-BE49-F238E27FC236}">
                <a16:creationId xmlns:a16="http://schemas.microsoft.com/office/drawing/2014/main" id="{87343596-E075-4AF4-E783-62190ECDC714}"/>
              </a:ext>
            </a:extLst>
          </p:cNvPr>
          <p:cNvCxnSpPr>
            <a:cxnSpLocks/>
            <a:stCxn id="1078" idx="7"/>
          </p:cNvCxnSpPr>
          <p:nvPr/>
        </p:nvCxnSpPr>
        <p:spPr>
          <a:xfrm flipV="1">
            <a:off x="6682844" y="3645024"/>
            <a:ext cx="637292" cy="63844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4" name="楕円 1083">
            <a:extLst>
              <a:ext uri="{FF2B5EF4-FFF2-40B4-BE49-F238E27FC236}">
                <a16:creationId xmlns:a16="http://schemas.microsoft.com/office/drawing/2014/main" id="{7F2B85D2-B036-724A-9AAA-ABDE81099C84}"/>
              </a:ext>
            </a:extLst>
          </p:cNvPr>
          <p:cNvSpPr/>
          <p:nvPr/>
        </p:nvSpPr>
        <p:spPr>
          <a:xfrm>
            <a:off x="7392144" y="4329112"/>
            <a:ext cx="108000" cy="108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accent2"/>
              </a:solidFill>
            </a:endParaRPr>
          </a:p>
        </p:txBody>
      </p:sp>
      <p:sp>
        <p:nvSpPr>
          <p:cNvPr id="1085" name="テキスト ボックス 1084">
            <a:extLst>
              <a:ext uri="{FF2B5EF4-FFF2-40B4-BE49-F238E27FC236}">
                <a16:creationId xmlns:a16="http://schemas.microsoft.com/office/drawing/2014/main" id="{7D97C754-C9CB-70B6-3052-A211FA0CFDB5}"/>
              </a:ext>
            </a:extLst>
          </p:cNvPr>
          <p:cNvSpPr txBox="1"/>
          <p:nvPr/>
        </p:nvSpPr>
        <p:spPr>
          <a:xfrm>
            <a:off x="7464152" y="4195188"/>
            <a:ext cx="72008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>
                <a:solidFill>
                  <a:schemeClr val="accent2"/>
                </a:solidFill>
              </a:rPr>
              <a:t>IPC</a:t>
            </a:r>
            <a:endParaRPr kumimoji="1" lang="ja-JP" altLang="en-US" sz="1600" err="1">
              <a:solidFill>
                <a:schemeClr val="accent2"/>
              </a:solidFill>
            </a:endParaRPr>
          </a:p>
        </p:txBody>
      </p:sp>
      <p:sp>
        <p:nvSpPr>
          <p:cNvPr id="1086" name="楕円 1085">
            <a:extLst>
              <a:ext uri="{FF2B5EF4-FFF2-40B4-BE49-F238E27FC236}">
                <a16:creationId xmlns:a16="http://schemas.microsoft.com/office/drawing/2014/main" id="{78A0F8CC-D04D-B6A9-83E2-A149A328CD5D}"/>
              </a:ext>
            </a:extLst>
          </p:cNvPr>
          <p:cNvSpPr/>
          <p:nvPr/>
        </p:nvSpPr>
        <p:spPr>
          <a:xfrm>
            <a:off x="6564064" y="4653136"/>
            <a:ext cx="108000" cy="108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accent2"/>
              </a:solidFill>
            </a:endParaRPr>
          </a:p>
        </p:txBody>
      </p:sp>
      <p:sp>
        <p:nvSpPr>
          <p:cNvPr id="1087" name="テキスト ボックス 1086">
            <a:extLst>
              <a:ext uri="{FF2B5EF4-FFF2-40B4-BE49-F238E27FC236}">
                <a16:creationId xmlns:a16="http://schemas.microsoft.com/office/drawing/2014/main" id="{9BFD7115-7793-5257-B533-CE4F8EEC1B80}"/>
              </a:ext>
            </a:extLst>
          </p:cNvPr>
          <p:cNvSpPr txBox="1"/>
          <p:nvPr/>
        </p:nvSpPr>
        <p:spPr>
          <a:xfrm>
            <a:off x="5909660" y="4509120"/>
            <a:ext cx="690396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>
                <a:solidFill>
                  <a:schemeClr val="accent2"/>
                </a:solidFill>
              </a:rPr>
              <a:t>IMSB</a:t>
            </a:r>
            <a:endParaRPr kumimoji="1" lang="ja-JP" altLang="en-US" sz="1600" err="1">
              <a:solidFill>
                <a:schemeClr val="accent2"/>
              </a:solidFill>
            </a:endParaRPr>
          </a:p>
        </p:txBody>
      </p:sp>
      <p:cxnSp>
        <p:nvCxnSpPr>
          <p:cNvPr id="1088" name="直線コネクタ 1087">
            <a:extLst>
              <a:ext uri="{FF2B5EF4-FFF2-40B4-BE49-F238E27FC236}">
                <a16:creationId xmlns:a16="http://schemas.microsoft.com/office/drawing/2014/main" id="{3F0F90B3-3542-0398-8BF3-7641DA85F788}"/>
              </a:ext>
            </a:extLst>
          </p:cNvPr>
          <p:cNvCxnSpPr>
            <a:cxnSpLocks/>
            <a:endCxn id="1084" idx="4"/>
          </p:cNvCxnSpPr>
          <p:nvPr/>
        </p:nvCxnSpPr>
        <p:spPr>
          <a:xfrm flipH="1" flipV="1">
            <a:off x="7446144" y="4437112"/>
            <a:ext cx="197896" cy="108012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直線コネクタ 1090">
            <a:extLst>
              <a:ext uri="{FF2B5EF4-FFF2-40B4-BE49-F238E27FC236}">
                <a16:creationId xmlns:a16="http://schemas.microsoft.com/office/drawing/2014/main" id="{C1CC8E71-A3F9-5827-EDBB-7A8219CDFEA4}"/>
              </a:ext>
            </a:extLst>
          </p:cNvPr>
          <p:cNvCxnSpPr>
            <a:cxnSpLocks/>
            <a:endCxn id="1086" idx="4"/>
          </p:cNvCxnSpPr>
          <p:nvPr/>
        </p:nvCxnSpPr>
        <p:spPr>
          <a:xfrm flipV="1">
            <a:off x="6456040" y="4761136"/>
            <a:ext cx="162024" cy="118814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3B31A418-63F1-F871-72D3-7E5BE05A3B04}"/>
              </a:ext>
            </a:extLst>
          </p:cNvPr>
          <p:cNvGrpSpPr/>
          <p:nvPr/>
        </p:nvGrpSpPr>
        <p:grpSpPr>
          <a:xfrm>
            <a:off x="9875812" y="4933192"/>
            <a:ext cx="2293498" cy="720000"/>
            <a:chOff x="9319701" y="4437192"/>
            <a:chExt cx="2293498" cy="720000"/>
          </a:xfrm>
        </p:grpSpPr>
        <p:sp>
          <p:nvSpPr>
            <p:cNvPr id="38" name="フローチャート: 端子 37">
              <a:extLst>
                <a:ext uri="{FF2B5EF4-FFF2-40B4-BE49-F238E27FC236}">
                  <a16:creationId xmlns:a16="http://schemas.microsoft.com/office/drawing/2014/main" id="{F962EAC2-972D-CCBD-DFF8-BC4EA400B8BF}"/>
                </a:ext>
              </a:extLst>
            </p:cNvPr>
            <p:cNvSpPr/>
            <p:nvPr/>
          </p:nvSpPr>
          <p:spPr>
            <a:xfrm>
              <a:off x="9319701" y="4437192"/>
              <a:ext cx="2160000" cy="720000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337176C2-3D73-9ED4-F5A8-43F4CCE6EBA5}"/>
                </a:ext>
              </a:extLst>
            </p:cNvPr>
            <p:cNvSpPr txBox="1"/>
            <p:nvPr/>
          </p:nvSpPr>
          <p:spPr>
            <a:xfrm>
              <a:off x="9982167" y="4537718"/>
              <a:ext cx="163103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b="1" dirty="0"/>
                <a:t>Takaharu</a:t>
              </a:r>
              <a:r>
                <a:rPr kumimoji="1" lang="ja-JP" altLang="en-US" sz="1400" b="1" dirty="0"/>
                <a:t> </a:t>
              </a:r>
              <a:r>
                <a:rPr kumimoji="1" lang="en-US" altLang="ja-JP" sz="1400" b="1" dirty="0"/>
                <a:t>Inoue</a:t>
              </a:r>
              <a:endParaRPr kumimoji="1" lang="ja-JP" altLang="en-US" sz="1400" b="1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57A1B88-CD5D-94EC-14FE-87B36D66CBC9}"/>
                </a:ext>
              </a:extLst>
            </p:cNvPr>
            <p:cNvSpPr txBox="1"/>
            <p:nvPr/>
          </p:nvSpPr>
          <p:spPr>
            <a:xfrm>
              <a:off x="9990821" y="4799118"/>
              <a:ext cx="1584000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Concurrent NP2</a:t>
              </a:r>
              <a:endPara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1FFB5F75-C044-5DF1-7E8C-CA2182E0AB5F}"/>
              </a:ext>
            </a:extLst>
          </p:cNvPr>
          <p:cNvGrpSpPr/>
          <p:nvPr/>
        </p:nvGrpSpPr>
        <p:grpSpPr>
          <a:xfrm>
            <a:off x="9875812" y="5838577"/>
            <a:ext cx="2331076" cy="720000"/>
            <a:chOff x="9319701" y="4437192"/>
            <a:chExt cx="2331076" cy="720000"/>
          </a:xfrm>
        </p:grpSpPr>
        <p:sp>
          <p:nvSpPr>
            <p:cNvPr id="44" name="フローチャート: 端子 43">
              <a:extLst>
                <a:ext uri="{FF2B5EF4-FFF2-40B4-BE49-F238E27FC236}">
                  <a16:creationId xmlns:a16="http://schemas.microsoft.com/office/drawing/2014/main" id="{39206903-A83B-380D-38DA-FA8891CCD537}"/>
                </a:ext>
              </a:extLst>
            </p:cNvPr>
            <p:cNvSpPr/>
            <p:nvPr/>
          </p:nvSpPr>
          <p:spPr>
            <a:xfrm>
              <a:off x="9319701" y="4437192"/>
              <a:ext cx="2160000" cy="720000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E19E806F-3A45-1D93-A5CA-D77B2E6C3AFA}"/>
                </a:ext>
              </a:extLst>
            </p:cNvPr>
            <p:cNvSpPr txBox="1"/>
            <p:nvPr/>
          </p:nvSpPr>
          <p:spPr>
            <a:xfrm>
              <a:off x="10019745" y="4550244"/>
              <a:ext cx="1631032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400" b="1" dirty="0"/>
                <a:t>Naoaki</a:t>
              </a:r>
              <a:r>
                <a:rPr kumimoji="1" lang="ja-JP" altLang="en-US" sz="1400" b="1" dirty="0"/>
                <a:t> </a:t>
              </a:r>
              <a:r>
                <a:rPr kumimoji="1" lang="en-US" altLang="ja-JP" sz="1400" b="1" dirty="0"/>
                <a:t>Tashiro</a:t>
              </a:r>
              <a:endParaRPr kumimoji="1" lang="ja-JP" altLang="en-US" sz="1400" b="1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E3E5121A-CDA4-FF80-A2F9-55434DFAD149}"/>
                </a:ext>
              </a:extLst>
            </p:cNvPr>
            <p:cNvSpPr txBox="1"/>
            <p:nvPr/>
          </p:nvSpPr>
          <p:spPr>
            <a:xfrm>
              <a:off x="9992219" y="4785796"/>
              <a:ext cx="1610598" cy="25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2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Concurrent NPC</a:t>
              </a:r>
              <a:endPara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28B7B77-51BC-1C38-2866-F5A63CA4909D}"/>
              </a:ext>
            </a:extLst>
          </p:cNvPr>
          <p:cNvGrpSpPr/>
          <p:nvPr/>
        </p:nvGrpSpPr>
        <p:grpSpPr>
          <a:xfrm>
            <a:off x="4439816" y="1466502"/>
            <a:ext cx="2988000" cy="882378"/>
            <a:chOff x="4439816" y="1466502"/>
            <a:chExt cx="2835064" cy="882378"/>
          </a:xfrm>
        </p:grpSpPr>
        <p:grpSp>
          <p:nvGrpSpPr>
            <p:cNvPr id="1098" name="グループ化 1097">
              <a:extLst>
                <a:ext uri="{FF2B5EF4-FFF2-40B4-BE49-F238E27FC236}">
                  <a16:creationId xmlns:a16="http://schemas.microsoft.com/office/drawing/2014/main" id="{296D4787-7E7A-DF67-D395-4949B96C19B0}"/>
                </a:ext>
              </a:extLst>
            </p:cNvPr>
            <p:cNvGrpSpPr/>
            <p:nvPr/>
          </p:nvGrpSpPr>
          <p:grpSpPr>
            <a:xfrm>
              <a:off x="4439816" y="1484784"/>
              <a:ext cx="2835064" cy="864096"/>
              <a:chOff x="-3409056" y="5085184"/>
              <a:chExt cx="2835064" cy="864096"/>
            </a:xfrm>
            <a:effectLst/>
          </p:grpSpPr>
          <p:sp>
            <p:nvSpPr>
              <p:cNvPr id="1099" name="フローチャート: 端子 1098">
                <a:extLst>
                  <a:ext uri="{FF2B5EF4-FFF2-40B4-BE49-F238E27FC236}">
                    <a16:creationId xmlns:a16="http://schemas.microsoft.com/office/drawing/2014/main" id="{D512CA85-B9A2-B746-2071-85D6A5B0702C}"/>
                  </a:ext>
                </a:extLst>
              </p:cNvPr>
              <p:cNvSpPr/>
              <p:nvPr/>
            </p:nvSpPr>
            <p:spPr>
              <a:xfrm>
                <a:off x="-3409056" y="5085184"/>
                <a:ext cx="2736304" cy="864096"/>
              </a:xfrm>
              <a:prstGeom prst="flowChartTerminator">
                <a:avLst/>
              </a:prstGeom>
              <a:solidFill>
                <a:schemeClr val="bg1">
                  <a:lumMod val="95000"/>
                  <a:alpha val="80000"/>
                </a:schemeClr>
              </a:solidFill>
              <a:ln>
                <a:solidFill>
                  <a:schemeClr val="accent2"/>
                </a:solidFill>
              </a:ln>
              <a:effectLst>
                <a:outerShdw blurRad="152400" dist="635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</a:pPr>
                <a:endParaRPr kumimoji="1" lang="ja-JP" altLang="en-US" sz="2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01" name="テキスト ボックス 1100">
                <a:extLst>
                  <a:ext uri="{FF2B5EF4-FFF2-40B4-BE49-F238E27FC236}">
                    <a16:creationId xmlns:a16="http://schemas.microsoft.com/office/drawing/2014/main" id="{7AD76D2A-9247-8478-A853-865586929D30}"/>
                  </a:ext>
                </a:extLst>
              </p:cNvPr>
              <p:cNvSpPr txBox="1"/>
              <p:nvPr/>
            </p:nvSpPr>
            <p:spPr>
              <a:xfrm>
                <a:off x="-2733992" y="5212214"/>
                <a:ext cx="216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r>
                  <a:rPr kumimoji="1" lang="en-US" altLang="ja-JP" sz="2000" b="1" dirty="0"/>
                  <a:t>Kenta</a:t>
                </a:r>
                <a:r>
                  <a:rPr kumimoji="1" lang="ja-JP" altLang="en-US" sz="2000" b="1" dirty="0"/>
                  <a:t> </a:t>
                </a:r>
                <a:r>
                  <a:rPr kumimoji="1" lang="en-US" altLang="ja-JP" sz="2000" b="1" dirty="0"/>
                  <a:t>Taniguchi</a:t>
                </a:r>
                <a:endParaRPr kumimoji="1" lang="ja-JP" altLang="en-US" sz="2000" b="1" dirty="0"/>
              </a:p>
            </p:txBody>
          </p:sp>
          <p:sp>
            <p:nvSpPr>
              <p:cNvPr id="1102" name="テキスト ボックス 1101">
                <a:extLst>
                  <a:ext uri="{FF2B5EF4-FFF2-40B4-BE49-F238E27FC236}">
                    <a16:creationId xmlns:a16="http://schemas.microsoft.com/office/drawing/2014/main" id="{D0570F49-FAEF-013D-42BE-E2A11332012E}"/>
                  </a:ext>
                </a:extLst>
              </p:cNvPr>
              <p:cNvSpPr txBox="1"/>
              <p:nvPr/>
            </p:nvSpPr>
            <p:spPr>
              <a:xfrm>
                <a:off x="-2610562" y="5508412"/>
                <a:ext cx="1713365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r>
                  <a:rPr kumimoji="1" lang="en-US" altLang="ja-JP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Group</a:t>
                </a:r>
                <a:r>
                  <a:rPr kumimoji="1" lang="ja-JP" altLang="en-US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 </a:t>
                </a:r>
                <a:r>
                  <a:rPr kumimoji="1" lang="en-US" altLang="ja-JP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Leader</a:t>
                </a:r>
                <a:endPara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pic>
          <p:nvPicPr>
            <p:cNvPr id="4" name="図 3" descr="スーツを着ている女性の顔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68FE69C1-2014-5819-0ACB-6321E5A55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2251" b="12121"/>
            <a:stretch>
              <a:fillRect/>
            </a:stretch>
          </p:blipFill>
          <p:spPr>
            <a:xfrm>
              <a:off x="4511394" y="1466502"/>
              <a:ext cx="756000" cy="876073"/>
            </a:xfrm>
            <a:prstGeom prst="ellipse">
              <a:avLst/>
            </a:prstGeom>
            <a:ln>
              <a:noFill/>
            </a:ln>
            <a:effectLst>
              <a:softEdge rad="63500"/>
            </a:effectLst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A5C8EF2-CE19-AB27-5ABB-0F65509E1B3B}"/>
              </a:ext>
            </a:extLst>
          </p:cNvPr>
          <p:cNvGrpSpPr/>
          <p:nvPr/>
        </p:nvGrpSpPr>
        <p:grpSpPr>
          <a:xfrm>
            <a:off x="2936959" y="5830316"/>
            <a:ext cx="2951848" cy="864096"/>
            <a:chOff x="3287688" y="5805264"/>
            <a:chExt cx="2589584" cy="864096"/>
          </a:xfrm>
        </p:grpSpPr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7FE78B49-E854-7F75-0C9B-5CE2D94861F4}"/>
                </a:ext>
              </a:extLst>
            </p:cNvPr>
            <p:cNvGrpSpPr/>
            <p:nvPr/>
          </p:nvGrpSpPr>
          <p:grpSpPr>
            <a:xfrm>
              <a:off x="3287688" y="5805264"/>
              <a:ext cx="2589584" cy="864096"/>
              <a:chOff x="3287688" y="5805264"/>
              <a:chExt cx="2589584" cy="864096"/>
            </a:xfrm>
          </p:grpSpPr>
          <p:sp>
            <p:nvSpPr>
              <p:cNvPr id="59" name="フローチャート: 端子 58">
                <a:extLst>
                  <a:ext uri="{FF2B5EF4-FFF2-40B4-BE49-F238E27FC236}">
                    <a16:creationId xmlns:a16="http://schemas.microsoft.com/office/drawing/2014/main" id="{2053ACE4-CBC7-D216-32F2-F07B249DA1A4}"/>
                  </a:ext>
                </a:extLst>
              </p:cNvPr>
              <p:cNvSpPr/>
              <p:nvPr/>
            </p:nvSpPr>
            <p:spPr>
              <a:xfrm>
                <a:off x="3287688" y="5805264"/>
                <a:ext cx="2340000" cy="864096"/>
              </a:xfrm>
              <a:prstGeom prst="flowChartTerminator">
                <a:avLst/>
              </a:prstGeom>
              <a:solidFill>
                <a:schemeClr val="bg1">
                  <a:lumMod val="95000"/>
                  <a:alpha val="80000"/>
                </a:schemeClr>
              </a:solidFill>
              <a:ln>
                <a:solidFill>
                  <a:schemeClr val="accent2"/>
                </a:solidFill>
              </a:ln>
              <a:effectLst>
                <a:outerShdw blurRad="152400" dist="63500" dir="5400000" sx="90000" sy="-19000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</a:pPr>
                <a:endParaRPr kumimoji="1" lang="ja-JP" altLang="en-US" sz="20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B6C73721-EC38-3FA7-0491-B8D30CE2A86C}"/>
                  </a:ext>
                </a:extLst>
              </p:cNvPr>
              <p:cNvSpPr txBox="1"/>
              <p:nvPr/>
            </p:nvSpPr>
            <p:spPr>
              <a:xfrm>
                <a:off x="4077272" y="5956541"/>
                <a:ext cx="18000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r>
                  <a:rPr kumimoji="1" lang="en-US" altLang="ja-JP" sz="1600" b="1" dirty="0"/>
                  <a:t>Haruka</a:t>
                </a:r>
                <a:r>
                  <a:rPr kumimoji="1" lang="ja-JP" altLang="en-US" sz="1600" b="1" dirty="0"/>
                  <a:t> </a:t>
                </a:r>
                <a:r>
                  <a:rPr kumimoji="1" lang="en-US" altLang="ja-JP" sz="1600" b="1" dirty="0"/>
                  <a:t>Ichimura</a:t>
                </a:r>
                <a:endParaRPr kumimoji="1" lang="ja-JP" altLang="en-US" sz="1600" b="1" dirty="0"/>
              </a:p>
            </p:txBody>
          </p:sp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0414D31A-1B54-B864-45EA-06ADE9D9DD5E}"/>
                  </a:ext>
                </a:extLst>
              </p:cNvPr>
              <p:cNvSpPr txBox="1"/>
              <p:nvPr/>
            </p:nvSpPr>
            <p:spPr>
              <a:xfrm>
                <a:off x="4178761" y="6187225"/>
                <a:ext cx="1497341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</a:pPr>
                <a:r>
                  <a:rPr kumimoji="1" lang="en-US" altLang="ja-JP" dirty="0">
                    <a:latin typeface="Meiryo UI" panose="020B0604030504040204" pitchFamily="50" charset="-128"/>
                    <a:ea typeface="Meiryo UI" panose="020B0604030504040204" pitchFamily="50" charset="-128"/>
                  </a:rPr>
                  <a:t>IMA</a:t>
                </a:r>
                <a:endParaRPr kumimoji="1" lang="ja-JP" altLang="en-US" dirty="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pic>
          <p:nvPicPr>
            <p:cNvPr id="2" name="図 1" descr="スーツを着ている人はスマイルしている&#10;&#10;AI 生成コンテンツは間違っている可能性があります。">
              <a:extLst>
                <a:ext uri="{FF2B5EF4-FFF2-40B4-BE49-F238E27FC236}">
                  <a16:creationId xmlns:a16="http://schemas.microsoft.com/office/drawing/2014/main" id="{38899057-3243-68F3-50B0-E63FE77C5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4084" y="5805360"/>
              <a:ext cx="776264" cy="864000"/>
            </a:xfrm>
            <a:prstGeom prst="rect">
              <a:avLst/>
            </a:prstGeom>
            <a:effectLst>
              <a:softEdge rad="31750"/>
            </a:effectLst>
          </p:spPr>
        </p:pic>
      </p:grpSp>
      <p:pic>
        <p:nvPicPr>
          <p:cNvPr id="18" name="図 17">
            <a:extLst>
              <a:ext uri="{FF2B5EF4-FFF2-40B4-BE49-F238E27FC236}">
                <a16:creationId xmlns:a16="http://schemas.microsoft.com/office/drawing/2014/main" id="{1138643C-FE78-E626-1E58-6553B4624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289" y="3138443"/>
            <a:ext cx="904383" cy="972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22594CB-7FD1-2F9D-2D14-9058D7FB9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166" y="2780976"/>
            <a:ext cx="864000" cy="864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3F7BAF8E-0543-2F3F-B01B-7222FBE973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2170" y="5849942"/>
            <a:ext cx="682918" cy="708635"/>
          </a:xfrm>
          <a:prstGeom prst="flowChartConnector">
            <a:avLst/>
          </a:prstGeom>
          <a:effectLst>
            <a:softEdge rad="31750"/>
          </a:effectLst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1AC948F-B57E-C8F8-57EC-25B4D8959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5527" y="4930312"/>
            <a:ext cx="676204" cy="713610"/>
          </a:xfrm>
          <a:prstGeom prst="flowChartConnector">
            <a:avLst/>
          </a:prstGeom>
          <a:effectLst>
            <a:softEdge rad="31750"/>
          </a:effectLst>
        </p:spPr>
      </p:pic>
      <p:pic>
        <p:nvPicPr>
          <p:cNvPr id="24" name="図 23" descr="白いシャツを着ている男性の顔&#10;&#10;AI 生成コンテンツは誤りを含む可能性があります。">
            <a:extLst>
              <a:ext uri="{FF2B5EF4-FFF2-40B4-BE49-F238E27FC236}">
                <a16:creationId xmlns:a16="http://schemas.microsoft.com/office/drawing/2014/main" id="{D9B4F2EB-4FA1-7901-2D1E-A81DAF334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051" y="5525279"/>
            <a:ext cx="834115" cy="864000"/>
          </a:xfrm>
          <a:prstGeom prst="flowChartConnector">
            <a:avLst/>
          </a:prstGeom>
          <a:effectLst>
            <a:softEdge rad="31750"/>
          </a:effectLst>
        </p:spPr>
      </p:pic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AD5648D-F7C3-F512-5E2C-76F8888BD24E}"/>
              </a:ext>
            </a:extLst>
          </p:cNvPr>
          <p:cNvGrpSpPr/>
          <p:nvPr/>
        </p:nvGrpSpPr>
        <p:grpSpPr>
          <a:xfrm>
            <a:off x="119336" y="3285080"/>
            <a:ext cx="2564452" cy="864000"/>
            <a:chOff x="119336" y="3212976"/>
            <a:chExt cx="2564452" cy="864000"/>
          </a:xfrm>
        </p:grpSpPr>
        <p:sp>
          <p:nvSpPr>
            <p:cNvPr id="1035" name="フローチャート: 端子 1034">
              <a:extLst>
                <a:ext uri="{FF2B5EF4-FFF2-40B4-BE49-F238E27FC236}">
                  <a16:creationId xmlns:a16="http://schemas.microsoft.com/office/drawing/2014/main" id="{861F27E8-52F1-3B45-DDAD-1F8550F2111E}"/>
                </a:ext>
              </a:extLst>
            </p:cNvPr>
            <p:cNvSpPr/>
            <p:nvPr/>
          </p:nvSpPr>
          <p:spPr>
            <a:xfrm>
              <a:off x="119336" y="3212976"/>
              <a:ext cx="2520000" cy="864000"/>
            </a:xfrm>
            <a:prstGeom prst="flowChartTerminator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solidFill>
                <a:schemeClr val="accent2"/>
              </a:solidFill>
            </a:ln>
            <a:effectLst>
              <a:outerShdw blurRad="152400" dist="63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endParaRPr kumimoji="1" lang="ja-JP" altLang="en-US" sz="2000" err="1">
                <a:solidFill>
                  <a:schemeClr val="tx1"/>
                </a:solidFill>
              </a:endParaRPr>
            </a:p>
          </p:txBody>
        </p:sp>
        <p:sp>
          <p:nvSpPr>
            <p:cNvPr id="1037" name="テキスト ボックス 1036">
              <a:extLst>
                <a:ext uri="{FF2B5EF4-FFF2-40B4-BE49-F238E27FC236}">
                  <a16:creationId xmlns:a16="http://schemas.microsoft.com/office/drawing/2014/main" id="{C3DE3DBD-A7FB-CB9E-6211-F0BBC01B2B13}"/>
                </a:ext>
              </a:extLst>
            </p:cNvPr>
            <p:cNvSpPr txBox="1"/>
            <p:nvPr/>
          </p:nvSpPr>
          <p:spPr>
            <a:xfrm>
              <a:off x="919788" y="3370201"/>
              <a:ext cx="1764000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 sz="1600" b="1" dirty="0"/>
                <a:t>Ryosuke</a:t>
              </a:r>
              <a:r>
                <a:rPr kumimoji="1" lang="ja-JP" altLang="en-US" sz="1600" b="1" dirty="0"/>
                <a:t> </a:t>
              </a:r>
              <a:r>
                <a:rPr kumimoji="1" lang="en-US" altLang="ja-JP" sz="1600" b="1" dirty="0"/>
                <a:t>Yokota</a:t>
              </a:r>
              <a:endParaRPr kumimoji="1" lang="ja-JP" altLang="en-US" sz="1600" b="1" dirty="0"/>
            </a:p>
          </p:txBody>
        </p:sp>
        <p:sp>
          <p:nvSpPr>
            <p:cNvPr id="1038" name="テキスト ボックス 1037">
              <a:extLst>
                <a:ext uri="{FF2B5EF4-FFF2-40B4-BE49-F238E27FC236}">
                  <a16:creationId xmlns:a16="http://schemas.microsoft.com/office/drawing/2014/main" id="{C7B829EE-7401-38E6-51B9-1AA995AB2B87}"/>
                </a:ext>
              </a:extLst>
            </p:cNvPr>
            <p:cNvSpPr txBox="1"/>
            <p:nvPr/>
          </p:nvSpPr>
          <p:spPr>
            <a:xfrm>
              <a:off x="1142161" y="3644976"/>
              <a:ext cx="1497175" cy="341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kumimoji="1" lang="en-US" altLang="ja-JP">
                  <a:latin typeface="Meiryo UI" panose="020B0604030504040204" pitchFamily="50" charset="-128"/>
                  <a:ea typeface="Meiryo UI" panose="020B0604030504040204" pitchFamily="50" charset="-128"/>
                </a:rPr>
                <a:t>IIF</a:t>
              </a:r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8" name="図 7">
            <a:extLst>
              <a:ext uri="{FF2B5EF4-FFF2-40B4-BE49-F238E27FC236}">
                <a16:creationId xmlns:a16="http://schemas.microsoft.com/office/drawing/2014/main" id="{54F6D882-573F-1D53-8640-616D4BA529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317" y="3282469"/>
            <a:ext cx="840001" cy="864000"/>
          </a:xfrm>
          <a:prstGeom prst="flowChartConnector">
            <a:avLst/>
          </a:prstGeom>
          <a:effectLst>
            <a:softEdge rad="31750"/>
          </a:effectLst>
        </p:spPr>
      </p:pic>
      <p:sp>
        <p:nvSpPr>
          <p:cNvPr id="9" name="フローチャート: 端子 8">
            <a:extLst>
              <a:ext uri="{FF2B5EF4-FFF2-40B4-BE49-F238E27FC236}">
                <a16:creationId xmlns:a16="http://schemas.microsoft.com/office/drawing/2014/main" id="{237B64B0-176E-EC6B-7A2E-C9DF541492EB}"/>
              </a:ext>
            </a:extLst>
          </p:cNvPr>
          <p:cNvSpPr/>
          <p:nvPr/>
        </p:nvSpPr>
        <p:spPr>
          <a:xfrm>
            <a:off x="100214" y="4293096"/>
            <a:ext cx="2592000" cy="864096"/>
          </a:xfrm>
          <a:prstGeom prst="flowChartTerminator">
            <a:avLst/>
          </a:prstGeom>
          <a:solidFill>
            <a:schemeClr val="bg1">
              <a:lumMod val="95000"/>
              <a:alpha val="80000"/>
            </a:schemeClr>
          </a:solidFill>
          <a:ln w="19050">
            <a:solidFill>
              <a:schemeClr val="accent2"/>
            </a:solidFill>
          </a:ln>
          <a:effectLst>
            <a:outerShdw blurRad="152400" dist="63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62FA77-AEB3-1ABD-3000-DF93097C53E0}"/>
              </a:ext>
            </a:extLst>
          </p:cNvPr>
          <p:cNvSpPr txBox="1"/>
          <p:nvPr/>
        </p:nvSpPr>
        <p:spPr>
          <a:xfrm>
            <a:off x="944913" y="4430023"/>
            <a:ext cx="171211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b="1" dirty="0"/>
              <a:t>Kaito</a:t>
            </a:r>
            <a:r>
              <a:rPr kumimoji="1" lang="ja-JP" altLang="en-US" sz="1600" b="1" dirty="0"/>
              <a:t> </a:t>
            </a:r>
            <a:r>
              <a:rPr kumimoji="1" lang="en-US" altLang="ja-JP" sz="1600" b="1" dirty="0"/>
              <a:t>Hisamoto</a:t>
            </a:r>
            <a:endParaRPr kumimoji="1" lang="ja-JP" altLang="en-US" sz="16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2DCCB6E-3FD1-062C-D22E-13A08FC7836B}"/>
              </a:ext>
            </a:extLst>
          </p:cNvPr>
          <p:cNvSpPr txBox="1"/>
          <p:nvPr/>
        </p:nvSpPr>
        <p:spPr>
          <a:xfrm>
            <a:off x="1123153" y="4754067"/>
            <a:ext cx="149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ITUK/IEA/IIF</a:t>
            </a:r>
          </a:p>
          <a:p>
            <a:pPr algn="l">
              <a:lnSpc>
                <a:spcPct val="90000"/>
              </a:lnSpc>
            </a:pPr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/South America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29108E7-A6A1-F959-81E5-BFB2E0D04B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317" y="4296012"/>
            <a:ext cx="855332" cy="864000"/>
          </a:xfrm>
          <a:prstGeom prst="flowChartConnector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6410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3E29576-C1AC-7712-80CE-3FB373DB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>
                <a:cs typeface="Roboto" panose="02000000000000000000" pitchFamily="2" charset="0"/>
              </a:rPr>
              <a:t>i</a:t>
            </a:r>
            <a:r>
              <a:rPr lang="en-US" sz="2800" dirty="0">
                <a:cs typeface="Roboto" panose="02000000000000000000" pitchFamily="2" charset="0"/>
              </a:rPr>
              <a:t>-FORS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620F7-00A6-4C02-1A2F-801FECCA932A}"/>
              </a:ext>
            </a:extLst>
          </p:cNvPr>
          <p:cNvSpPr txBox="1"/>
          <p:nvPr/>
        </p:nvSpPr>
        <p:spPr>
          <a:xfrm>
            <a:off x="695399" y="1238869"/>
            <a:ext cx="109361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The </a:t>
            </a:r>
            <a:r>
              <a:rPr lang="en-GB" b="1" dirty="0" err="1"/>
              <a:t>i</a:t>
            </a:r>
            <a:r>
              <a:rPr lang="en-GB" b="1" dirty="0"/>
              <a:t>-FORS Project</a:t>
            </a:r>
            <a:r>
              <a:rPr lang="en-GB" dirty="0"/>
              <a:t> is an Isuzu Motors Ltd led initiative to centralise demand forecasting and parts ordering globally.</a:t>
            </a:r>
            <a:br>
              <a:rPr lang="en-GB" dirty="0"/>
            </a:br>
            <a:endParaRPr lang="en-GB" dirty="0"/>
          </a:p>
          <a:p>
            <a:r>
              <a:rPr lang="en-GB" dirty="0"/>
              <a:t>IML (Japan) takes over: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Demand forecasting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Order quantity calculation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ITUK retains: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Commercial ownership (sales, pricing, inventory ownership, execution)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F4A7C-C213-CE5A-B997-CE037FA0E166}"/>
              </a:ext>
            </a:extLst>
          </p:cNvPr>
          <p:cNvSpPr txBox="1"/>
          <p:nvPr/>
        </p:nvSpPr>
        <p:spPr>
          <a:xfrm>
            <a:off x="695399" y="4167514"/>
            <a:ext cx="104937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u="sng" dirty="0"/>
              <a:t>Why the project exists</a:t>
            </a:r>
          </a:p>
          <a:p>
            <a:pPr>
              <a:buNone/>
            </a:pPr>
            <a:r>
              <a:rPr lang="en-GB" dirty="0"/>
              <a:t>IML’s view: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Forecasting is inconsistent across markets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Leads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Excess inventory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Non-moving / dead stock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Variable service levels </a:t>
            </a:r>
          </a:p>
        </p:txBody>
      </p:sp>
    </p:spTree>
    <p:extLst>
      <p:ext uri="{BB962C8B-B14F-4D97-AF65-F5344CB8AC3E}">
        <p14:creationId xmlns:p14="http://schemas.microsoft.com/office/powerpoint/2010/main" val="96091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817D-97D7-4F98-538E-267809FC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C84573-8D89-2EF6-61D8-6DE3EF499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Expected Benefits (As of October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E9BF3-9275-2719-A133-96821AC2ED58}"/>
              </a:ext>
            </a:extLst>
          </p:cNvPr>
          <p:cNvSpPr txBox="1"/>
          <p:nvPr/>
        </p:nvSpPr>
        <p:spPr>
          <a:xfrm>
            <a:off x="1279662" y="1169002"/>
            <a:ext cx="77053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Fill rate &gt;95% </a:t>
            </a:r>
            <a:r>
              <a:rPr lang="en-GB" dirty="0">
                <a:solidFill>
                  <a:srgbClr val="FF0000"/>
                </a:solidFill>
              </a:rPr>
              <a:t>(Refer slide 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Inventory -30% &amp; M.O.S to 5 </a:t>
            </a:r>
            <a:r>
              <a:rPr lang="en-GB" dirty="0">
                <a:solidFill>
                  <a:srgbClr val="FF0000"/>
                </a:solidFill>
              </a:rPr>
              <a:t>(Refer slide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Reduced obsolescence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Improved customer satisfaction</a:t>
            </a:r>
          </a:p>
        </p:txBody>
      </p:sp>
      <p:graphicFrame>
        <p:nvGraphicFramePr>
          <p:cNvPr id="17" name="グラフ 1">
            <a:extLst>
              <a:ext uri="{FF2B5EF4-FFF2-40B4-BE49-F238E27FC236}">
                <a16:creationId xmlns:a16="http://schemas.microsoft.com/office/drawing/2014/main" id="{F488F542-0F5C-CFCA-2C32-DA7225FCC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8866856"/>
              </p:ext>
            </p:extLst>
          </p:nvPr>
        </p:nvGraphicFramePr>
        <p:xfrm>
          <a:off x="1418396" y="2464904"/>
          <a:ext cx="9355208" cy="4277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966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BA0E-D5BC-FAA8-7C2A-CDDB7177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A9D9DC-6AE0-F63E-CF2D-8CD8A79C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ITUK Parts Stock &amp; M.O.S. – Current Result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5826A3-9AE3-FF0F-CA7F-4779B4B5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31" y="895547"/>
            <a:ext cx="8334159" cy="2908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6E196-2316-C10E-01D6-226746D75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509" y="3872965"/>
            <a:ext cx="8348481" cy="29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9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314E-E57D-A4ED-6A01-6CD334B1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361B8CA-2BE5-CBC3-5153-371B2D4B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9954"/>
            <a:ext cx="11277600" cy="518746"/>
          </a:xfrm>
        </p:spPr>
        <p:txBody>
          <a:bodyPr anchor="ctr">
            <a:normAutofit/>
          </a:bodyPr>
          <a:lstStyle/>
          <a:p>
            <a:r>
              <a:rPr lang="en-GB" sz="2700"/>
              <a:t>Fill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282B4-BECD-9A91-0F3A-BDCA03A0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1219"/>
            <a:ext cx="11538903" cy="558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7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7B43-6EC2-4E8C-5D1F-CAAF48DE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2CAB8A7-659F-95E2-7300-5F1BC06B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How it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1F3AA8-4D24-7D56-871E-550883444501}"/>
              </a:ext>
            </a:extLst>
          </p:cNvPr>
          <p:cNvSpPr/>
          <p:nvPr/>
        </p:nvSpPr>
        <p:spPr>
          <a:xfrm>
            <a:off x="407169" y="2166730"/>
            <a:ext cx="2276402" cy="1580323"/>
          </a:xfrm>
          <a:prstGeom prst="rect">
            <a:avLst/>
          </a:prstGeom>
          <a:solidFill>
            <a:srgbClr val="002664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Weekly cycle: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ITUK uploads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Sales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Stock Orders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dirty="0"/>
              <a:t>Backorders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D087E-B8A3-E652-78BE-BD81647E6DFF}"/>
              </a:ext>
            </a:extLst>
          </p:cNvPr>
          <p:cNvSpPr/>
          <p:nvPr/>
        </p:nvSpPr>
        <p:spPr>
          <a:xfrm>
            <a:off x="3461796" y="2166729"/>
            <a:ext cx="2276402" cy="1580323"/>
          </a:xfrm>
          <a:prstGeom prst="rect">
            <a:avLst/>
          </a:prstGeom>
          <a:solidFill>
            <a:srgbClr val="002664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err="1"/>
              <a:t>i</a:t>
            </a:r>
            <a:r>
              <a:rPr lang="en-GB" sz="1400" dirty="0"/>
              <a:t>-FORS system: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400" dirty="0"/>
              <a:t>Runs forecasting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sz="1400" dirty="0"/>
              <a:t>Calculates recommended order quantities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E293A7-8F0A-23E2-5727-8ABF7223860C}"/>
              </a:ext>
            </a:extLst>
          </p:cNvPr>
          <p:cNvSpPr/>
          <p:nvPr/>
        </p:nvSpPr>
        <p:spPr>
          <a:xfrm>
            <a:off x="6516423" y="2166728"/>
            <a:ext cx="2276402" cy="1580323"/>
          </a:xfrm>
          <a:prstGeom prst="rect">
            <a:avLst/>
          </a:prstGeom>
          <a:solidFill>
            <a:srgbClr val="002664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Weekly joint review </a:t>
            </a:r>
            <a:br>
              <a:rPr lang="en-GB" sz="1400" dirty="0"/>
            </a:br>
            <a:r>
              <a:rPr lang="en-GB" sz="1400" dirty="0"/>
              <a:t>(ITUK + IML)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EFF6A-45C3-2165-27A9-45F0C50A1422}"/>
              </a:ext>
            </a:extLst>
          </p:cNvPr>
          <p:cNvSpPr/>
          <p:nvPr/>
        </p:nvSpPr>
        <p:spPr>
          <a:xfrm>
            <a:off x="9571050" y="2166728"/>
            <a:ext cx="2276402" cy="1580323"/>
          </a:xfrm>
          <a:prstGeom prst="rect">
            <a:avLst/>
          </a:prstGeom>
          <a:solidFill>
            <a:srgbClr val="002664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/>
              <a:t>ITUK places final orders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37989D3-D765-57C3-55FA-D64E2CFDAF1B}"/>
              </a:ext>
            </a:extLst>
          </p:cNvPr>
          <p:cNvSpPr/>
          <p:nvPr/>
        </p:nvSpPr>
        <p:spPr>
          <a:xfrm>
            <a:off x="2773017" y="2842590"/>
            <a:ext cx="606287" cy="373671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D1496C-93B9-5B01-7075-AA0AA14EBB8E}"/>
              </a:ext>
            </a:extLst>
          </p:cNvPr>
          <p:cNvSpPr/>
          <p:nvPr/>
        </p:nvSpPr>
        <p:spPr>
          <a:xfrm>
            <a:off x="5857456" y="2842590"/>
            <a:ext cx="606287" cy="373671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D074993-230C-73A9-EC6A-8A1D9838061E}"/>
              </a:ext>
            </a:extLst>
          </p:cNvPr>
          <p:cNvSpPr/>
          <p:nvPr/>
        </p:nvSpPr>
        <p:spPr>
          <a:xfrm>
            <a:off x="8878794" y="2834659"/>
            <a:ext cx="606287" cy="373671"/>
          </a:xfrm>
          <a:prstGeom prst="rightArrow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67E9D-5599-8F70-3384-A8E38B9F6510}"/>
              </a:ext>
            </a:extLst>
          </p:cNvPr>
          <p:cNvSpPr txBox="1"/>
          <p:nvPr/>
        </p:nvSpPr>
        <p:spPr>
          <a:xfrm>
            <a:off x="368941" y="1161805"/>
            <a:ext cx="6097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u="sng" dirty="0"/>
              <a:t>Key point: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It is not currently a fully automated system – still collaborative ITUK\IML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But core logic is centralised in Japan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42DBF-2C65-FAE3-30CC-55BE0AB9EA4D}"/>
              </a:ext>
            </a:extLst>
          </p:cNvPr>
          <p:cNvSpPr txBox="1"/>
          <p:nvPr/>
        </p:nvSpPr>
        <p:spPr>
          <a:xfrm>
            <a:off x="695400" y="4286141"/>
            <a:ext cx="5168683" cy="1600438"/>
          </a:xfrm>
          <a:prstGeom prst="rect">
            <a:avLst/>
          </a:prstGeom>
          <a:noFill/>
          <a:ln>
            <a:solidFill>
              <a:srgbClr val="002664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/>
              <a:t>Key capability shift</a:t>
            </a:r>
          </a:p>
          <a:p>
            <a:pPr>
              <a:buNone/>
            </a:pPr>
            <a:r>
              <a:rPr lang="en-GB" sz="1400" b="1" dirty="0"/>
              <a:t>Today (ITUK)</a:t>
            </a:r>
          </a:p>
          <a:p>
            <a:pPr>
              <a:buNone/>
            </a:pPr>
            <a:endParaRPr lang="en-GB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Forecasting done locally (Pentana / Experience)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Orders often: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Lower Part Number count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Higher quantities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92EF9C-545E-EFF4-E7CC-1F563C84110D}"/>
              </a:ext>
            </a:extLst>
          </p:cNvPr>
          <p:cNvSpPr txBox="1"/>
          <p:nvPr/>
        </p:nvSpPr>
        <p:spPr>
          <a:xfrm>
            <a:off x="6616150" y="4286141"/>
            <a:ext cx="4813850" cy="2031325"/>
          </a:xfrm>
          <a:prstGeom prst="rect">
            <a:avLst/>
          </a:prstGeom>
          <a:noFill/>
          <a:ln>
            <a:solidFill>
              <a:srgbClr val="002664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 err="1"/>
              <a:t>i</a:t>
            </a:r>
            <a:r>
              <a:rPr lang="en-GB" sz="1400" b="1" dirty="0"/>
              <a:t>-FORS approach</a:t>
            </a:r>
          </a:p>
          <a:p>
            <a:pPr>
              <a:buNone/>
            </a:pPr>
            <a:endParaRPr lang="en-GB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Orders: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More Part Numbers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Lower quantities per part number</a:t>
            </a:r>
            <a:br>
              <a:rPr lang="en-GB" sz="1400" dirty="0"/>
            </a:br>
            <a:r>
              <a:rPr lang="en-GB" sz="1400" dirty="0"/>
              <a:t>→ Broader coverage, less overstock risk</a:t>
            </a:r>
          </a:p>
          <a:p>
            <a:pPr lvl="1"/>
            <a:r>
              <a:rPr lang="en-GB" sz="1400" dirty="0"/>
              <a:t> </a:t>
            </a:r>
          </a:p>
          <a:p>
            <a:pPr>
              <a:buNone/>
            </a:pPr>
            <a:r>
              <a:rPr lang="en-GB" sz="1400" dirty="0"/>
              <a:t>Strategic shift:</a:t>
            </a:r>
            <a:br>
              <a:rPr lang="en-GB" sz="1400" dirty="0"/>
            </a:br>
            <a:r>
              <a:rPr lang="en-GB" sz="1400" dirty="0"/>
              <a:t>From “bulk stocking” → to “precision stocking”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D211DC-3BF9-2013-EDA6-0FD5E00D89A2}"/>
              </a:ext>
            </a:extLst>
          </p:cNvPr>
          <p:cNvCxnSpPr/>
          <p:nvPr/>
        </p:nvCxnSpPr>
        <p:spPr>
          <a:xfrm>
            <a:off x="407169" y="4015409"/>
            <a:ext cx="11440283" cy="0"/>
          </a:xfrm>
          <a:prstGeom prst="line">
            <a:avLst/>
          </a:prstGeom>
          <a:ln w="19050">
            <a:solidFill>
              <a:srgbClr val="3043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083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362B-527B-153A-5E1E-32C51247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A8795E25-0A44-2BD8-795A-6A17E00DF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948992"/>
              </p:ext>
            </p:extLst>
          </p:nvPr>
        </p:nvGraphicFramePr>
        <p:xfrm>
          <a:off x="613250" y="1561661"/>
          <a:ext cx="10581456" cy="4625014"/>
        </p:xfrm>
        <a:graphic>
          <a:graphicData uri="http://schemas.openxmlformats.org/drawingml/2006/table">
            <a:tbl>
              <a:tblPr firstRow="1" bandRow="1"/>
              <a:tblGrid>
                <a:gridCol w="1221567">
                  <a:extLst>
                    <a:ext uri="{9D8B030D-6E8A-4147-A177-3AD203B41FA5}">
                      <a16:colId xmlns:a16="http://schemas.microsoft.com/office/drawing/2014/main" val="2385122756"/>
                    </a:ext>
                  </a:extLst>
                </a:gridCol>
                <a:gridCol w="650021">
                  <a:extLst>
                    <a:ext uri="{9D8B030D-6E8A-4147-A177-3AD203B41FA5}">
                      <a16:colId xmlns:a16="http://schemas.microsoft.com/office/drawing/2014/main" val="162619209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297448186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3615440616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1964898643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2637541762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63023491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1090195786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3978495644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4073402704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2376036898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3332525489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3071970394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4292594452"/>
                    </a:ext>
                  </a:extLst>
                </a:gridCol>
                <a:gridCol w="364748">
                  <a:extLst>
                    <a:ext uri="{9D8B030D-6E8A-4147-A177-3AD203B41FA5}">
                      <a16:colId xmlns:a16="http://schemas.microsoft.com/office/drawing/2014/main" val="3309476957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813888543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3681514527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2135188550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4153563495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1657065803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2749125494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3821113936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2429730108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1498295537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393064542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3000600890"/>
                    </a:ext>
                  </a:extLst>
                </a:gridCol>
                <a:gridCol w="313069">
                  <a:extLst>
                    <a:ext uri="{9D8B030D-6E8A-4147-A177-3AD203B41FA5}">
                      <a16:colId xmlns:a16="http://schemas.microsoft.com/office/drawing/2014/main" val="1690752762"/>
                    </a:ext>
                  </a:extLst>
                </a:gridCol>
              </a:tblGrid>
              <a:tr h="251879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0">
                          <a:solidFill>
                            <a:schemeClr val="bg1"/>
                          </a:solidFill>
                        </a:rPr>
                        <a:t>2024</a:t>
                      </a:r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kumimoji="1" lang="ja-JP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200" b="0" dirty="0">
                          <a:solidFill>
                            <a:schemeClr val="bg1"/>
                          </a:solidFill>
                        </a:rPr>
                        <a:t>2026</a:t>
                      </a:r>
                      <a:endParaRPr kumimoji="1" lang="ja-JP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277332"/>
                  </a:ext>
                </a:extLst>
              </a:tr>
              <a:tr h="251879">
                <a:tc gridSpan="2" vMerge="1">
                  <a:txBody>
                    <a:bodyPr/>
                    <a:lstStyle/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Dec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Jan.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Feb.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Mar.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Apr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May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Jun.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Jul.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Aug.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Sep.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Oct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>
                          <a:solidFill>
                            <a:schemeClr val="bg1"/>
                          </a:solidFill>
                          <a:latin typeface="+mj-lt"/>
                        </a:rPr>
                        <a:t>Nov.</a:t>
                      </a:r>
                      <a:endParaRPr kumimoji="1" lang="ja-JP" altLang="en-US" sz="8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Dec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Jan.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Feb.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Mar.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Apr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May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Jun.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Jul.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Aug.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Sep.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Oct.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Nov.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b="0" dirty="0">
                          <a:solidFill>
                            <a:schemeClr val="bg1"/>
                          </a:solidFill>
                          <a:latin typeface="+mj-lt"/>
                        </a:rPr>
                        <a:t>Dec.</a:t>
                      </a:r>
                      <a:endParaRPr kumimoji="1" lang="ja-JP" altLang="en-US" sz="8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06764"/>
                  </a:ext>
                </a:extLst>
              </a:tr>
              <a:tr h="79331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aster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584630"/>
                  </a:ext>
                </a:extLst>
              </a:tr>
              <a:tr h="82637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Business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>
                          <a:solidFill>
                            <a:schemeClr val="tx1"/>
                          </a:solidFill>
                        </a:rPr>
                        <a:t>ISZJ</a:t>
                      </a:r>
                      <a:endParaRPr kumimoji="1" lang="ja-JP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129076"/>
                  </a:ext>
                </a:extLst>
              </a:tr>
              <a:tr h="826374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>
                          <a:solidFill>
                            <a:schemeClr val="tx1"/>
                          </a:solidFill>
                        </a:rPr>
                        <a:t>ITUK</a:t>
                      </a:r>
                      <a:endParaRPr kumimoji="1" lang="ja-JP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244"/>
                  </a:ext>
                </a:extLst>
              </a:tr>
              <a:tr h="826374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>
                          <a:solidFill>
                            <a:schemeClr val="tx1"/>
                          </a:solidFill>
                        </a:rPr>
                        <a:t>System</a:t>
                      </a:r>
                    </a:p>
                    <a:p>
                      <a:pPr algn="ctr"/>
                      <a:r>
                        <a:rPr kumimoji="1" lang="ja-JP" altLang="en-US" sz="1000" b="0">
                          <a:solidFill>
                            <a:schemeClr val="tx1"/>
                          </a:solidFill>
                        </a:rPr>
                        <a:t>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>
                          <a:solidFill>
                            <a:schemeClr val="tx1"/>
                          </a:solidFill>
                        </a:rPr>
                        <a:t>ISZJ</a:t>
                      </a:r>
                      <a:endParaRPr kumimoji="1" lang="ja-JP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622527"/>
                  </a:ext>
                </a:extLst>
              </a:tr>
              <a:tr h="82637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000" b="0">
                          <a:solidFill>
                            <a:schemeClr val="tx1"/>
                          </a:solidFill>
                        </a:rPr>
                        <a:t>ITUK</a:t>
                      </a:r>
                      <a:endParaRPr kumimoji="1" lang="ja-JP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  <a:ea typeface="メイリオ"/>
                        </a:defRPr>
                      </a:lvl9pPr>
                    </a:lstStyle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63568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6FD0D68A-6E8E-B04A-003D-41DF543F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6A959A9-F4F4-EF74-3B10-2D18148A0FA6}"/>
              </a:ext>
            </a:extLst>
          </p:cNvPr>
          <p:cNvCxnSpPr>
            <a:cxnSpLocks/>
          </p:cNvCxnSpPr>
          <p:nvPr/>
        </p:nvCxnSpPr>
        <p:spPr>
          <a:xfrm>
            <a:off x="9788933" y="2079996"/>
            <a:ext cx="0" cy="4302264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5D89D81-D02B-0FDF-5851-DC285A9D0BE1}"/>
              </a:ext>
            </a:extLst>
          </p:cNvPr>
          <p:cNvSpPr/>
          <p:nvPr/>
        </p:nvSpPr>
        <p:spPr>
          <a:xfrm>
            <a:off x="4203220" y="2378609"/>
            <a:ext cx="1405834" cy="18466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 Agreement </a:t>
            </a:r>
            <a:r>
              <a:rPr kumimoji="1" lang="en-US" altLang="ja-JP" sz="1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for PoC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D196A09C-C968-A1F5-F713-0E054270E448}"/>
              </a:ext>
            </a:extLst>
          </p:cNvPr>
          <p:cNvSpPr/>
          <p:nvPr/>
        </p:nvSpPr>
        <p:spPr>
          <a:xfrm>
            <a:off x="4951537" y="5246836"/>
            <a:ext cx="321786" cy="288000"/>
          </a:xfrm>
          <a:prstGeom prst="homePlate">
            <a:avLst/>
          </a:prstGeom>
          <a:solidFill>
            <a:srgbClr val="848E9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Confirm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data transition for PoC</a:t>
            </a: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B02BA0BF-6AFB-704B-AE53-A6F86E860674}"/>
              </a:ext>
            </a:extLst>
          </p:cNvPr>
          <p:cNvSpPr/>
          <p:nvPr/>
        </p:nvSpPr>
        <p:spPr>
          <a:xfrm>
            <a:off x="6021089" y="5868779"/>
            <a:ext cx="684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Additional program development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with Neon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7CDCA628-3518-32B9-9490-A8F6FB9EAAD2}"/>
              </a:ext>
            </a:extLst>
          </p:cNvPr>
          <p:cNvSpPr/>
          <p:nvPr/>
        </p:nvSpPr>
        <p:spPr>
          <a:xfrm>
            <a:off x="5305183" y="4545360"/>
            <a:ext cx="684000" cy="288000"/>
          </a:xfrm>
          <a:prstGeom prst="homePlate">
            <a:avLst/>
          </a:prstGeom>
          <a:solidFill>
            <a:srgbClr val="848E9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Global SCM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Phase 4 and Phase 5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195ED867-C7CB-6CC7-4413-27C710135CD5}"/>
              </a:ext>
            </a:extLst>
          </p:cNvPr>
          <p:cNvSpPr/>
          <p:nvPr/>
        </p:nvSpPr>
        <p:spPr>
          <a:xfrm>
            <a:off x="6021089" y="5003101"/>
            <a:ext cx="684000" cy="288000"/>
          </a:xfrm>
          <a:prstGeom prst="homePlate">
            <a:avLst/>
          </a:prstGeom>
          <a:solidFill>
            <a:srgbClr val="848E9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Global SCM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Phase 6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4189203-ED43-3C62-9BDF-481E3F746EA1}"/>
              </a:ext>
            </a:extLst>
          </p:cNvPr>
          <p:cNvSpPr/>
          <p:nvPr/>
        </p:nvSpPr>
        <p:spPr>
          <a:xfrm>
            <a:off x="9742578" y="2691872"/>
            <a:ext cx="1474763" cy="15388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Automatic </a:t>
            </a: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I/F integration</a:t>
            </a:r>
            <a:r>
              <a:rPr kumimoji="1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★</a:t>
            </a:r>
          </a:p>
        </p:txBody>
      </p:sp>
      <p:sp>
        <p:nvSpPr>
          <p:cNvPr id="40" name="矢印: 五方向 39">
            <a:extLst>
              <a:ext uri="{FF2B5EF4-FFF2-40B4-BE49-F238E27FC236}">
                <a16:creationId xmlns:a16="http://schemas.microsoft.com/office/drawing/2014/main" id="{6FC1801F-D461-895B-9FD9-CA060B4169A5}"/>
              </a:ext>
            </a:extLst>
          </p:cNvPr>
          <p:cNvSpPr/>
          <p:nvPr/>
        </p:nvSpPr>
        <p:spPr>
          <a:xfrm>
            <a:off x="4951537" y="3730168"/>
            <a:ext cx="1753552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Discussion and building Operations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for PoC  (Monthly MTG)</a:t>
            </a:r>
          </a:p>
        </p:txBody>
      </p:sp>
      <p:sp>
        <p:nvSpPr>
          <p:cNvPr id="41" name="矢印: 五方向 40">
            <a:extLst>
              <a:ext uri="{FF2B5EF4-FFF2-40B4-BE49-F238E27FC236}">
                <a16:creationId xmlns:a16="http://schemas.microsoft.com/office/drawing/2014/main" id="{F125AA3E-EC9D-54D3-32AF-331F5A0C0C01}"/>
              </a:ext>
            </a:extLst>
          </p:cNvPr>
          <p:cNvSpPr/>
          <p:nvPr/>
        </p:nvSpPr>
        <p:spPr>
          <a:xfrm>
            <a:off x="6703978" y="3730168"/>
            <a:ext cx="460615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Operations</a:t>
            </a: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t</a:t>
            </a: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est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E57FB25-A398-C989-EEB9-C55301AD886E}"/>
              </a:ext>
            </a:extLst>
          </p:cNvPr>
          <p:cNvSpPr/>
          <p:nvPr/>
        </p:nvSpPr>
        <p:spPr>
          <a:xfrm>
            <a:off x="8825804" y="2689525"/>
            <a:ext cx="902491" cy="18466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Review PoC</a:t>
            </a:r>
            <a:endParaRPr kumimoji="1" lang="ja-JP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44" name="矢印: 五方向 43">
            <a:extLst>
              <a:ext uri="{FF2B5EF4-FFF2-40B4-BE49-F238E27FC236}">
                <a16:creationId xmlns:a16="http://schemas.microsoft.com/office/drawing/2014/main" id="{66779CF7-E887-E156-4E64-F41DBC8116E0}"/>
              </a:ext>
            </a:extLst>
          </p:cNvPr>
          <p:cNvSpPr/>
          <p:nvPr/>
        </p:nvSpPr>
        <p:spPr>
          <a:xfrm>
            <a:off x="6771513" y="5242427"/>
            <a:ext cx="684000" cy="288000"/>
          </a:xfrm>
          <a:prstGeom prst="homePlate">
            <a:avLst/>
          </a:prstGeom>
          <a:solidFill>
            <a:srgbClr val="848E9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test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E5F2AFF-AB01-AD5E-3965-8690366DC458}"/>
              </a:ext>
            </a:extLst>
          </p:cNvPr>
          <p:cNvSpPr/>
          <p:nvPr/>
        </p:nvSpPr>
        <p:spPr>
          <a:xfrm>
            <a:off x="7485121" y="2715042"/>
            <a:ext cx="795089" cy="1538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Weekly MTG</a:t>
            </a:r>
            <a:endParaRPr kumimoji="1" lang="ja-JP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01BF60CF-D3A7-DCD2-A7E3-DEF5E26A3F9E}"/>
              </a:ext>
            </a:extLst>
          </p:cNvPr>
          <p:cNvSpPr/>
          <p:nvPr/>
        </p:nvSpPr>
        <p:spPr>
          <a:xfrm>
            <a:off x="4424444" y="3225019"/>
            <a:ext cx="1500728" cy="298411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Data check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40DAC8D0-B90E-1646-E87F-AB83C7BC7FD7}"/>
              </a:ext>
            </a:extLst>
          </p:cNvPr>
          <p:cNvSpPr/>
          <p:nvPr/>
        </p:nvSpPr>
        <p:spPr>
          <a:xfrm>
            <a:off x="4558514" y="4212188"/>
            <a:ext cx="546608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Requirements definition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for additional program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244538-78C8-3E4F-691D-89E910D80BEB}"/>
              </a:ext>
            </a:extLst>
          </p:cNvPr>
          <p:cNvSpPr/>
          <p:nvPr/>
        </p:nvSpPr>
        <p:spPr>
          <a:xfrm>
            <a:off x="8477143" y="2149936"/>
            <a:ext cx="391133" cy="1538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P700</a:t>
            </a:r>
            <a:endParaRPr kumimoji="1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E1F0D154-9D79-F693-AD42-9122D7C4E0CD}"/>
              </a:ext>
            </a:extLst>
          </p:cNvPr>
          <p:cNvSpPr/>
          <p:nvPr/>
        </p:nvSpPr>
        <p:spPr>
          <a:xfrm>
            <a:off x="7620780" y="2386795"/>
            <a:ext cx="1023188" cy="282428"/>
          </a:xfrm>
          <a:prstGeom prst="homePlate">
            <a:avLst/>
          </a:prstGeom>
          <a:solidFill>
            <a:srgbClr val="21585A">
              <a:lumMod val="20000"/>
              <a:lumOff val="80000"/>
            </a:srgbClr>
          </a:solidFill>
          <a:ln w="38100" cap="flat" cmpd="sng" algn="ctr">
            <a:solidFill>
              <a:srgbClr val="E60012"/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PoC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00BD6D95-07A1-2765-D31D-E91FCF4201C8}"/>
              </a:ext>
            </a:extLst>
          </p:cNvPr>
          <p:cNvSpPr/>
          <p:nvPr/>
        </p:nvSpPr>
        <p:spPr>
          <a:xfrm>
            <a:off x="8919402" y="2389095"/>
            <a:ext cx="2288054" cy="282428"/>
          </a:xfrm>
          <a:prstGeom prst="homePlate">
            <a:avLst/>
          </a:prstGeom>
          <a:solidFill>
            <a:srgbClr val="21585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ITUK new DMS development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F270E9E-5A6F-FCFA-471D-D5AC54BE9FB9}"/>
              </a:ext>
            </a:extLst>
          </p:cNvPr>
          <p:cNvSpPr/>
          <p:nvPr/>
        </p:nvSpPr>
        <p:spPr>
          <a:xfrm>
            <a:off x="11223505" y="2149936"/>
            <a:ext cx="742191" cy="369332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SOP</a:t>
            </a:r>
            <a:br>
              <a:rPr kumimoji="1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  Jan 2027~</a:t>
            </a:r>
            <a:endParaRPr kumimoji="1" lang="ja-JP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9F145BB9-EE09-3914-3DF6-D4AD8259916C}"/>
              </a:ext>
            </a:extLst>
          </p:cNvPr>
          <p:cNvSpPr/>
          <p:nvPr/>
        </p:nvSpPr>
        <p:spPr>
          <a:xfrm>
            <a:off x="4287434" y="5868779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Data creation </a:t>
            </a:r>
            <a:b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with the format</a:t>
            </a:r>
            <a:endParaRPr kumimoji="1" lang="ja-JP" alt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041CB402-F471-C5EB-C88B-FC1EDE55EAB5}"/>
              </a:ext>
            </a:extLst>
          </p:cNvPr>
          <p:cNvSpPr/>
          <p:nvPr/>
        </p:nvSpPr>
        <p:spPr>
          <a:xfrm>
            <a:off x="4287434" y="4545360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Check FTP </a:t>
            </a:r>
            <a:b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availability</a:t>
            </a:r>
            <a:endParaRPr kumimoji="1" lang="ja-JP" alt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F9493E93-D057-3720-F0C1-428780DC3E5F}"/>
              </a:ext>
            </a:extLst>
          </p:cNvPr>
          <p:cNvSpPr/>
          <p:nvPr/>
        </p:nvSpPr>
        <p:spPr>
          <a:xfrm>
            <a:off x="4555537" y="5444588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Check “Informatica”</a:t>
            </a:r>
            <a:b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availability</a:t>
            </a:r>
            <a:endParaRPr kumimoji="1" lang="ja-JP" alt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119E8991-C37E-99B9-0C77-FB00A601F145}"/>
              </a:ext>
            </a:extLst>
          </p:cNvPr>
          <p:cNvSpPr/>
          <p:nvPr/>
        </p:nvSpPr>
        <p:spPr>
          <a:xfrm>
            <a:off x="4287434" y="5003101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Check details of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“Informatica”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F2C93C29-22A9-FDCC-9E87-4D846635F740}"/>
              </a:ext>
            </a:extLst>
          </p:cNvPr>
          <p:cNvSpPr/>
          <p:nvPr/>
        </p:nvSpPr>
        <p:spPr>
          <a:xfrm>
            <a:off x="6021089" y="4212188"/>
            <a:ext cx="1399906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Study “Buy Back” scheme</a:t>
            </a: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in</a:t>
            </a: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</a:t>
            </a: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UK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32" name="矢印: 五方向 31">
            <a:extLst>
              <a:ext uri="{FF2B5EF4-FFF2-40B4-BE49-F238E27FC236}">
                <a16:creationId xmlns:a16="http://schemas.microsoft.com/office/drawing/2014/main" id="{A7BA206B-6F68-6837-D855-9CC11A044CED}"/>
              </a:ext>
            </a:extLst>
          </p:cNvPr>
          <p:cNvSpPr/>
          <p:nvPr/>
        </p:nvSpPr>
        <p:spPr>
          <a:xfrm>
            <a:off x="6232262" y="3235430"/>
            <a:ext cx="1388518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Study “Buy Back” scheme</a:t>
            </a:r>
            <a:r>
              <a:rPr kumimoji="1" lang="ja-JP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for ITUK and ISZE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33" name="矢印: 五方向 32">
            <a:extLst>
              <a:ext uri="{FF2B5EF4-FFF2-40B4-BE49-F238E27FC236}">
                <a16:creationId xmlns:a16="http://schemas.microsoft.com/office/drawing/2014/main" id="{CBA1B532-C93B-11F6-85BA-4BF64EE9A25F}"/>
              </a:ext>
            </a:extLst>
          </p:cNvPr>
          <p:cNvSpPr/>
          <p:nvPr/>
        </p:nvSpPr>
        <p:spPr>
          <a:xfrm>
            <a:off x="7490431" y="3730168"/>
            <a:ext cx="1852810" cy="288000"/>
          </a:xfrm>
          <a:prstGeom prst="homePlate">
            <a:avLst/>
          </a:prstGeom>
          <a:solidFill>
            <a:srgbClr val="B5091F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Discussion and building</a:t>
            </a:r>
            <a:b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“Buy Back” scheme</a:t>
            </a: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BEABEA53-2C7B-A6E4-A485-DCFBF482C64C}"/>
              </a:ext>
            </a:extLst>
          </p:cNvPr>
          <p:cNvSpPr/>
          <p:nvPr/>
        </p:nvSpPr>
        <p:spPr>
          <a:xfrm>
            <a:off x="9373001" y="5444588"/>
            <a:ext cx="1806745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Implementation data transition system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to new DMS</a:t>
            </a: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EFCF4EA8-FD68-2A5E-01E8-9CBFB21C4AA7}"/>
              </a:ext>
            </a:extLst>
          </p:cNvPr>
          <p:cNvSpPr/>
          <p:nvPr/>
        </p:nvSpPr>
        <p:spPr>
          <a:xfrm>
            <a:off x="8443241" y="5238728"/>
            <a:ext cx="900000" cy="288000"/>
          </a:xfrm>
          <a:prstGeom prst="homePlate">
            <a:avLst/>
          </a:prstGeom>
          <a:solidFill>
            <a:srgbClr val="848E9A">
              <a:lumMod val="20000"/>
              <a:lumOff val="80000"/>
            </a:srgb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Requirements definition</a:t>
            </a:r>
            <a:b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for new DMS</a:t>
            </a:r>
            <a:endParaRPr kumimoji="1" lang="ja-JP" alt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3C87957-0AAC-5270-734A-3508FD1B79E9}"/>
              </a:ext>
            </a:extLst>
          </p:cNvPr>
          <p:cNvSpPr/>
          <p:nvPr/>
        </p:nvSpPr>
        <p:spPr>
          <a:xfrm>
            <a:off x="5893146" y="2710005"/>
            <a:ext cx="1569340" cy="18466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Decision for new DMS</a:t>
            </a:r>
            <a:endParaRPr kumimoji="1" lang="ja-JP" altLang="en-US" sz="1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5525B703-CE8A-7EA0-B9F7-E75C625CB04B}"/>
              </a:ext>
            </a:extLst>
          </p:cNvPr>
          <p:cNvSpPr/>
          <p:nvPr/>
        </p:nvSpPr>
        <p:spPr>
          <a:xfrm>
            <a:off x="4709121" y="4774231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Check </a:t>
            </a:r>
            <a:b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</a:br>
            <a:r>
              <a:rPr kumimoji="1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ITUK’s data</a:t>
            </a:r>
            <a:endParaRPr kumimoji="1" lang="ja-JP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5B009DD-1C6A-E43C-18E0-3B1CA89059AC}"/>
              </a:ext>
            </a:extLst>
          </p:cNvPr>
          <p:cNvSpPr/>
          <p:nvPr/>
        </p:nvSpPr>
        <p:spPr>
          <a:xfrm>
            <a:off x="2676000" y="2378609"/>
            <a:ext cx="716543" cy="1538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★</a:t>
            </a: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1</a:t>
            </a:r>
            <a:r>
              <a:rPr kumimoji="1" lang="en-US" altLang="ja-JP" sz="1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st</a:t>
            </a:r>
            <a:r>
              <a:rPr kumimoji="1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 meeting</a:t>
            </a:r>
            <a:endParaRPr kumimoji="1" lang="ja-JP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  <p:sp>
        <p:nvSpPr>
          <p:cNvPr id="34" name="矢印: 五方向 33">
            <a:extLst>
              <a:ext uri="{FF2B5EF4-FFF2-40B4-BE49-F238E27FC236}">
                <a16:creationId xmlns:a16="http://schemas.microsoft.com/office/drawing/2014/main" id="{E08E025F-C832-75D6-6726-431BA844523B}"/>
              </a:ext>
            </a:extLst>
          </p:cNvPr>
          <p:cNvSpPr/>
          <p:nvPr/>
        </p:nvSpPr>
        <p:spPr>
          <a:xfrm>
            <a:off x="4709121" y="5883844"/>
            <a:ext cx="396000" cy="288000"/>
          </a:xfrm>
          <a:prstGeom prst="homePlate">
            <a:avLst/>
          </a:prstGeom>
          <a:solidFill>
            <a:srgbClr val="E6E8EB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メイリオ"/>
                <a:cs typeface="Calibri" panose="020F0502020204030204" pitchFamily="34" charset="0"/>
              </a:rPr>
              <a:t>RFQ</a:t>
            </a:r>
            <a:endParaRPr kumimoji="1" lang="ja-JP" alt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メイリオ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18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2F1D2-80EC-068C-0F7E-8ABA0362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8FE6225-79F5-4D2E-34A7-6FB017A7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PoC Confirmations</a:t>
            </a: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54BEF-0EAF-EF70-EBD2-379B2B545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1175034"/>
            <a:ext cx="11383964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73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A84D-A61D-249A-0E10-2D8251A1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F1F0B98-975C-4F36-9146-0EA959B7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PoC Confirmations (Feasibility)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440E6-3D56-CB7F-771A-18C313103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65" y="1231795"/>
            <a:ext cx="11603069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34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E93AB-3C96-A7BD-D7FB-5DCA1374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46E80FB-3CFC-034F-C92A-B0A1795B5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PoC Confirmations (Analysis)</a:t>
            </a: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2C29C-FF53-1D90-68AD-73A562ACD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1370691"/>
            <a:ext cx="11431595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9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07458-F8C0-8347-CD84-84BB2532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2FA2598D-4E1B-149D-E5CC-CB1DB07F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Logic Comparison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31059-910C-8B8B-58A6-D969FDD4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28" y="1080943"/>
            <a:ext cx="1141254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56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D4A-40D3-EBBF-D5AE-37A7E1864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549FEF2-F4EC-6353-A88E-C1D91803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Progress in Kenya</a:t>
            </a: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993D9-7795-A7F2-0E53-8279C72F6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5" y="1270297"/>
            <a:ext cx="11422069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67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6ABE-489F-2E53-4143-A79EBC48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570549A-2D52-B047-295D-8219CA64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Benefits of Implementing </a:t>
            </a:r>
            <a:r>
              <a:rPr lang="en-US" altLang="ja-JP" dirty="0" err="1"/>
              <a:t>i</a:t>
            </a:r>
            <a:r>
              <a:rPr lang="en-US" altLang="ja-JP" dirty="0"/>
              <a:t>-FORS in ITUK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564D1-BC29-54C7-0EE8-B896558C3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76" y="1189209"/>
            <a:ext cx="11450648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77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36EDF-6D0B-B00F-A8C2-8CC4CAB4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CF141816-CEA2-1E80-6363-D1A51507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Inventory Reduction Simulation</a:t>
            </a:r>
            <a:endParaRPr kumimoji="1" lang="ja-JP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A5D6D-E67F-B167-0E44-5C8FBF9F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2" y="1290720"/>
            <a:ext cx="11222016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13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A3D4F-C4F2-C901-5087-A9CF58F2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2679E9D-7772-EB29-790E-DAEC790D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Summary of Meeting – IML Team 26/07/2026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51577-11E5-34EE-0821-C0426783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8" y="1179683"/>
            <a:ext cx="1117438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33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67FD-4062-04AB-7213-145F6DA9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61FB22-53D1-5A95-ACEC-D9E9C06A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Commercial \ Risk \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8ADE5-5D61-12A6-515F-2AD504DC7085}"/>
              </a:ext>
            </a:extLst>
          </p:cNvPr>
          <p:cNvSpPr txBox="1"/>
          <p:nvPr/>
        </p:nvSpPr>
        <p:spPr>
          <a:xfrm>
            <a:off x="695401" y="1083619"/>
            <a:ext cx="57948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u="sng" dirty="0"/>
              <a:t>ITUK position:</a:t>
            </a:r>
          </a:p>
          <a:p>
            <a:pPr>
              <a:buNone/>
            </a:pPr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does NOT increase purchases from ISZE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Only way to increase purchases is to increase ITUK sales</a:t>
            </a:r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This is cost optimisation, not revenue growth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Could even reduce short-term purchase volumes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C9590C-164E-CEF0-DD55-F6CEAC1691C9}"/>
              </a:ext>
            </a:extLst>
          </p:cNvPr>
          <p:cNvSpPr txBox="1"/>
          <p:nvPr/>
        </p:nvSpPr>
        <p:spPr>
          <a:xfrm>
            <a:off x="695400" y="2756553"/>
            <a:ext cx="60976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u="sng" dirty="0"/>
              <a:t>Key risks / concerns</a:t>
            </a:r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Loss of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Forecasting outsourced to Japan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Dependency on central system </a:t>
            </a:r>
          </a:p>
          <a:p>
            <a:pPr>
              <a:buNone/>
            </a:pPr>
            <a:endParaRPr lang="en-GB" sz="1600" b="1" dirty="0"/>
          </a:p>
          <a:p>
            <a:pPr lvl="1"/>
            <a:endParaRPr lang="en-GB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22CA89-F1FF-4CA4-4728-0078DC98CEE0}"/>
              </a:ext>
            </a:extLst>
          </p:cNvPr>
          <p:cNvCxnSpPr/>
          <p:nvPr/>
        </p:nvCxnSpPr>
        <p:spPr>
          <a:xfrm>
            <a:off x="6390858" y="1272460"/>
            <a:ext cx="0" cy="5287364"/>
          </a:xfrm>
          <a:prstGeom prst="line">
            <a:avLst/>
          </a:prstGeom>
          <a:ln w="19050">
            <a:solidFill>
              <a:srgbClr val="3043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68AE4C-6459-30F2-FBBE-08638AC4F611}"/>
              </a:ext>
            </a:extLst>
          </p:cNvPr>
          <p:cNvSpPr txBox="1"/>
          <p:nvPr/>
        </p:nvSpPr>
        <p:spPr>
          <a:xfrm>
            <a:off x="695400" y="4514285"/>
            <a:ext cx="53798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System dependency / integration</a:t>
            </a:r>
          </a:p>
          <a:p>
            <a:r>
              <a:rPr lang="en-GB" sz="1600" dirty="0"/>
              <a:t>Requires: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Interface (Pentana → </a:t>
            </a:r>
            <a:r>
              <a:rPr lang="en-GB" sz="1600" dirty="0" err="1"/>
              <a:t>Keyloop</a:t>
            </a:r>
            <a:r>
              <a:rPr lang="en-GB" sz="1600" dirty="0"/>
              <a:t> transition risk) </a:t>
            </a:r>
          </a:p>
          <a:p>
            <a:pPr>
              <a:buNone/>
            </a:pPr>
            <a:br>
              <a:rPr lang="en-GB" sz="1600" b="1" dirty="0"/>
            </a:b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443279-F67C-D2DE-CAD8-E1F2D5A53005}"/>
              </a:ext>
            </a:extLst>
          </p:cNvPr>
          <p:cNvSpPr txBox="1"/>
          <p:nvPr/>
        </p:nvSpPr>
        <p:spPr>
          <a:xfrm>
            <a:off x="6706430" y="1083619"/>
            <a:ext cx="556839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u="sng" dirty="0"/>
              <a:t>Questions</a:t>
            </a:r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Safety net</a:t>
            </a:r>
            <a:r>
              <a:rPr lang="en-GB" sz="16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What happens if system fails or supply delays?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Escalation / VOR / emergency process? </a:t>
            </a:r>
          </a:p>
          <a:p>
            <a:endParaRPr lang="en-GB" sz="1600" dirty="0"/>
          </a:p>
          <a:p>
            <a:r>
              <a:rPr lang="en-GB" sz="1600" b="1" dirty="0"/>
              <a:t>Commercial model</a:t>
            </a:r>
            <a:r>
              <a:rPr lang="en-GB" sz="16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What is the ongoing cost (outsourcing fee)?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ROI saving? </a:t>
            </a:r>
          </a:p>
          <a:p>
            <a:endParaRPr lang="en-GB" sz="1600" dirty="0"/>
          </a:p>
          <a:p>
            <a:r>
              <a:rPr lang="en-GB" sz="1600" b="1" dirty="0"/>
              <a:t>Control &amp; governance</a:t>
            </a:r>
            <a:r>
              <a:rPr lang="en-GB" sz="16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How much override authority does ITUK retain?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Who owns final decisions? </a:t>
            </a:r>
          </a:p>
          <a:p>
            <a:pPr marL="742950" lvl="1" indent="-285750">
              <a:buFont typeface="+mj-lt"/>
              <a:buAutoNum type="arabicPeriod"/>
            </a:pPr>
            <a:endParaRPr lang="en-GB" sz="1600" dirty="0"/>
          </a:p>
          <a:p>
            <a:r>
              <a:rPr lang="en-GB" sz="1600" b="1" dirty="0"/>
              <a:t>Dead stock / returns</a:t>
            </a:r>
            <a:r>
              <a:rPr lang="en-GB" sz="16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Clear policy before go-live?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Financial responsibility? </a:t>
            </a:r>
          </a:p>
          <a:p>
            <a:pPr marL="742950" lvl="1" indent="-285750">
              <a:buFont typeface="+mj-lt"/>
              <a:buAutoNum type="arabicPeriod"/>
            </a:pPr>
            <a:endParaRPr lang="en-GB" sz="1600" dirty="0"/>
          </a:p>
          <a:p>
            <a:r>
              <a:rPr lang="en-GB" sz="1600" b="1" dirty="0"/>
              <a:t>System dependency</a:t>
            </a:r>
            <a:r>
              <a:rPr lang="en-GB" sz="1600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How does this align with </a:t>
            </a:r>
            <a:r>
              <a:rPr lang="en-GB" sz="1600" dirty="0" err="1"/>
              <a:t>Keyloop</a:t>
            </a:r>
            <a:r>
              <a:rPr lang="en-GB" sz="1600" dirty="0"/>
              <a:t> migration? </a:t>
            </a:r>
          </a:p>
        </p:txBody>
      </p:sp>
    </p:spTree>
    <p:extLst>
      <p:ext uri="{BB962C8B-B14F-4D97-AF65-F5344CB8AC3E}">
        <p14:creationId xmlns:p14="http://schemas.microsoft.com/office/powerpoint/2010/main" val="2468194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66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410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DA5AE"/>
    </a:custClr>
    <a:custClr name="Dark Grey 80">
      <a:srgbClr val="5D6874"/>
    </a:custClr>
    <a:custClr name="Dark Red 80">
      <a:srgbClr val="C43A4C"/>
    </a:custClr>
    <a:custClr name="Dark Blue 80">
      <a:srgbClr val="335183"/>
    </a:custClr>
    <a:custClr name="Dark Green 80">
      <a:srgbClr val="4D797B"/>
    </a:custClr>
    <a:custClr name="Dark Orange 80">
      <a:srgbClr val="E5814A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3AAB3"/>
    </a:custClr>
    <a:custClr name="Dark Grey 75">
      <a:srgbClr val="67717C"/>
    </a:custClr>
    <a:custClr name="Dark Red 75">
      <a:srgbClr val="C74657"/>
    </a:custClr>
    <a:custClr name="Dark Blue 75">
      <a:srgbClr val="405C8B"/>
    </a:custClr>
    <a:custClr name="Dark Green 75">
      <a:srgbClr val="588283"/>
    </a:custClr>
    <a:custClr name="Dark Orange 75">
      <a:srgbClr val="E78955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BC2"/>
    </a:custClr>
    <a:custClr name="Dark Grey 60">
      <a:srgbClr val="858E97"/>
    </a:custClr>
    <a:custClr name="Dark Red 60">
      <a:srgbClr val="D36B79"/>
    </a:custClr>
    <a:custClr name="Dark Blue 60">
      <a:srgbClr val="667DA2"/>
    </a:custClr>
    <a:custClr name="Dark Green 60">
      <a:srgbClr val="7A9B9C"/>
    </a:custClr>
    <a:custClr name="Dark Orange 60">
      <a:srgbClr val="ECA17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GROUP PPT Template_JPN_202410.pptx" id="{DAFEDCD1-E6D8-4F1D-B930-9B1B06933545}" vid="{3F159DE2-77F8-4152-B7E9-A68242AE273D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22b829-8724-470b-986d-098077dd34b8">
      <Terms xmlns="http://schemas.microsoft.com/office/infopath/2007/PartnerControls"/>
    </lcf76f155ced4ddcb4097134ff3c332f>
    <TaxCatchAll xmlns="7f970a2c-e610-47a8-a2de-9982ccc31c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B5BDE85556624BBCE99F7B4FD8D8C6" ma:contentTypeVersion="11" ma:contentTypeDescription="新しいドキュメントを作成します。" ma:contentTypeScope="" ma:versionID="473a36a0b428684d82675f04cea60e8e">
  <xsd:schema xmlns:xsd="http://www.w3.org/2001/XMLSchema" xmlns:xs="http://www.w3.org/2001/XMLSchema" xmlns:p="http://schemas.microsoft.com/office/2006/metadata/properties" xmlns:ns2="0122b829-8724-470b-986d-098077dd34b8" xmlns:ns3="7f970a2c-e610-47a8-a2de-9982ccc31c2b" targetNamespace="http://schemas.microsoft.com/office/2006/metadata/properties" ma:root="true" ma:fieldsID="b83a5af186d86254845bbee05d537444" ns2:_="" ns3:_="">
    <xsd:import namespace="0122b829-8724-470b-986d-098077dd34b8"/>
    <xsd:import namespace="7f970a2c-e610-47a8-a2de-9982ccc31c2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2b829-8724-470b-986d-098077dd34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d78d7d5a-2c89-47bb-bda4-6ea5dbfbd4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70a2c-e610-47a8-a2de-9982ccc31c2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0b04fd0-30fc-4ef9-a654-d8c007d35bd7}" ma:internalName="TaxCatchAll" ma:showField="CatchAllData" ma:web="7f970a2c-e610-47a8-a2de-9982ccc31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383D4A-78E7-44CE-ADFC-39E7E727F4A6}">
  <ds:schemaRefs>
    <ds:schemaRef ds:uri="http://schemas.microsoft.com/office/2006/metadata/properties"/>
    <ds:schemaRef ds:uri="http://www.w3.org/XML/1998/namespace"/>
    <ds:schemaRef ds:uri="http://purl.org/dc/terms/"/>
    <ds:schemaRef ds:uri="0122b829-8724-470b-986d-098077dd34b8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7f970a2c-e610-47a8-a2de-9982ccc31c2b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D75695-CD55-493F-ABB2-08C81361B9AB}">
  <ds:schemaRefs>
    <ds:schemaRef ds:uri="0122b829-8724-470b-986d-098077dd34b8"/>
    <ds:schemaRef ds:uri="7f970a2c-e610-47a8-a2de-9982ccc31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GROUP PPT Template_JPN_202410</Template>
  <TotalTime>688</TotalTime>
  <Words>807</Words>
  <Application>Microsoft Office PowerPoint</Application>
  <PresentationFormat>Widescreen</PresentationFormat>
  <Paragraphs>212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Meiryo</vt:lpstr>
      <vt:lpstr>Meiryo UI</vt:lpstr>
      <vt:lpstr>Arial</vt:lpstr>
      <vt:lpstr>Calibri</vt:lpstr>
      <vt:lpstr>Roboto</vt:lpstr>
      <vt:lpstr>ISUZU GROUP PPT Template 202410</vt:lpstr>
      <vt:lpstr>i-FORS Project (Previously GSCM) Isuzu Forecasting &amp; Order Replenishment System</vt:lpstr>
      <vt:lpstr>Members (i-FORS Group-N85)</vt:lpstr>
      <vt:lpstr>i-FORS Project</vt:lpstr>
      <vt:lpstr>Expected Benefits (As of October 2024)</vt:lpstr>
      <vt:lpstr>ITUK Parts Stock &amp; M.O.S. – Current Result</vt:lpstr>
      <vt:lpstr>Fill Rate</vt:lpstr>
      <vt:lpstr>How it works</vt:lpstr>
      <vt:lpstr>Schedule</vt:lpstr>
      <vt:lpstr>PoC Confirmations</vt:lpstr>
      <vt:lpstr>PoC Confirmations (Feasibility)</vt:lpstr>
      <vt:lpstr>PoC Confirmations (Analysis)</vt:lpstr>
      <vt:lpstr>Logic Comparison</vt:lpstr>
      <vt:lpstr>Progress in Kenya</vt:lpstr>
      <vt:lpstr>Benefits of Implementing i-FORS in ITUK</vt:lpstr>
      <vt:lpstr>Inventory Reduction Simulation</vt:lpstr>
      <vt:lpstr>Summary of Meeting – IML Team 26/07/2026</vt:lpstr>
      <vt:lpstr>Commercial \ Risk \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KOSHA Presentation</dc:title>
  <dc:creator>Sakiko Ishizuka ISZJ</dc:creator>
  <cp:lastModifiedBy>Duncan Young</cp:lastModifiedBy>
  <cp:revision>4</cp:revision>
  <cp:lastPrinted>2024-10-15T01:06:05Z</cp:lastPrinted>
  <dcterms:created xsi:type="dcterms:W3CDTF">2024-11-13T15:55:57Z</dcterms:created>
  <dcterms:modified xsi:type="dcterms:W3CDTF">2026-08-10T22:21:56Z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0x01010034B5BDE85556624BBCE99F7B4FD8D8C6</vt:lpwstr>
  </property>
</Properties>
</file>