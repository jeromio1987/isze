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heme/theme2.xml" ContentType="application/vnd.openxmlformats-officedocument.them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heme/theme3.xml" ContentType="application/vnd.openxmlformats-officedocument.theme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59" r:id="rId5"/>
    <p:sldId id="364" r:id="rId6"/>
    <p:sldId id="2147469661" r:id="rId7"/>
    <p:sldId id="2147469678" r:id="rId8"/>
    <p:sldId id="2147469683" r:id="rId9"/>
    <p:sldId id="2147469684" r:id="rId10"/>
    <p:sldId id="2147469659" r:id="rId11"/>
    <p:sldId id="2147469682" r:id="rId12"/>
    <p:sldId id="2147469686" r:id="rId13"/>
    <p:sldId id="2147469698" r:id="rId14"/>
    <p:sldId id="2147469688" r:id="rId15"/>
    <p:sldId id="2147469689" r:id="rId16"/>
    <p:sldId id="2147469690" r:id="rId17"/>
    <p:sldId id="2147469691" r:id="rId18"/>
    <p:sldId id="2147469701" r:id="rId19"/>
    <p:sldId id="2147469702" r:id="rId20"/>
    <p:sldId id="2147469665" r:id="rId21"/>
    <p:sldId id="2147469700" r:id="rId22"/>
    <p:sldId id="2147469649" r:id="rId23"/>
    <p:sldId id="2147469443" r:id="rId24"/>
  </p:sldIdLst>
  <p:sldSz cx="12192000" cy="6858000"/>
  <p:notesSz cx="6858000" cy="9144000"/>
  <p:custDataLst>
    <p:tags r:id="rId27"/>
  </p:custData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64"/>
    <a:srgbClr val="405C8B"/>
    <a:srgbClr val="335183"/>
    <a:srgbClr val="595959"/>
    <a:srgbClr val="DDEBF8"/>
    <a:srgbClr val="CCCDD3"/>
    <a:srgbClr val="E8E8EB"/>
    <a:srgbClr val="ECA177"/>
    <a:srgbClr val="7A9B9C"/>
    <a:srgbClr val="667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C84A41-2F4C-48D4-B30C-44BFA13EC6AB}" v="2" dt="2026-08-12T20:48:28.648"/>
    <p1510:client id="{D9FE2EE5-5A7C-4CE5-9BF8-09FCA5675D63}" v="17" dt="2026-08-13T10:11:55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can Young" userId="0d05c5b8-70c0-48c4-9720-582aed650fb7" providerId="ADAL" clId="{39B09168-2D64-4679-9209-243C3D2608B1}"/>
    <pc:docChg chg="custSel addSld delSld modSld sldOrd">
      <pc:chgData name="Duncan Young" userId="0d05c5b8-70c0-48c4-9720-582aed650fb7" providerId="ADAL" clId="{39B09168-2D64-4679-9209-243C3D2608B1}" dt="2026-08-12T21:09:44.238" v="544" actId="1076"/>
      <pc:docMkLst>
        <pc:docMk/>
      </pc:docMkLst>
      <pc:sldChg chg="modSp mod">
        <pc:chgData name="Duncan Young" userId="0d05c5b8-70c0-48c4-9720-582aed650fb7" providerId="ADAL" clId="{39B09168-2D64-4679-9209-243C3D2608B1}" dt="2026-08-12T20:35:46.431" v="13" actId="6549"/>
        <pc:sldMkLst>
          <pc:docMk/>
          <pc:sldMk cId="1925827768" sldId="359"/>
        </pc:sldMkLst>
        <pc:spChg chg="mod">
          <ac:chgData name="Duncan Young" userId="0d05c5b8-70c0-48c4-9720-582aed650fb7" providerId="ADAL" clId="{39B09168-2D64-4679-9209-243C3D2608B1}" dt="2026-08-12T20:35:46.431" v="13" actId="6549"/>
          <ac:spMkLst>
            <pc:docMk/>
            <pc:sldMk cId="1925827768" sldId="359"/>
            <ac:spMk id="3" creationId="{3200FB0C-108E-D693-57E6-D6E78737E75D}"/>
          </ac:spMkLst>
        </pc:spChg>
      </pc:sldChg>
      <pc:sldChg chg="addSp delSp modSp mod">
        <pc:chgData name="Duncan Young" userId="0d05c5b8-70c0-48c4-9720-582aed650fb7" providerId="ADAL" clId="{39B09168-2D64-4679-9209-243C3D2608B1}" dt="2026-08-12T20:55:38.168" v="161" actId="27636"/>
        <pc:sldMkLst>
          <pc:docMk/>
          <pc:sldMk cId="2790498585" sldId="2147469678"/>
        </pc:sldMkLst>
        <pc:spChg chg="add del mod">
          <ac:chgData name="Duncan Young" userId="0d05c5b8-70c0-48c4-9720-582aed650fb7" providerId="ADAL" clId="{39B09168-2D64-4679-9209-243C3D2608B1}" dt="2026-08-12T20:44:21.706" v="17"/>
          <ac:spMkLst>
            <pc:docMk/>
            <pc:sldMk cId="2790498585" sldId="2147469678"/>
            <ac:spMk id="2" creationId="{D2230128-59C0-99B0-DA27-E56F0E581BC8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4" creationId="{628A49CB-E69C-6DA1-AD01-0C0791110D29}"/>
          </ac:spMkLst>
        </pc:spChg>
        <pc:spChg chg="mod">
          <ac:chgData name="Duncan Young" userId="0d05c5b8-70c0-48c4-9720-582aed650fb7" providerId="ADAL" clId="{39B09168-2D64-4679-9209-243C3D2608B1}" dt="2026-08-12T20:47:01.185" v="79" actId="20577"/>
          <ac:spMkLst>
            <pc:docMk/>
            <pc:sldMk cId="2790498585" sldId="2147469678"/>
            <ac:spMk id="8" creationId="{63E61837-8488-9EB4-981A-3F119A0CCC84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9" creationId="{AFC1D9A8-7E65-2969-7358-B076AC26A3FF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10" creationId="{93E3F094-6E0D-7D7B-1FFA-F725A9F67F89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13" creationId="{D039A154-9DF4-4806-DA1A-12D572719EDE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14" creationId="{3E39D72F-4E3F-BF85-F6C4-DAF876655686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15" creationId="{E06A3F5E-BF6F-8112-9D16-FFCA1BFC04AF}"/>
          </ac:spMkLst>
        </pc:spChg>
        <pc:spChg chg="mod">
          <ac:chgData name="Duncan Young" userId="0d05c5b8-70c0-48c4-9720-582aed650fb7" providerId="ADAL" clId="{39B09168-2D64-4679-9209-243C3D2608B1}" dt="2026-08-12T20:46:15.603" v="31" actId="27636"/>
          <ac:spMkLst>
            <pc:docMk/>
            <pc:sldMk cId="2790498585" sldId="2147469678"/>
            <ac:spMk id="18" creationId="{0C336162-8CC4-623E-5370-29CC72A75C25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20" creationId="{E169AC66-18FF-82F5-30F2-857DD7483EE6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22" creationId="{5BB40E08-BBA0-EF60-5662-7E62DD41D03D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25" creationId="{A40300B2-FDE1-9131-AEF4-F098527E4A46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26" creationId="{855F26CA-23E8-2065-8B5E-BC79A35C9787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31" creationId="{F8E886E3-5721-9D25-7A3F-A31FBAFAE6C5}"/>
          </ac:spMkLst>
        </pc:spChg>
        <pc:spChg chg="mod">
          <ac:chgData name="Duncan Young" userId="0d05c5b8-70c0-48c4-9720-582aed650fb7" providerId="ADAL" clId="{39B09168-2D64-4679-9209-243C3D2608B1}" dt="2026-08-12T20:46:15.600" v="29" actId="27636"/>
          <ac:spMkLst>
            <pc:docMk/>
            <pc:sldMk cId="2790498585" sldId="2147469678"/>
            <ac:spMk id="33" creationId="{6E48E714-7BE7-1F45-1AE6-AF58033FAC69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39" creationId="{EF607CF8-3CDE-DAAC-40F7-A3342A39E171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41" creationId="{C3E1DCD4-3C4C-F1F2-0F2C-5FFAB7D7F321}"/>
          </ac:spMkLst>
        </pc:spChg>
        <pc:spChg chg="mod">
          <ac:chgData name="Duncan Young" userId="0d05c5b8-70c0-48c4-9720-582aed650fb7" providerId="ADAL" clId="{39B09168-2D64-4679-9209-243C3D2608B1}" dt="2026-08-12T20:46:15.601" v="30" actId="27636"/>
          <ac:spMkLst>
            <pc:docMk/>
            <pc:sldMk cId="2790498585" sldId="2147469678"/>
            <ac:spMk id="45" creationId="{153DD69C-098E-846D-FA68-987FBCF0FDCE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49" creationId="{A4605822-21F8-9092-67B5-D1F0484290B2}"/>
          </ac:spMkLst>
        </pc:spChg>
        <pc:spChg chg="mod">
          <ac:chgData name="Duncan Young" userId="0d05c5b8-70c0-48c4-9720-582aed650fb7" providerId="ADAL" clId="{39B09168-2D64-4679-9209-243C3D2608B1}" dt="2026-08-12T20:46:15.598" v="28" actId="27636"/>
          <ac:spMkLst>
            <pc:docMk/>
            <pc:sldMk cId="2790498585" sldId="2147469678"/>
            <ac:spMk id="54" creationId="{0A8D94BB-9048-7E27-5A03-7AF5A204E870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58" creationId="{7BFF295E-E953-ABAA-9697-58CC49F34D19}"/>
          </ac:spMkLst>
        </pc:spChg>
        <pc:spChg chg="mod">
          <ac:chgData name="Duncan Young" userId="0d05c5b8-70c0-48c4-9720-582aed650fb7" providerId="ADAL" clId="{39B09168-2D64-4679-9209-243C3D2608B1}" dt="2026-08-12T20:47:30.239" v="105" actId="1035"/>
          <ac:spMkLst>
            <pc:docMk/>
            <pc:sldMk cId="2790498585" sldId="2147469678"/>
            <ac:spMk id="60" creationId="{F6C4064A-3DD7-9414-72D8-1C32A4DFDEEE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69" creationId="{D5590E1F-157D-4FC3-A362-DD536E71AE6D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70" creationId="{60F9D0DE-D0F9-21B6-ED74-BF32B3320740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71" creationId="{09AFD1F6-4F60-0927-91B1-745B6428EE19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72" creationId="{93FE4A0D-E456-EB77-0CA2-24C693B819BD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73" creationId="{40641A51-5055-D537-25C7-531BDA6E86C2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74" creationId="{F25E9C6D-881D-E69E-B134-638327E974E1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75" creationId="{A85F9D22-0730-587A-6BB2-F37493F97FEF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76" creationId="{4CC2220C-AA8F-7C6A-2B64-74DF09CB6443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78" creationId="{799F0FB5-A6A6-AAFC-6D63-C3033D2B9D37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79" creationId="{A62219EF-275B-3D95-E6FF-9AF229F2E3FE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81" creationId="{C0F5908B-A60A-67E7-F822-DADE38600911}"/>
          </ac:spMkLst>
        </pc:spChg>
        <pc:spChg chg="del">
          <ac:chgData name="Duncan Young" userId="0d05c5b8-70c0-48c4-9720-582aed650fb7" providerId="ADAL" clId="{39B09168-2D64-4679-9209-243C3D2608B1}" dt="2026-08-12T20:44:36.425" v="19" actId="478"/>
          <ac:spMkLst>
            <pc:docMk/>
            <pc:sldMk cId="2790498585" sldId="2147469678"/>
            <ac:spMk id="82" creationId="{B25BF9E1-DA79-54E6-D69D-5DFC3C99AB97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83" creationId="{336EBE83-708C-9B35-14DC-69012800D704}"/>
          </ac:spMkLst>
        </pc:spChg>
        <pc:spChg chg="del">
          <ac:chgData name="Duncan Young" userId="0d05c5b8-70c0-48c4-9720-582aed650fb7" providerId="ADAL" clId="{39B09168-2D64-4679-9209-243C3D2608B1}" dt="2026-08-12T20:44:24.248" v="18" actId="478"/>
          <ac:spMkLst>
            <pc:docMk/>
            <pc:sldMk cId="2790498585" sldId="2147469678"/>
            <ac:spMk id="85" creationId="{ABE16FC5-9304-834E-B5C0-FDDE9AB35DC6}"/>
          </ac:spMkLst>
        </pc:spChg>
        <pc:spChg chg="add del mod">
          <ac:chgData name="Duncan Young" userId="0d05c5b8-70c0-48c4-9720-582aed650fb7" providerId="ADAL" clId="{39B09168-2D64-4679-9209-243C3D2608B1}" dt="2026-08-12T20:55:25.433" v="156" actId="478"/>
          <ac:spMkLst>
            <pc:docMk/>
            <pc:sldMk cId="2790498585" sldId="2147469678"/>
            <ac:spMk id="97" creationId="{F26AA151-7A7F-A630-C6A7-4466EA277F68}"/>
          </ac:spMkLst>
        </pc:spChg>
        <pc:spChg chg="add mod">
          <ac:chgData name="Duncan Young" userId="0d05c5b8-70c0-48c4-9720-582aed650fb7" providerId="ADAL" clId="{39B09168-2D64-4679-9209-243C3D2608B1}" dt="2026-08-12T20:49:35.851" v="142" actId="1076"/>
          <ac:spMkLst>
            <pc:docMk/>
            <pc:sldMk cId="2790498585" sldId="2147469678"/>
            <ac:spMk id="107" creationId="{0C5AA76B-1243-7B6A-3E4B-2F3876B63E43}"/>
          </ac:spMkLst>
        </pc:spChg>
        <pc:spChg chg="add mod">
          <ac:chgData name="Duncan Young" userId="0d05c5b8-70c0-48c4-9720-582aed650fb7" providerId="ADAL" clId="{39B09168-2D64-4679-9209-243C3D2608B1}" dt="2026-08-12T20:55:38.165" v="159" actId="27636"/>
          <ac:spMkLst>
            <pc:docMk/>
            <pc:sldMk cId="2790498585" sldId="2147469678"/>
            <ac:spMk id="117" creationId="{077070D0-ACA6-BCAC-E4DB-9ADB053102CE}"/>
          </ac:spMkLst>
        </pc:spChg>
        <pc:spChg chg="add mod">
          <ac:chgData name="Duncan Young" userId="0d05c5b8-70c0-48c4-9720-582aed650fb7" providerId="ADAL" clId="{39B09168-2D64-4679-9209-243C3D2608B1}" dt="2026-08-12T20:55:38.167" v="160" actId="27636"/>
          <ac:spMkLst>
            <pc:docMk/>
            <pc:sldMk cId="2790498585" sldId="2147469678"/>
            <ac:spMk id="127" creationId="{E9A4F149-555F-447A-B55C-AB2EA5FE3065}"/>
          </ac:spMkLst>
        </pc:spChg>
        <pc:spChg chg="add">
          <ac:chgData name="Duncan Young" userId="0d05c5b8-70c0-48c4-9720-582aed650fb7" providerId="ADAL" clId="{39B09168-2D64-4679-9209-243C3D2608B1}" dt="2026-08-12T20:55:38.153" v="157" actId="22"/>
          <ac:spMkLst>
            <pc:docMk/>
            <pc:sldMk cId="2790498585" sldId="2147469678"/>
            <ac:spMk id="133" creationId="{C2A96274-27B3-AC9C-6032-90AF18049201}"/>
          </ac:spMkLst>
        </pc:spChg>
        <pc:spChg chg="mod">
          <ac:chgData name="Duncan Young" userId="0d05c5b8-70c0-48c4-9720-582aed650fb7" providerId="ADAL" clId="{39B09168-2D64-4679-9209-243C3D2608B1}" dt="2026-08-12T20:55:38.163" v="158" actId="27636"/>
          <ac:spMkLst>
            <pc:docMk/>
            <pc:sldMk cId="2790498585" sldId="2147469678"/>
            <ac:spMk id="137" creationId="{D2E0C651-EBE8-31D3-A1D0-52485C917E08}"/>
          </ac:spMkLst>
        </pc:spChg>
        <pc:spChg chg="add">
          <ac:chgData name="Duncan Young" userId="0d05c5b8-70c0-48c4-9720-582aed650fb7" providerId="ADAL" clId="{39B09168-2D64-4679-9209-243C3D2608B1}" dt="2026-08-12T20:55:38.153" v="157" actId="22"/>
          <ac:spMkLst>
            <pc:docMk/>
            <pc:sldMk cId="2790498585" sldId="2147469678"/>
            <ac:spMk id="139" creationId="{7C0A888E-329D-5A77-F3D2-489C5CAF2F1C}"/>
          </ac:spMkLst>
        </pc:spChg>
        <pc:spChg chg="add">
          <ac:chgData name="Duncan Young" userId="0d05c5b8-70c0-48c4-9720-582aed650fb7" providerId="ADAL" clId="{39B09168-2D64-4679-9209-243C3D2608B1}" dt="2026-08-12T20:55:38.153" v="157" actId="22"/>
          <ac:spMkLst>
            <pc:docMk/>
            <pc:sldMk cId="2790498585" sldId="2147469678"/>
            <ac:spMk id="141" creationId="{6F19B447-1553-5448-B780-5B4E26C0FAFF}"/>
          </ac:spMkLst>
        </pc:spChg>
        <pc:spChg chg="add">
          <ac:chgData name="Duncan Young" userId="0d05c5b8-70c0-48c4-9720-582aed650fb7" providerId="ADAL" clId="{39B09168-2D64-4679-9209-243C3D2608B1}" dt="2026-08-12T20:55:38.153" v="157" actId="22"/>
          <ac:spMkLst>
            <pc:docMk/>
            <pc:sldMk cId="2790498585" sldId="2147469678"/>
            <ac:spMk id="145" creationId="{21B0431E-F397-FF7F-6DE1-4A09B6F3DD7A}"/>
          </ac:spMkLst>
        </pc:spChg>
        <pc:spChg chg="add mod">
          <ac:chgData name="Duncan Young" userId="0d05c5b8-70c0-48c4-9720-582aed650fb7" providerId="ADAL" clId="{39B09168-2D64-4679-9209-243C3D2608B1}" dt="2026-08-12T20:55:38.168" v="161" actId="27636"/>
          <ac:spMkLst>
            <pc:docMk/>
            <pc:sldMk cId="2790498585" sldId="2147469678"/>
            <ac:spMk id="147" creationId="{941AC1E1-D1F6-89CD-75CF-14B62D425E2B}"/>
          </ac:spMkLst>
        </pc:spChg>
        <pc:spChg chg="add">
          <ac:chgData name="Duncan Young" userId="0d05c5b8-70c0-48c4-9720-582aed650fb7" providerId="ADAL" clId="{39B09168-2D64-4679-9209-243C3D2608B1}" dt="2026-08-12T20:55:38.153" v="157" actId="22"/>
          <ac:spMkLst>
            <pc:docMk/>
            <pc:sldMk cId="2790498585" sldId="2147469678"/>
            <ac:spMk id="151" creationId="{4F4FFE07-1EBD-ECC3-7330-AB121E3956AB}"/>
          </ac:spMkLst>
        </pc:spChg>
        <pc:spChg chg="add">
          <ac:chgData name="Duncan Young" userId="0d05c5b8-70c0-48c4-9720-582aed650fb7" providerId="ADAL" clId="{39B09168-2D64-4679-9209-243C3D2608B1}" dt="2026-08-12T20:55:38.153" v="157" actId="22"/>
          <ac:spMkLst>
            <pc:docMk/>
            <pc:sldMk cId="2790498585" sldId="2147469678"/>
            <ac:spMk id="157" creationId="{316B545C-788B-3375-73DA-657C1ADCFE62}"/>
          </ac:spMkLst>
        </pc:spChg>
        <pc:spChg chg="add">
          <ac:chgData name="Duncan Young" userId="0d05c5b8-70c0-48c4-9720-582aed650fb7" providerId="ADAL" clId="{39B09168-2D64-4679-9209-243C3D2608B1}" dt="2026-08-12T20:55:38.153" v="157" actId="22"/>
          <ac:spMkLst>
            <pc:docMk/>
            <pc:sldMk cId="2790498585" sldId="2147469678"/>
            <ac:spMk id="169" creationId="{31578C29-FEB9-E4AF-7132-620197A61A00}"/>
          </ac:spMkLst>
        </pc:spChg>
      </pc:sldChg>
      <pc:sldChg chg="add">
        <pc:chgData name="Duncan Young" userId="0d05c5b8-70c0-48c4-9720-582aed650fb7" providerId="ADAL" clId="{39B09168-2D64-4679-9209-243C3D2608B1}" dt="2026-08-12T20:43:44.195" v="14" actId="2890"/>
        <pc:sldMkLst>
          <pc:docMk/>
          <pc:sldMk cId="1463254793" sldId="2147469681"/>
        </pc:sldMkLst>
      </pc:sldChg>
      <pc:sldChg chg="addSp delSp modSp add mod">
        <pc:chgData name="Duncan Young" userId="0d05c5b8-70c0-48c4-9720-582aed650fb7" providerId="ADAL" clId="{39B09168-2D64-4679-9209-243C3D2608B1}" dt="2026-08-12T20:56:02.346" v="163" actId="22"/>
        <pc:sldMkLst>
          <pc:docMk/>
          <pc:sldMk cId="489587234" sldId="2147469682"/>
        </pc:sldMkLst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7" creationId="{838CB863-022E-8F1D-F80F-F1419A1ED6A4}"/>
          </ac:spMkLst>
        </pc:spChg>
        <pc:spChg chg="mod">
          <ac:chgData name="Duncan Young" userId="0d05c5b8-70c0-48c4-9720-582aed650fb7" providerId="ADAL" clId="{39B09168-2D64-4679-9209-243C3D2608B1}" dt="2026-08-12T20:48:44.939" v="139" actId="20577"/>
          <ac:spMkLst>
            <pc:docMk/>
            <pc:sldMk cId="489587234" sldId="2147469682"/>
            <ac:spMk id="8" creationId="{92F8B728-7EE3-B9FE-C83E-92C2A61BA7D6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36" creationId="{27DB40B0-0B67-E24F-D153-24EE2599BB98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43" creationId="{44998D77-139E-84A1-21ED-32D4CD5F4862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44" creationId="{A14C67B7-7013-4D69-8C47-7BDEB0D48832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51" creationId="{6C64055A-8094-1A48-AF55-188025EC999D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55" creationId="{491E1903-DEBF-CC58-E1D1-201139EA836B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59" creationId="{6F8D938C-8D3D-6D77-83B0-8942BA0F518A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62" creationId="{3ABB400D-509B-6347-27DE-6F998D73993D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64" creationId="{8D6B6EBD-94B6-FBA3-ADE3-6915AA52304A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67" creationId="{DAEB650D-420E-1009-A15E-F4F985B24EDC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69" creationId="{311BCEF4-837E-A4E5-49E5-AEC49BA044D7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79" creationId="{28F58BA0-B143-42FD-1A30-C5970F232205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89" creationId="{348C030D-4D23-BC47-C210-CBB2FCF33D51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90" creationId="{1C5E2F58-B3D5-E05C-396A-86B65FF54D35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91" creationId="{495150BD-FD2E-4F4F-CDE2-C052C2103EEB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93" creationId="{A5475347-4DAF-54EE-E01C-03BF9B7343BC}"/>
          </ac:spMkLst>
        </pc:spChg>
        <pc:spChg chg="add del mod">
          <ac:chgData name="Duncan Young" userId="0d05c5b8-70c0-48c4-9720-582aed650fb7" providerId="ADAL" clId="{39B09168-2D64-4679-9209-243C3D2608B1}" dt="2026-08-12T20:55:54.952" v="162" actId="478"/>
          <ac:spMkLst>
            <pc:docMk/>
            <pc:sldMk cId="489587234" sldId="2147469682"/>
            <ac:spMk id="94" creationId="{27B72DA5-80D7-2C76-B05F-CD5B051D597E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95" creationId="{2D33FCD7-AC7D-2061-B437-A38054B6EAC4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99" creationId="{B5EF7D1B-70AB-DFC1-C1AF-014A4988368B}"/>
          </ac:spMkLst>
        </pc:spChg>
        <pc:spChg chg="del">
          <ac:chgData name="Duncan Young" userId="0d05c5b8-70c0-48c4-9720-582aed650fb7" providerId="ADAL" clId="{39B09168-2D64-4679-9209-243C3D2608B1}" dt="2026-08-12T20:48:02.333" v="107" actId="478"/>
          <ac:spMkLst>
            <pc:docMk/>
            <pc:sldMk cId="489587234" sldId="2147469682"/>
            <ac:spMk id="101" creationId="{5A193336-30FF-D8DD-AAFA-6321C43C3BB5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16" creationId="{532C1252-7108-F4FD-3AB6-7E20B63D4C97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20" creationId="{FEE358DA-328E-72E4-13EE-B52941C1CEAB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22" creationId="{E3176BAE-54A4-6E8E-73DA-DA042564EC1B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28" creationId="{417E6382-2846-E4A6-3A83-98CF2253C04E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32" creationId="{33C86F72-6B07-CEB8-7DD5-12A16DB74322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40" creationId="{15754BD6-EE2F-9A7D-5259-785B5B57C973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44" creationId="{159C39FC-F28D-A441-0156-76218CAC205A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46" creationId="{530DC79A-6C57-8C60-6D79-88C9CCF5683D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56" creationId="{8F094E5E-A878-286B-C9A3-649CB0CC9D6D}"/>
          </ac:spMkLst>
        </pc:spChg>
        <pc:spChg chg="add">
          <ac:chgData name="Duncan Young" userId="0d05c5b8-70c0-48c4-9720-582aed650fb7" providerId="ADAL" clId="{39B09168-2D64-4679-9209-243C3D2608B1}" dt="2026-08-12T20:56:02.346" v="163" actId="22"/>
          <ac:spMkLst>
            <pc:docMk/>
            <pc:sldMk cId="489587234" sldId="2147469682"/>
            <ac:spMk id="178" creationId="{31BB19DF-968C-ED68-D12B-B5F3F51ABC7A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0:56:28.929" v="171" actId="1076"/>
        <pc:sldMkLst>
          <pc:docMk/>
          <pc:sldMk cId="3904805035" sldId="2147469683"/>
        </pc:sldMkLst>
        <pc:spChg chg="mod">
          <ac:chgData name="Duncan Young" userId="0d05c5b8-70c0-48c4-9720-582aed650fb7" providerId="ADAL" clId="{39B09168-2D64-4679-9209-243C3D2608B1}" dt="2026-08-12T20:50:26.444" v="150"/>
          <ac:spMkLst>
            <pc:docMk/>
            <pc:sldMk cId="3904805035" sldId="2147469683"/>
            <ac:spMk id="8" creationId="{0BE84073-9A11-FE21-32F6-2D4237743D3F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10" creationId="{BB6EDDC2-8462-D1F1-C50A-44ECD25C4449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11" creationId="{61FE3480-49B2-49DF-D6C1-597CFD70CB67}"/>
          </ac:spMkLst>
        </pc:spChg>
        <pc:spChg chg="mod">
          <ac:chgData name="Duncan Young" userId="0d05c5b8-70c0-48c4-9720-582aed650fb7" providerId="ADAL" clId="{39B09168-2D64-4679-9209-243C3D2608B1}" dt="2026-08-12T20:50:16.172" v="147" actId="27636"/>
          <ac:spMkLst>
            <pc:docMk/>
            <pc:sldMk cId="3904805035" sldId="2147469683"/>
            <ac:spMk id="13" creationId="{0B0A6626-FEF0-6FAD-F145-2C707C0307C8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17" creationId="{DC9F3A65-F5E9-0C12-7168-98E9DC87A7FC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19" creationId="{9458C1CB-410E-2412-887D-623D53C871B2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22" creationId="{DDD3BC87-2EFE-30AA-3131-5830ADCB5272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26" creationId="{2DE326C1-EA3B-4EB0-A566-BE9EEF7D41A1}"/>
          </ac:spMkLst>
        </pc:spChg>
        <pc:spChg chg="mod">
          <ac:chgData name="Duncan Young" userId="0d05c5b8-70c0-48c4-9720-582aed650fb7" providerId="ADAL" clId="{39B09168-2D64-4679-9209-243C3D2608B1}" dt="2026-08-12T20:50:16.175" v="149" actId="27636"/>
          <ac:spMkLst>
            <pc:docMk/>
            <pc:sldMk cId="3904805035" sldId="2147469683"/>
            <ac:spMk id="29" creationId="{6FD3C49E-27E4-B814-750D-661B40E225C9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31" creationId="{E973A959-F511-2ACB-9E50-8B69C400691F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35" creationId="{1A0F8F53-27EF-D67C-F3EF-EE096FCC165D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40" creationId="{647D291D-D290-E5E7-78CF-E1F08240EB04}"/>
          </ac:spMkLst>
        </pc:spChg>
        <pc:spChg chg="mod">
          <ac:chgData name="Duncan Young" userId="0d05c5b8-70c0-48c4-9720-582aed650fb7" providerId="ADAL" clId="{39B09168-2D64-4679-9209-243C3D2608B1}" dt="2026-08-12T20:50:16.171" v="146" actId="27636"/>
          <ac:spMkLst>
            <pc:docMk/>
            <pc:sldMk cId="3904805035" sldId="2147469683"/>
            <ac:spMk id="43" creationId="{8A33A37A-63FB-14D0-261D-DB9E593F7EF4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55" creationId="{B930B358-AF1C-BB04-7BD9-5E8E3715D6AE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57" creationId="{F2C15E1C-F5C8-7164-DED8-3E9CB1B862F4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60" creationId="{DD420B71-F1C1-BBE4-7D04-3FB9AFAE4046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62" creationId="{D69B218C-6742-845C-8EF2-BD153AB8F09C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65" creationId="{66C1324D-FEA4-1AF0-2FFB-6ACC94ABE5F2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71" creationId="{BE9E206A-3702-F202-9A3D-C9EC895A3A38}"/>
          </ac:spMkLst>
        </pc:spChg>
        <pc:spChg chg="add del mod">
          <ac:chgData name="Duncan Young" userId="0d05c5b8-70c0-48c4-9720-582aed650fb7" providerId="ADAL" clId="{39B09168-2D64-4679-9209-243C3D2608B1}" dt="2026-08-12T20:56:22.550" v="164" actId="478"/>
          <ac:spMkLst>
            <pc:docMk/>
            <pc:sldMk cId="3904805035" sldId="2147469683"/>
            <ac:spMk id="72" creationId="{7567BF05-E8D8-D357-E2D6-59EDC06CEC7F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75" creationId="{B1ACC400-FE8A-505D-3DAB-D2C78FE83712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77" creationId="{92AD675A-3E8A-FCEB-D416-464E18F91934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89" creationId="{858356C4-6438-1580-AB2A-413DF8EE5E57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94" creationId="{0CD5C16C-0C80-7A75-AB93-B1A89AA5516E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95" creationId="{B819DB96-06DC-9C8F-A85C-82153ADF8868}"/>
          </ac:spMkLst>
        </pc:spChg>
        <pc:spChg chg="mod">
          <ac:chgData name="Duncan Young" userId="0d05c5b8-70c0-48c4-9720-582aed650fb7" providerId="ADAL" clId="{39B09168-2D64-4679-9209-243C3D2608B1}" dt="2026-08-12T20:56:23.954" v="166" actId="27636"/>
          <ac:spMkLst>
            <pc:docMk/>
            <pc:sldMk cId="3904805035" sldId="2147469683"/>
            <ac:spMk id="109" creationId="{C0AAD910-22B6-1A65-FCFF-5B693E186DE2}"/>
          </ac:spMkLst>
        </pc:spChg>
        <pc:spChg chg="del">
          <ac:chgData name="Duncan Young" userId="0d05c5b8-70c0-48c4-9720-582aed650fb7" providerId="ADAL" clId="{39B09168-2D64-4679-9209-243C3D2608B1}" dt="2026-08-12T20:49:56.481" v="143" actId="478"/>
          <ac:spMkLst>
            <pc:docMk/>
            <pc:sldMk cId="3904805035" sldId="2147469683"/>
            <ac:spMk id="110" creationId="{E765C221-068C-039C-A0B2-59C7A792E859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112" creationId="{3E67768C-1177-8BD1-B7F5-F7C1BFB0CF82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116" creationId="{341D2B58-40C7-2F1E-F911-DB711AD7034B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120" creationId="{0BA928FA-863E-654A-5C41-DA1213EC0EB8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122" creationId="{0DD4311C-1977-5CED-4E24-4779A0C19038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126" creationId="{4135278B-4C0C-5B29-77DD-8ADEBA3031D0}"/>
          </ac:spMkLst>
        </pc:spChg>
        <pc:spChg chg="mod">
          <ac:chgData name="Duncan Young" userId="0d05c5b8-70c0-48c4-9720-582aed650fb7" providerId="ADAL" clId="{39B09168-2D64-4679-9209-243C3D2608B1}" dt="2026-08-12T20:56:23.960" v="170" actId="27636"/>
          <ac:spMkLst>
            <pc:docMk/>
            <pc:sldMk cId="3904805035" sldId="2147469683"/>
            <ac:spMk id="130" creationId="{96BE0C9B-3F3F-A695-11BD-A6EC9BA5D07A}"/>
          </ac:spMkLst>
        </pc:spChg>
        <pc:spChg chg="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134" creationId="{A60D46AF-0A5A-B5D2-F6AA-B6B5989550FA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140" creationId="{A7F62B35-BD74-6D8C-D983-54205517AA02}"/>
          </ac:spMkLst>
        </pc:spChg>
        <pc:spChg chg="add mod">
          <ac:chgData name="Duncan Young" userId="0d05c5b8-70c0-48c4-9720-582aed650fb7" providerId="ADAL" clId="{39B09168-2D64-4679-9209-243C3D2608B1}" dt="2026-08-12T20:56:28.929" v="171" actId="1076"/>
          <ac:spMkLst>
            <pc:docMk/>
            <pc:sldMk cId="3904805035" sldId="2147469683"/>
            <ac:spMk id="142" creationId="{0F1245D4-09AE-230D-AE99-BDE90B705B7A}"/>
          </ac:spMkLst>
        </pc:spChg>
        <pc:spChg chg="add">
          <ac:chgData name="Duncan Young" userId="0d05c5b8-70c0-48c4-9720-582aed650fb7" providerId="ADAL" clId="{39B09168-2D64-4679-9209-243C3D2608B1}" dt="2026-08-12T20:56:23.946" v="165" actId="22"/>
          <ac:spMkLst>
            <pc:docMk/>
            <pc:sldMk cId="3904805035" sldId="2147469683"/>
            <ac:spMk id="144" creationId="{4F10DDBA-6D7B-F664-0DE4-5FB4558CD691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0:56:57.858" v="173" actId="22"/>
        <pc:sldMkLst>
          <pc:docMk/>
          <pc:sldMk cId="4277376337" sldId="2147469684"/>
        </pc:sldMkLst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13" creationId="{1596581C-2DAC-3C48-A068-8764068CBE40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14" creationId="{BBE939A1-F592-9018-1492-ECCB11BD7386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16" creationId="{0A3C69C2-E2E2-220F-054F-8003FB264306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20" creationId="{725A6F3C-1BE2-B2EC-EB33-0A2F1491D705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22" creationId="{8551E3C4-3F60-1F74-F38B-6450716B3D7C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28" creationId="{7710DA2C-E028-B266-739C-C47AE994F7AF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29" creationId="{04FF2933-A889-3656-0919-B7DB1778C36C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31" creationId="{1DCD84C5-44F4-E0AC-142F-94E47F56522E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32" creationId="{4EA1F768-D30F-5B21-45F3-B4518CDAF7A8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34" creationId="{3550B87C-9FB9-2F27-C9F5-AF24576E691E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40" creationId="{D9E7B167-6ABB-636B-CF60-62C780AE1153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41" creationId="{92723571-B33A-E76B-78A9-269AF7D232B8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56" creationId="{738A404A-AAF0-1451-9AEE-3F5E5C6FA3EC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57" creationId="{BA3D4B29-2C7F-01AE-DBA3-9A2C521C0A11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59" creationId="{08C24EF3-BF37-8DC8-80D2-C81F8D8E71CE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62" creationId="{4BFE0802-6D99-3858-F675-D05DCF5E06E4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66" creationId="{848935A0-788E-8F93-5F9A-3F485B898680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68" creationId="{79616B46-541B-FD24-62F6-A56E9FED5D63}"/>
          </ac:spMkLst>
        </pc:spChg>
        <pc:spChg chg="add del mod">
          <ac:chgData name="Duncan Young" userId="0d05c5b8-70c0-48c4-9720-582aed650fb7" providerId="ADAL" clId="{39B09168-2D64-4679-9209-243C3D2608B1}" dt="2026-08-12T20:56:48.844" v="172" actId="478"/>
          <ac:spMkLst>
            <pc:docMk/>
            <pc:sldMk cId="4277376337" sldId="2147469684"/>
            <ac:spMk id="71" creationId="{F635237D-7D19-AA71-9A1E-A3B993FE4B5C}"/>
          </ac:spMkLst>
        </pc:spChg>
        <pc:spChg chg="del">
          <ac:chgData name="Duncan Young" userId="0d05c5b8-70c0-48c4-9720-582aed650fb7" providerId="ADAL" clId="{39B09168-2D64-4679-9209-243C3D2608B1}" dt="2026-08-12T20:51:02.477" v="153" actId="478"/>
          <ac:spMkLst>
            <pc:docMk/>
            <pc:sldMk cId="4277376337" sldId="2147469684"/>
            <ac:spMk id="83" creationId="{779392CE-E675-F55E-82B7-F3F523D0BBBA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95" creationId="{BF981FDD-2420-5CD4-F514-65E18F5A9349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97" creationId="{FD6BAFA4-8DB5-AD79-38A2-5893B0094032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105" creationId="{A0FEE46C-983D-5340-80AF-08DCF2B7160D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107" creationId="{58353C82-66B1-2E88-8E3B-87B80B9D5D0E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111" creationId="{9B22C000-7D7F-6FDC-D25A-64599D456FC3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115" creationId="{385F20C2-FB9C-7B88-6CBF-12BC67D714F9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121" creationId="{F35FF33B-696F-7535-BA14-E77D9EB243D5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123" creationId="{F8761473-2493-34A9-05DD-F191A53C964F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125" creationId="{2774CEBB-5B68-75E9-1CED-B3E2BF36D383}"/>
          </ac:spMkLst>
        </pc:spChg>
        <pc:spChg chg="add">
          <ac:chgData name="Duncan Young" userId="0d05c5b8-70c0-48c4-9720-582aed650fb7" providerId="ADAL" clId="{39B09168-2D64-4679-9209-243C3D2608B1}" dt="2026-08-12T20:56:57.858" v="173" actId="22"/>
          <ac:spMkLst>
            <pc:docMk/>
            <pc:sldMk cId="4277376337" sldId="2147469684"/>
            <ac:spMk id="129" creationId="{EE1DA252-A459-64E7-EA31-EA05FB224DBF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0:57:22.944" v="177" actId="27636"/>
        <pc:sldMkLst>
          <pc:docMk/>
          <pc:sldMk cId="1539307463" sldId="2147469685"/>
        </pc:sldMkLst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5" creationId="{1E779169-A493-E1A8-BBC9-8EA60409D556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12" creationId="{865EC509-5324-A7F5-4F0B-7059967A42D8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16" creationId="{FA0BB5F2-D302-F3A4-E2DC-DDE16837BE45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26" creationId="{957165E2-E8D0-3446-2225-05633EC7BB93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28" creationId="{6E4EDA6C-F851-DDA0-1AA0-346D00C08B7B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32" creationId="{43010E3F-188F-36A7-CA15-8A99268F58DA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34" creationId="{80290736-D307-18BA-1968-21F9C4C4F605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38" creationId="{7239162B-F84A-2C70-C65D-4F41A715A287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44" creationId="{F4EDC2EB-2CD2-608E-AE6E-AFE27EF770FB}"/>
          </ac:spMkLst>
        </pc:spChg>
        <pc:spChg chg="add">
          <ac:chgData name="Duncan Young" userId="0d05c5b8-70c0-48c4-9720-582aed650fb7" providerId="ADAL" clId="{39B09168-2D64-4679-9209-243C3D2608B1}" dt="2026-08-12T20:57:22.932" v="176" actId="22"/>
          <ac:spMkLst>
            <pc:docMk/>
            <pc:sldMk cId="1539307463" sldId="2147469685"/>
            <ac:spMk id="46" creationId="{E0FD078F-E702-96FE-30FE-DAA70B448658}"/>
          </ac:spMkLst>
        </pc:spChg>
        <pc:spChg chg="mod">
          <ac:chgData name="Duncan Young" userId="0d05c5b8-70c0-48c4-9720-582aed650fb7" providerId="ADAL" clId="{39B09168-2D64-4679-9209-243C3D2608B1}" dt="2026-08-12T20:57:22.944" v="177" actId="27636"/>
          <ac:spMkLst>
            <pc:docMk/>
            <pc:sldMk cId="1539307463" sldId="2147469685"/>
            <ac:spMk id="58" creationId="{3E669676-2275-7CAE-693F-C425E9E5BCD4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79" creationId="{919D2AFD-9803-EB04-09B7-9DB10C58BED4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85" creationId="{EE7A27B3-03C4-5A6F-4353-1FAA3FFAE815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89" creationId="{54DD4A50-2C4D-32D3-39F0-D58FE72222E8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95" creationId="{2AADBE91-43FB-D1DA-3138-34662878BD3D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97" creationId="{8DD32B89-762D-CBDD-ECE0-4777DD13B235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107" creationId="{8DDFF46A-B43B-B025-125E-982BA49AB0D3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111" creationId="{85B8D933-30B8-9C98-A3FD-3155F2196301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119" creationId="{AE0B106A-D3C2-FCA5-C398-313E5BE23CDF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125" creationId="{4523C4CD-FD2B-0462-B52B-B4BCE970395B}"/>
          </ac:spMkLst>
        </pc:spChg>
        <pc:spChg chg="del">
          <ac:chgData name="Duncan Young" userId="0d05c5b8-70c0-48c4-9720-582aed650fb7" providerId="ADAL" clId="{39B09168-2D64-4679-9209-243C3D2608B1}" dt="2026-08-12T20:57:14.428" v="175" actId="478"/>
          <ac:spMkLst>
            <pc:docMk/>
            <pc:sldMk cId="1539307463" sldId="2147469685"/>
            <ac:spMk id="129" creationId="{064AC83B-7AD9-EBC6-E393-F8088B78DE2F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0:59:35.033" v="204" actId="6549"/>
        <pc:sldMkLst>
          <pc:docMk/>
          <pc:sldMk cId="1202233193" sldId="2147469686"/>
        </pc:sldMkLst>
        <pc:spChg chg="mod">
          <ac:chgData name="Duncan Young" userId="0d05c5b8-70c0-48c4-9720-582aed650fb7" providerId="ADAL" clId="{39B09168-2D64-4679-9209-243C3D2608B1}" dt="2026-08-12T20:58:17.408" v="200" actId="20577"/>
          <ac:spMkLst>
            <pc:docMk/>
            <pc:sldMk cId="1202233193" sldId="2147469686"/>
            <ac:spMk id="8" creationId="{EC07B0A6-A365-2277-D9E9-4C7D28D639A1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10" creationId="{5D9360F3-F94E-2648-CA0F-8B6BFC861937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16" creationId="{4EA67DA7-A92A-FC4C-7298-6D95726CC26B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17" creationId="{0A07433F-A6A7-C70F-54D8-A50CFF8A6DDE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22" creationId="{71711B81-CEB9-244D-0EA0-47A3F15C5BA1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24" creationId="{B0404686-71AF-372B-F2F1-D6712467C1A7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28" creationId="{5FAB4815-3F93-BD98-4320-8B94C2B33D7C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29" creationId="{EF06D333-AB9C-C350-4D3B-C46A4DCEA294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34" creationId="{BC64810A-06EC-4312-11CE-1D00988D9E7F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36" creationId="{8217F7EA-7D03-60B1-6F4C-00BCD37F3CF4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46" creationId="{1E981867-4335-7922-DD6A-8DFD7119E66F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52" creationId="{1DB07504-ED7A-C3C4-6C6D-839A216FE85E}"/>
          </ac:spMkLst>
        </pc:spChg>
        <pc:spChg chg="del">
          <ac:chgData name="Duncan Young" userId="0d05c5b8-70c0-48c4-9720-582aed650fb7" providerId="ADAL" clId="{39B09168-2D64-4679-9209-243C3D2608B1}" dt="2026-08-12T20:57:39.187" v="179" actId="478"/>
          <ac:spMkLst>
            <pc:docMk/>
            <pc:sldMk cId="1202233193" sldId="2147469686"/>
            <ac:spMk id="58" creationId="{823D4363-0BAD-E941-39AB-279494FE603D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60" creationId="{3EE7DCA7-AFDB-227D-B00C-9C3B180BC3DA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64" creationId="{0E61256D-EF82-67CA-58F2-E3600760FFC8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68" creationId="{0FAB2626-0404-3365-211F-43DA0D60374B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70" creationId="{2DD844F8-DD24-2FEE-0BFB-D7EEB84D41A7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92" creationId="{CC812EC8-8BB5-7402-786E-384C9BFC3DEA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94" creationId="{5FA8FCF0-CACA-3EB3-FDDD-28684949FDEC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102" creationId="{F1533681-B7AC-5102-2A41-F527B99FB501}"/>
          </ac:spMkLst>
        </pc:spChg>
        <pc:spChg chg="add">
          <ac:chgData name="Duncan Young" userId="0d05c5b8-70c0-48c4-9720-582aed650fb7" providerId="ADAL" clId="{39B09168-2D64-4679-9209-243C3D2608B1}" dt="2026-08-12T20:58:00.960" v="180" actId="22"/>
          <ac:spMkLst>
            <pc:docMk/>
            <pc:sldMk cId="1202233193" sldId="2147469686"/>
            <ac:spMk id="104" creationId="{5CD66CDB-EAFA-5584-BD8A-C55FB64F959B}"/>
          </ac:spMkLst>
        </pc:spChg>
        <pc:spChg chg="add mod">
          <ac:chgData name="Duncan Young" userId="0d05c5b8-70c0-48c4-9720-582aed650fb7" providerId="ADAL" clId="{39B09168-2D64-4679-9209-243C3D2608B1}" dt="2026-08-12T20:59:35.033" v="204" actId="6549"/>
          <ac:spMkLst>
            <pc:docMk/>
            <pc:sldMk cId="1202233193" sldId="2147469686"/>
            <ac:spMk id="116" creationId="{95F28BA6-9826-7476-ECA8-87CF2BA70064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1:00:53.698" v="242" actId="1036"/>
        <pc:sldMkLst>
          <pc:docMk/>
          <pc:sldMk cId="3302028911" sldId="2147469687"/>
        </pc:sldMkLst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3" creationId="{BBF3DEC8-6474-DDDB-A261-A89B8BD81572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6" creationId="{D9DADA49-8D35-3461-A68A-20621DC7066D}"/>
          </ac:spMkLst>
        </pc:spChg>
        <pc:spChg chg="mod">
          <ac:chgData name="Duncan Young" userId="0d05c5b8-70c0-48c4-9720-582aed650fb7" providerId="ADAL" clId="{39B09168-2D64-4679-9209-243C3D2608B1}" dt="2026-08-12T21:00:46.025" v="231" actId="20577"/>
          <ac:spMkLst>
            <pc:docMk/>
            <pc:sldMk cId="3302028911" sldId="2147469687"/>
            <ac:spMk id="8" creationId="{C68A756A-1A4B-EFB3-1415-F94BFE4A0D43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17" creationId="{B397E067-FD63-513C-9632-6DCF1FBED9F9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20" creationId="{9336AF7E-04F8-4E70-79C1-41E6D85F497D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23" creationId="{4B591D1A-0F1D-1E07-4C97-491A5982A44E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26" creationId="{F3D01C05-5A47-E7A7-6629-3D3A0449FBC9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28" creationId="{FEC0E47E-5F55-BC21-C3C1-492666405FAE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29" creationId="{8B97516E-5CAE-1570-B315-85E4BFD63ABE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31" creationId="{B242BD68-7B5B-3067-B7A0-A60930A861C9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34" creationId="{1CC586DE-1DD5-8586-9149-57B0677E0C59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36" creationId="{6597EF3C-771F-EF37-D4BF-672B8027572B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41" creationId="{A6474530-D69C-9075-FFDC-1BD0ECF71410}"/>
          </ac:spMkLst>
        </pc:spChg>
        <pc:spChg chg="add mod">
          <ac:chgData name="Duncan Young" userId="0d05c5b8-70c0-48c4-9720-582aed650fb7" providerId="ADAL" clId="{39B09168-2D64-4679-9209-243C3D2608B1}" dt="2026-08-12T21:00:53.698" v="242" actId="1036"/>
          <ac:spMkLst>
            <pc:docMk/>
            <pc:sldMk cId="3302028911" sldId="2147469687"/>
            <ac:spMk id="42" creationId="{91D68C28-BE85-9227-3B4D-DFB91AC5C2B2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45" creationId="{DB00839F-D5C3-A3E6-4BF0-B591C3999F65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53" creationId="{B03F6D30-BAC2-C129-48EB-5361E7FBB1BD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68" creationId="{F977A91C-9291-EFAB-F266-AAF18B96FD9F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74" creationId="{1E09F285-71DB-41CD-EC86-053818D6CC36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78" creationId="{AD4BEDD2-A7CA-D2BA-E653-77A05F86A865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80" creationId="{A63BA299-30FD-6E22-270D-964C99A8F034}"/>
          </ac:spMkLst>
        </pc:spChg>
        <pc:spChg chg="del">
          <ac:chgData name="Duncan Young" userId="0d05c5b8-70c0-48c4-9720-582aed650fb7" providerId="ADAL" clId="{39B09168-2D64-4679-9209-243C3D2608B1}" dt="2026-08-12T21:00:22.419" v="206" actId="478"/>
          <ac:spMkLst>
            <pc:docMk/>
            <pc:sldMk cId="3302028911" sldId="2147469687"/>
            <ac:spMk id="110" creationId="{710A985A-5450-98AA-D9CE-958AD054D644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1:02:47.323" v="290" actId="1076"/>
        <pc:sldMkLst>
          <pc:docMk/>
          <pc:sldMk cId="2620216252" sldId="2147469688"/>
        </pc:sldMkLst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3" creationId="{C7B897CC-4F7E-079F-7DA5-D71174A1AFDC}"/>
          </ac:spMkLst>
        </pc:spChg>
        <pc:spChg chg="mod">
          <ac:chgData name="Duncan Young" userId="0d05c5b8-70c0-48c4-9720-582aed650fb7" providerId="ADAL" clId="{39B09168-2D64-4679-9209-243C3D2608B1}" dt="2026-08-12T21:02:47.323" v="290" actId="1076"/>
          <ac:spMkLst>
            <pc:docMk/>
            <pc:sldMk cId="2620216252" sldId="2147469688"/>
            <ac:spMk id="4" creationId="{505BC62A-532A-16E3-9562-C4726310BD79}"/>
          </ac:spMkLst>
        </pc:spChg>
        <pc:spChg chg="add 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7" creationId="{FDE43EF0-C886-162D-FE36-C7E275406488}"/>
          </ac:spMkLst>
        </pc:spChg>
        <pc:spChg chg="mod">
          <ac:chgData name="Duncan Young" userId="0d05c5b8-70c0-48c4-9720-582aed650fb7" providerId="ADAL" clId="{39B09168-2D64-4679-9209-243C3D2608B1}" dt="2026-08-12T21:02:19.869" v="285" actId="20577"/>
          <ac:spMkLst>
            <pc:docMk/>
            <pc:sldMk cId="2620216252" sldId="2147469688"/>
            <ac:spMk id="8" creationId="{E2B0C374-71E1-EDA5-F7F2-0AB824B59353}"/>
          </ac:spMkLst>
        </pc:spChg>
        <pc:spChg chg="add 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11" creationId="{22CCE124-3962-B126-ED5D-054D99E38008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12" creationId="{8102D9A1-4270-B9A9-730B-8021BE0D4FEF}"/>
          </ac:spMkLst>
        </pc:spChg>
        <pc:spChg chg="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14" creationId="{8C714A59-DA1F-D327-6396-1392187B9A30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15" creationId="{11C322D8-A5DE-13D1-5FF8-A95E50A8EAA4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18" creationId="{5538A815-F817-54FE-359F-D4C69BA4190D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20" creationId="{AC8A0486-E0C8-BC59-D2D8-3FC4210F730E}"/>
          </ac:spMkLst>
        </pc:spChg>
        <pc:spChg chg="add 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21" creationId="{F40019D8-E6B6-FB66-4CC9-78120A7E71F7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23" creationId="{34716400-493C-BCDD-CFDA-EE4267ACC737}"/>
          </ac:spMkLst>
        </pc:spChg>
        <pc:spChg chg="add">
          <ac:chgData name="Duncan Young" userId="0d05c5b8-70c0-48c4-9720-582aed650fb7" providerId="ADAL" clId="{39B09168-2D64-4679-9209-243C3D2608B1}" dt="2026-08-12T21:02:07.258" v="245" actId="22"/>
          <ac:spMkLst>
            <pc:docMk/>
            <pc:sldMk cId="2620216252" sldId="2147469688"/>
            <ac:spMk id="24" creationId="{707FE261-1D6C-C5EB-6376-8CFA903F25FF}"/>
          </ac:spMkLst>
        </pc:spChg>
        <pc:spChg chg="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27" creationId="{85EB373A-D3DD-2C36-EF67-D8E11379DA7E}"/>
          </ac:spMkLst>
        </pc:spChg>
        <pc:spChg chg="add">
          <ac:chgData name="Duncan Young" userId="0d05c5b8-70c0-48c4-9720-582aed650fb7" providerId="ADAL" clId="{39B09168-2D64-4679-9209-243C3D2608B1}" dt="2026-08-12T21:02:07.258" v="245" actId="22"/>
          <ac:spMkLst>
            <pc:docMk/>
            <pc:sldMk cId="2620216252" sldId="2147469688"/>
            <ac:spMk id="30" creationId="{0B67DBAF-0D9B-1247-09A9-79296B40DC1D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31" creationId="{F57B3FFD-29B4-A315-9F7A-0E815F527627}"/>
          </ac:spMkLst>
        </pc:spChg>
        <pc:spChg chg="add 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33" creationId="{86B3F7DB-CA0A-34B5-4E3B-7B6843BF4500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36" creationId="{21228279-4DCE-E177-F850-5F369C00F76E}"/>
          </ac:spMkLst>
        </pc:spChg>
        <pc:spChg chg="add 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37" creationId="{AFFDA4CA-5795-583F-73B0-7CC823EA0492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39" creationId="{925C22B5-F3EC-3C9D-8919-60B69B21C6E2}"/>
          </ac:spMkLst>
        </pc:spChg>
        <pc:spChg chg="del">
          <ac:chgData name="Duncan Young" userId="0d05c5b8-70c0-48c4-9720-582aed650fb7" providerId="ADAL" clId="{39B09168-2D64-4679-9209-243C3D2608B1}" dt="2026-08-12T21:01:43.175" v="244" actId="478"/>
          <ac:spMkLst>
            <pc:docMk/>
            <pc:sldMk cId="2620216252" sldId="2147469688"/>
            <ac:spMk id="42" creationId="{9E69800D-DE9F-8F04-3B41-B827FDBAA942}"/>
          </ac:spMkLst>
        </pc:spChg>
        <pc:spChg chg="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43" creationId="{11D66F57-7B17-E083-7A33-770D22413350}"/>
          </ac:spMkLst>
        </pc:spChg>
        <pc:spChg chg="add 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45" creationId="{9FE0F1FC-EA7A-0353-063F-AD1650F37EA9}"/>
          </ac:spMkLst>
        </pc:spChg>
        <pc:spChg chg="add">
          <ac:chgData name="Duncan Young" userId="0d05c5b8-70c0-48c4-9720-582aed650fb7" providerId="ADAL" clId="{39B09168-2D64-4679-9209-243C3D2608B1}" dt="2026-08-12T21:02:07.258" v="245" actId="22"/>
          <ac:spMkLst>
            <pc:docMk/>
            <pc:sldMk cId="2620216252" sldId="2147469688"/>
            <ac:spMk id="47" creationId="{CCF498B4-A743-93EA-3C2A-EEDF6668B79C}"/>
          </ac:spMkLst>
        </pc:spChg>
        <pc:spChg chg="mod">
          <ac:chgData name="Duncan Young" userId="0d05c5b8-70c0-48c4-9720-582aed650fb7" providerId="ADAL" clId="{39B09168-2D64-4679-9209-243C3D2608B1}" dt="2026-08-12T21:02:10.590" v="268" actId="1036"/>
          <ac:spMkLst>
            <pc:docMk/>
            <pc:sldMk cId="2620216252" sldId="2147469688"/>
            <ac:spMk id="49" creationId="{7F7A02F9-FA8E-2B03-0A5A-973A977ED64A}"/>
          </ac:spMkLst>
        </pc:spChg>
        <pc:spChg chg="add">
          <ac:chgData name="Duncan Young" userId="0d05c5b8-70c0-48c4-9720-582aed650fb7" providerId="ADAL" clId="{39B09168-2D64-4679-9209-243C3D2608B1}" dt="2026-08-12T21:02:07.258" v="245" actId="22"/>
          <ac:spMkLst>
            <pc:docMk/>
            <pc:sldMk cId="2620216252" sldId="2147469688"/>
            <ac:spMk id="53" creationId="{F8B1C449-80C2-12E7-01B5-264D40BAED1A}"/>
          </ac:spMkLst>
        </pc:spChg>
        <pc:spChg chg="add del">
          <ac:chgData name="Duncan Young" userId="0d05c5b8-70c0-48c4-9720-582aed650fb7" providerId="ADAL" clId="{39B09168-2D64-4679-9209-243C3D2608B1}" dt="2026-08-12T21:02:34.933" v="287" actId="478"/>
          <ac:spMkLst>
            <pc:docMk/>
            <pc:sldMk cId="2620216252" sldId="2147469688"/>
            <ac:spMk id="55" creationId="{D1E89FED-352F-F23C-02C7-53ED0D6AECBC}"/>
          </ac:spMkLst>
        </pc:spChg>
        <pc:spChg chg="add mod">
          <ac:chgData name="Duncan Young" userId="0d05c5b8-70c0-48c4-9720-582aed650fb7" providerId="ADAL" clId="{39B09168-2D64-4679-9209-243C3D2608B1}" dt="2026-08-12T21:02:44.588" v="289" actId="1076"/>
          <ac:spMkLst>
            <pc:docMk/>
            <pc:sldMk cId="2620216252" sldId="2147469688"/>
            <ac:spMk id="57" creationId="{4852E461-D6E8-4E7F-E1B9-048721968151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1:03:37.170" v="335" actId="1035"/>
        <pc:sldMkLst>
          <pc:docMk/>
          <pc:sldMk cId="2337471154" sldId="2147469689"/>
        </pc:sldMkLst>
        <pc:spChg chg="mod">
          <ac:chgData name="Duncan Young" userId="0d05c5b8-70c0-48c4-9720-582aed650fb7" providerId="ADAL" clId="{39B09168-2D64-4679-9209-243C3D2608B1}" dt="2026-08-12T21:03:33.130" v="313" actId="27636"/>
          <ac:spMkLst>
            <pc:docMk/>
            <pc:sldMk cId="2337471154" sldId="2147469689"/>
            <ac:spMk id="3" creationId="{23918815-C9B5-4CD5-CD68-431C2A066117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4" creationId="{6EC3DED4-1487-2E50-1AF8-26FA61A32B39}"/>
          </ac:spMkLst>
        </pc:spChg>
        <pc:spChg chg="mod">
          <ac:chgData name="Duncan Young" userId="0d05c5b8-70c0-48c4-9720-582aed650fb7" providerId="ADAL" clId="{39B09168-2D64-4679-9209-243C3D2608B1}" dt="2026-08-12T21:03:20.627" v="311" actId="20577"/>
          <ac:spMkLst>
            <pc:docMk/>
            <pc:sldMk cId="2337471154" sldId="2147469689"/>
            <ac:spMk id="8" creationId="{5560B6AB-88AD-4360-D11E-383F59AA50A9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10" creationId="{97CD24E4-8DA3-3431-51A3-FAA526A05987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11" creationId="{A75ADB69-CC6B-6006-117E-CE34FCD1E58B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13" creationId="{08429F2B-EED0-0AE7-87C9-11AEFE9572B3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14" creationId="{B809DC0C-0107-B357-BB48-87D2A5E2E75C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16" creationId="{048E8073-9D99-B57B-47BD-C8A838A42AB9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25" creationId="{3633BCD4-9C19-F0E2-3137-6E7A8C94B9A3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33" creationId="{09E5FAF0-D3A5-E376-7E4E-6026F57FB23A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39" creationId="{AC06D274-125E-8CEA-D4F5-266A190E6322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43" creationId="{1D29C463-0F7A-F26E-FD55-11292F292EA5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45" creationId="{EC1CF45E-E760-AB2C-794A-A8B3EF8323AB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47" creationId="{C7AEB336-06F1-658B-4B7B-0AFF66AB1207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49" creationId="{09CDEAAE-F362-925F-3D1C-A940F162210D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50" creationId="{9A4C44FF-40F6-4CEE-94F3-0DCDD1F788A5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51" creationId="{DAC7B3C6-7FED-2A4D-1E14-B804F2223AB6}"/>
          </ac:spMkLst>
        </pc:spChg>
        <pc:spChg chg="del">
          <ac:chgData name="Duncan Young" userId="0d05c5b8-70c0-48c4-9720-582aed650fb7" providerId="ADAL" clId="{39B09168-2D64-4679-9209-243C3D2608B1}" dt="2026-08-12T21:02:59.787" v="292" actId="478"/>
          <ac:spMkLst>
            <pc:docMk/>
            <pc:sldMk cId="2337471154" sldId="2147469689"/>
            <ac:spMk id="57" creationId="{8B457FB0-39A9-E61C-ED51-3E06CE2EB04F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61" creationId="{D68EB7FC-FD5B-DC19-FC2A-2024DBCA7BAC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63" creationId="{68BE38AF-4097-2256-F4F0-C2A210038CA8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65" creationId="{B536A784-A692-28A5-F050-B53F28F93CD2}"/>
          </ac:spMkLst>
        </pc:spChg>
        <pc:spChg chg="add mod">
          <ac:chgData name="Duncan Young" userId="0d05c5b8-70c0-48c4-9720-582aed650fb7" providerId="ADAL" clId="{39B09168-2D64-4679-9209-243C3D2608B1}" dt="2026-08-12T21:03:37.170" v="335" actId="1035"/>
          <ac:spMkLst>
            <pc:docMk/>
            <pc:sldMk cId="2337471154" sldId="2147469689"/>
            <ac:spMk id="67" creationId="{C278566A-0B73-D4AE-8B56-26ABBD68E2D0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1:04:32.088" v="378" actId="1036"/>
        <pc:sldMkLst>
          <pc:docMk/>
          <pc:sldMk cId="2462562569" sldId="2147469690"/>
        </pc:sldMkLst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3" creationId="{B25B3B10-CCA7-B308-5862-D16C0A9B2861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6" creationId="{F28FA4E7-C196-A637-B3A5-23B13803183D}"/>
          </ac:spMkLst>
        </pc:spChg>
        <pc:spChg chg="mod">
          <ac:chgData name="Duncan Young" userId="0d05c5b8-70c0-48c4-9720-582aed650fb7" providerId="ADAL" clId="{39B09168-2D64-4679-9209-243C3D2608B1}" dt="2026-08-12T21:04:13.456" v="349" actId="20577"/>
          <ac:spMkLst>
            <pc:docMk/>
            <pc:sldMk cId="2462562569" sldId="2147469690"/>
            <ac:spMk id="8" creationId="{0E769062-284C-12A0-2D02-2C1986218455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10" creationId="{5556AE95-9460-E26D-BA8A-8BE89B13804E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13" creationId="{FAC0AFBD-CD8F-810D-2434-09A125D9A3B0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17" creationId="{033DFDD5-E8F1-112F-4570-38B15D37EAF9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20" creationId="{6CAEE417-B439-DB76-2223-30B5F5E23575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25" creationId="{C1AA0EAE-693A-E1F6-370E-0EC2A108CFD6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29" creationId="{738310DE-A448-C41C-113F-C77EEA89706E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32" creationId="{F045776D-D615-95E5-B29F-C153C0D32E7D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39" creationId="{ED742F18-786A-A09D-F1CD-A48191E74935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41" creationId="{046D2F3A-83BE-1573-CBA1-BF33ED223F82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46" creationId="{B140B10E-6EAE-C73E-5611-7F37C102DF99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52" creationId="{6250DBE7-D919-902D-F20A-342B110AD1B2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59" creationId="{0F0F7813-D26B-8F68-389A-7413F7722C55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61" creationId="{1FB9ABAC-E0C0-53E0-E110-EC6D337E8C57}"/>
          </ac:spMkLst>
        </pc:spChg>
        <pc:spChg chg="del">
          <ac:chgData name="Duncan Young" userId="0d05c5b8-70c0-48c4-9720-582aed650fb7" providerId="ADAL" clId="{39B09168-2D64-4679-9209-243C3D2608B1}" dt="2026-08-12T21:04:05.753" v="337" actId="478"/>
          <ac:spMkLst>
            <pc:docMk/>
            <pc:sldMk cId="2462562569" sldId="2147469690"/>
            <ac:spMk id="67" creationId="{837E0241-2E85-8AAC-61E4-FF46C20054BE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79" creationId="{C9E2DBE9-5AD7-A956-D213-E8F78DFF935E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87" creationId="{2787B732-25B2-98E3-8622-5283523DC677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95" creationId="{BC31455B-7B5B-71B9-1B7B-D261586FE271}"/>
          </ac:spMkLst>
        </pc:spChg>
        <pc:spChg chg="add mod">
          <ac:chgData name="Duncan Young" userId="0d05c5b8-70c0-48c4-9720-582aed650fb7" providerId="ADAL" clId="{39B09168-2D64-4679-9209-243C3D2608B1}" dt="2026-08-12T21:04:32.088" v="378" actId="1036"/>
          <ac:spMkLst>
            <pc:docMk/>
            <pc:sldMk cId="2462562569" sldId="2147469690"/>
            <ac:spMk id="107" creationId="{CD4A2034-F29E-B9FF-B501-B254CD8189FF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1:05:41.700" v="404" actId="1076"/>
        <pc:sldMkLst>
          <pc:docMk/>
          <pc:sldMk cId="2810100116" sldId="2147469691"/>
        </pc:sldMkLst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4" creationId="{84B58C8B-4F15-BE92-433A-B0B39608C524}"/>
          </ac:spMkLst>
        </pc:spChg>
        <pc:spChg chg="mod">
          <ac:chgData name="Duncan Young" userId="0d05c5b8-70c0-48c4-9720-582aed650fb7" providerId="ADAL" clId="{39B09168-2D64-4679-9209-243C3D2608B1}" dt="2026-08-12T21:05:14.104" v="402" actId="313"/>
          <ac:spMkLst>
            <pc:docMk/>
            <pc:sldMk cId="2810100116" sldId="2147469691"/>
            <ac:spMk id="8" creationId="{C085F897-F2C0-8025-D343-491DF9102625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13" creationId="{C0F3DBE3-E85E-AC40-9196-39971A21C416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17" creationId="{1C06C0BE-89A8-776D-9BD3-0E60C1551D63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32" creationId="{CC62F6BA-0854-A347-90C7-4023AF9C56B4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40" creationId="{B1D145B9-7CAB-A46A-0C43-77771CB2C278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44" creationId="{57938107-7321-F802-2213-D7BDB760BC49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53" creationId="{4E8CF691-AC51-BE41-6159-63EAE45D9A58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56" creationId="{900AD4BD-A27D-6284-0466-528B69DD4E63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62" creationId="{5BF548A2-1487-167C-CE12-23E4D4732BBD}"/>
          </ac:spMkLst>
        </pc:spChg>
        <pc:spChg chg="add">
          <ac:chgData name="Duncan Young" userId="0d05c5b8-70c0-48c4-9720-582aed650fb7" providerId="ADAL" clId="{39B09168-2D64-4679-9209-243C3D2608B1}" dt="2026-08-12T21:05:31.596" v="403" actId="22"/>
          <ac:spMkLst>
            <pc:docMk/>
            <pc:sldMk cId="2810100116" sldId="2147469691"/>
            <ac:spMk id="64" creationId="{D0BBE425-1100-020E-A50D-A4DEDD6C5FAB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66" creationId="{4FFC8DC0-1832-F13E-17DF-0E84EE1450C9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67" creationId="{F1B13151-A71B-08D2-29A4-806B71D9DDA7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73" creationId="{CF9EC1CF-41A3-95A8-AF33-508B1440FB26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81" creationId="{CDAAFBA1-F459-7011-46C6-FA9232D35DB4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91" creationId="{5FD309E8-9E31-95C4-D7D8-FD8FEA5642E8}"/>
          </ac:spMkLst>
        </pc:spChg>
        <pc:spChg chg="del">
          <ac:chgData name="Duncan Young" userId="0d05c5b8-70c0-48c4-9720-582aed650fb7" providerId="ADAL" clId="{39B09168-2D64-4679-9209-243C3D2608B1}" dt="2026-08-12T21:04:53.999" v="380" actId="478"/>
          <ac:spMkLst>
            <pc:docMk/>
            <pc:sldMk cId="2810100116" sldId="2147469691"/>
            <ac:spMk id="99" creationId="{B333A4CA-A862-71C1-71FE-EA83768FC0EB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102" creationId="{AB243BE4-4E5E-1174-4F4F-69F85450226E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106" creationId="{F4FCD4C4-7DE9-2620-0E1C-3C23D29EEACB}"/>
          </ac:spMkLst>
        </pc:spChg>
        <pc:spChg chg="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117" creationId="{BF8348B3-D1FA-CD5A-13B1-6F15FD544B45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119" creationId="{1C71AC9D-4901-D451-FE03-BFCF13C9D384}"/>
          </ac:spMkLst>
        </pc:spChg>
        <pc:spChg chg="add mod">
          <ac:chgData name="Duncan Young" userId="0d05c5b8-70c0-48c4-9720-582aed650fb7" providerId="ADAL" clId="{39B09168-2D64-4679-9209-243C3D2608B1}" dt="2026-08-12T21:05:41.700" v="404" actId="1076"/>
          <ac:spMkLst>
            <pc:docMk/>
            <pc:sldMk cId="2810100116" sldId="2147469691"/>
            <ac:spMk id="121" creationId="{266417F5-DF86-E482-7F20-7C13B6205F95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1:06:30.705" v="424" actId="20577"/>
        <pc:sldMkLst>
          <pc:docMk/>
          <pc:sldMk cId="3544812700" sldId="2147469692"/>
        </pc:sldMkLst>
        <pc:spChg chg="add 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4" creationId="{840258D9-3A48-DC32-DB03-A43918E2447A}"/>
          </ac:spMkLst>
        </pc:spChg>
        <pc:spChg chg="add 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7" creationId="{C1952E14-8492-5C5C-68F3-9CC1128A2A75}"/>
          </ac:spMkLst>
        </pc:spChg>
        <pc:spChg chg="mod">
          <ac:chgData name="Duncan Young" userId="0d05c5b8-70c0-48c4-9720-582aed650fb7" providerId="ADAL" clId="{39B09168-2D64-4679-9209-243C3D2608B1}" dt="2026-08-12T21:06:30.705" v="424" actId="20577"/>
          <ac:spMkLst>
            <pc:docMk/>
            <pc:sldMk cId="3544812700" sldId="2147469692"/>
            <ac:spMk id="8" creationId="{B300E076-9570-485C-3633-8895527DFED5}"/>
          </ac:spMkLst>
        </pc:spChg>
        <pc:spChg chg="add">
          <ac:chgData name="Duncan Young" userId="0d05c5b8-70c0-48c4-9720-582aed650fb7" providerId="ADAL" clId="{39B09168-2D64-4679-9209-243C3D2608B1}" dt="2026-08-12T21:06:13.733" v="407" actId="22"/>
          <ac:spMkLst>
            <pc:docMk/>
            <pc:sldMk cId="3544812700" sldId="2147469692"/>
            <ac:spMk id="11" creationId="{6604C960-FF6B-4F09-0B6C-4E7091AD827C}"/>
          </ac:spMkLst>
        </pc:spChg>
        <pc:spChg chg="add mod">
          <ac:chgData name="Duncan Young" userId="0d05c5b8-70c0-48c4-9720-582aed650fb7" providerId="ADAL" clId="{39B09168-2D64-4679-9209-243C3D2608B1}" dt="2026-08-12T21:06:13.744" v="408" actId="27636"/>
          <ac:spMkLst>
            <pc:docMk/>
            <pc:sldMk cId="3544812700" sldId="2147469692"/>
            <ac:spMk id="14" creationId="{8BA3A0C6-7B9B-D20D-C390-3AF9D569DEC6}"/>
          </ac:spMkLst>
        </pc:spChg>
        <pc:spChg chg="add 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17" creationId="{9C72F0C5-9735-B697-5757-BB4E7BC98072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19" creationId="{179F8D93-C84D-7732-732B-0CBAB7609AA7}"/>
          </ac:spMkLst>
        </pc:spChg>
        <pc:spChg chg="add">
          <ac:chgData name="Duncan Young" userId="0d05c5b8-70c0-48c4-9720-582aed650fb7" providerId="ADAL" clId="{39B09168-2D64-4679-9209-243C3D2608B1}" dt="2026-08-12T21:06:13.733" v="407" actId="22"/>
          <ac:spMkLst>
            <pc:docMk/>
            <pc:sldMk cId="3544812700" sldId="2147469692"/>
            <ac:spMk id="20" creationId="{037F391B-1B21-009E-14B2-33CF9DCCC71D}"/>
          </ac:spMkLst>
        </pc:spChg>
        <pc:spChg chg="add 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23" creationId="{315911BA-6D6F-E77C-17D9-CA20399265B5}"/>
          </ac:spMkLst>
        </pc:spChg>
        <pc:spChg chg="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26" creationId="{D11EF018-EE73-6B9D-7A04-EBC280F129D4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28" creationId="{FF2A751D-52C8-3212-8C18-2A512A3FC85D}"/>
          </ac:spMkLst>
        </pc:spChg>
        <pc:spChg chg="add 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29" creationId="{FC983A94-D971-F687-1A37-A156C8EBC536}"/>
          </ac:spMkLst>
        </pc:spChg>
        <pc:spChg chg="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35" creationId="{C9B058BD-1D6B-E26D-385D-E72AAD612A06}"/>
          </ac:spMkLst>
        </pc:spChg>
        <pc:spChg chg="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38" creationId="{DCF15BF4-3D0A-CD0B-7CCF-6F5DE3ADF7D3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40" creationId="{1195F0A0-2FA7-B3F8-3334-B7B9A8E812BA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43" creationId="{5E225633-672C-4197-4E51-D1CA488DDA1B}"/>
          </ac:spMkLst>
        </pc:spChg>
        <pc:spChg chg="add 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47" creationId="{F3A15DA5-0312-233D-967B-F1242430195A}"/>
          </ac:spMkLst>
        </pc:spChg>
        <pc:spChg chg="mod">
          <ac:chgData name="Duncan Young" userId="0d05c5b8-70c0-48c4-9720-582aed650fb7" providerId="ADAL" clId="{39B09168-2D64-4679-9209-243C3D2608B1}" dt="2026-08-12T21:06:19.998" v="409" actId="1076"/>
          <ac:spMkLst>
            <pc:docMk/>
            <pc:sldMk cId="3544812700" sldId="2147469692"/>
            <ac:spMk id="49" creationId="{8A2BB903-1010-B826-8B83-52744B303343}"/>
          </ac:spMkLst>
        </pc:spChg>
        <pc:spChg chg="add">
          <ac:chgData name="Duncan Young" userId="0d05c5b8-70c0-48c4-9720-582aed650fb7" providerId="ADAL" clId="{39B09168-2D64-4679-9209-243C3D2608B1}" dt="2026-08-12T21:06:13.733" v="407" actId="22"/>
          <ac:spMkLst>
            <pc:docMk/>
            <pc:sldMk cId="3544812700" sldId="2147469692"/>
            <ac:spMk id="52" creationId="{BCFD96E8-8DC2-A7C9-A912-3B7006093FB1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53" creationId="{32F90168-E998-E252-595E-2CAAAAAFD72C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61" creationId="{E8190798-A97E-D051-5528-243EBE5A8998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94" creationId="{C60A3169-33EA-C69E-B7AE-45BF24C98517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106" creationId="{45223C4D-E4CD-F2F7-B989-956A7C4C0E37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113" creationId="{B2AB8B13-78A9-6BFC-A726-BA0426824F4D}"/>
          </ac:spMkLst>
        </pc:spChg>
        <pc:spChg chg="del">
          <ac:chgData name="Duncan Young" userId="0d05c5b8-70c0-48c4-9720-582aed650fb7" providerId="ADAL" clId="{39B09168-2D64-4679-9209-243C3D2608B1}" dt="2026-08-12T21:05:59.568" v="406" actId="478"/>
          <ac:spMkLst>
            <pc:docMk/>
            <pc:sldMk cId="3544812700" sldId="2147469692"/>
            <ac:spMk id="121" creationId="{D9436C5C-3460-CFAB-1C09-7CFA7E969AE5}"/>
          </ac:spMkLst>
        </pc:spChg>
      </pc:sldChg>
      <pc:sldChg chg="new del">
        <pc:chgData name="Duncan Young" userId="0d05c5b8-70c0-48c4-9720-582aed650fb7" providerId="ADAL" clId="{39B09168-2D64-4679-9209-243C3D2608B1}" dt="2026-08-12T21:06:55.342" v="427" actId="47"/>
        <pc:sldMkLst>
          <pc:docMk/>
          <pc:sldMk cId="3846130414" sldId="2147469693"/>
        </pc:sldMkLst>
      </pc:sldChg>
      <pc:sldChg chg="addSp delSp modSp add mod">
        <pc:chgData name="Duncan Young" userId="0d05c5b8-70c0-48c4-9720-582aed650fb7" providerId="ADAL" clId="{39B09168-2D64-4679-9209-243C3D2608B1}" dt="2026-08-12T21:07:29.727" v="462" actId="20577"/>
        <pc:sldMkLst>
          <pc:docMk/>
          <pc:sldMk cId="1544614486" sldId="2147469694"/>
        </pc:sldMkLst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3" creationId="{82A05E28-0F5B-D456-FC69-DC03B0CBD242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4" creationId="{A409A049-35BE-76A9-6AED-8A9E21D3450A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6" creationId="{18EA7E59-FB66-E2DB-4744-F1B88E7B4BF1}"/>
          </ac:spMkLst>
        </pc:spChg>
        <pc:spChg chg="mod">
          <ac:chgData name="Duncan Young" userId="0d05c5b8-70c0-48c4-9720-582aed650fb7" providerId="ADAL" clId="{39B09168-2D64-4679-9209-243C3D2608B1}" dt="2026-08-12T21:07:29.727" v="462" actId="20577"/>
          <ac:spMkLst>
            <pc:docMk/>
            <pc:sldMk cId="1544614486" sldId="2147469694"/>
            <ac:spMk id="8" creationId="{45759BE8-8C3E-85C0-EAC1-FA3680DBA7A2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11" creationId="{D36B5ECC-5701-7112-337F-61AE89327AB9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17" creationId="{AB4F599A-21C9-02E9-69DC-8EA66BF23F13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20" creationId="{3200CF18-3B61-D930-DD9D-BD919A89063C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23" creationId="{928B3C8D-5189-E732-FF24-AA4F6A4BA237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28" creationId="{E2F393B0-AC3F-4DD9-0D45-BF4B269AEE32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37" creationId="{88881342-95F3-F032-E5CE-E42CF982D7B6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38" creationId="{F6ACA0DF-5934-07D1-54A2-71EE98071B23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41" creationId="{EC37E2B3-0CCD-28CD-A3D7-2B78D33B4672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44" creationId="{0A967DBC-9885-674D-4496-01E3726242AF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46" creationId="{ED0B52C1-B64D-45B3-0117-4835A792D451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47" creationId="{F7EF9447-9A28-CA5F-A825-424B3ED73316}"/>
          </ac:spMkLst>
        </pc:spChg>
        <pc:spChg chg="del">
          <ac:chgData name="Duncan Young" userId="0d05c5b8-70c0-48c4-9720-582aed650fb7" providerId="ADAL" clId="{39B09168-2D64-4679-9209-243C3D2608B1}" dt="2026-08-12T21:06:59.400" v="428" actId="478"/>
          <ac:spMkLst>
            <pc:docMk/>
            <pc:sldMk cId="1544614486" sldId="2147469694"/>
            <ac:spMk id="52" creationId="{C09AEA7F-5724-4DCF-DDFE-7E9C63844DE1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61" creationId="{813A92AA-EF30-A6C0-1105-23D2FE88BEBD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63" creationId="{88D2A539-9511-2A3E-4ED3-57D04ACE3D47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65" creationId="{9057C5A8-7C42-A810-1DE5-8296DD5C2702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71" creationId="{1E11B175-5A84-3329-EF55-1B018297FA3A}"/>
          </ac:spMkLst>
        </pc:spChg>
        <pc:spChg chg="add mod">
          <ac:chgData name="Duncan Young" userId="0d05c5b8-70c0-48c4-9720-582aed650fb7" providerId="ADAL" clId="{39B09168-2D64-4679-9209-243C3D2608B1}" dt="2026-08-12T21:07:14.012" v="449" actId="1036"/>
          <ac:spMkLst>
            <pc:docMk/>
            <pc:sldMk cId="1544614486" sldId="2147469694"/>
            <ac:spMk id="79" creationId="{810CFDCB-1C5C-3920-6C8B-4B43BA7F7621}"/>
          </ac:spMkLst>
        </pc:spChg>
        <pc:spChg chg="add mod">
          <ac:chgData name="Duncan Young" userId="0d05c5b8-70c0-48c4-9720-582aed650fb7" providerId="ADAL" clId="{39B09168-2D64-4679-9209-243C3D2608B1}" dt="2026-08-12T21:07:25.520" v="451" actId="1076"/>
          <ac:spMkLst>
            <pc:docMk/>
            <pc:sldMk cId="1544614486" sldId="2147469694"/>
            <ac:spMk id="81" creationId="{A9B8361E-6714-0058-2767-9627E89EDE23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1:08:55.915" v="507" actId="1036"/>
        <pc:sldMkLst>
          <pc:docMk/>
          <pc:sldMk cId="1133949124" sldId="2147469695"/>
        </pc:sldMkLst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7" creationId="{2BD5B9B8-83ED-2901-40E8-41475FB41978}"/>
          </ac:spMkLst>
        </pc:spChg>
        <pc:spChg chg="mod">
          <ac:chgData name="Duncan Young" userId="0d05c5b8-70c0-48c4-9720-582aed650fb7" providerId="ADAL" clId="{39B09168-2D64-4679-9209-243C3D2608B1}" dt="2026-08-12T21:08:45.428" v="493" actId="20577"/>
          <ac:spMkLst>
            <pc:docMk/>
            <pc:sldMk cId="1133949124" sldId="2147469695"/>
            <ac:spMk id="8" creationId="{393816C5-A8E1-A3AB-B798-8A44D01D58A0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11" creationId="{DA263D21-D872-B7B8-EB30-98E8139FCFEF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13" creationId="{93F6C089-A97B-222F-75D2-5AF47E259AE6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14" creationId="{19705362-DC53-DF1E-D905-BD914F3BE55A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17" creationId="{42D728BF-03E4-A991-F281-51895FAE05B3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20" creationId="{A0AEEA20-51CD-7AF9-864F-9E657F47484F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22" creationId="{081CEBDF-23C7-AD57-009A-603D057A5853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23" creationId="{5859D2AD-5138-7064-3596-3EB23522F5A7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26" creationId="{90DD7CC6-6D91-C906-ADA5-237AD0137DDC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31" creationId="{68E87571-7295-6EF9-06F4-320B066CAF75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32" creationId="{668DC191-0D35-BD02-9E7C-D8904D95FF43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34" creationId="{26816FC5-9EC4-2790-3F83-265F463A3686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35" creationId="{01EDCF57-9269-1294-2ECE-FBA55BF25E91}"/>
          </ac:spMkLst>
        </pc:spChg>
        <pc:spChg chg="add mod">
          <ac:chgData name="Duncan Young" userId="0d05c5b8-70c0-48c4-9720-582aed650fb7" providerId="ADAL" clId="{39B09168-2D64-4679-9209-243C3D2608B1}" dt="2026-08-12T21:08:55.915" v="507" actId="1036"/>
          <ac:spMkLst>
            <pc:docMk/>
            <pc:sldMk cId="1133949124" sldId="2147469695"/>
            <ac:spMk id="41" creationId="{A930EB30-1216-1EB3-D599-18CB9ABD6842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43" creationId="{265CB746-0241-9FF3-ECD5-BBC7000FC8D3}"/>
          </ac:spMkLst>
        </pc:spChg>
        <pc:spChg chg="mod">
          <ac:chgData name="Duncan Young" userId="0d05c5b8-70c0-48c4-9720-582aed650fb7" providerId="ADAL" clId="{39B09168-2D64-4679-9209-243C3D2608B1}" dt="2026-08-12T21:08:42.105" v="491" actId="27636"/>
          <ac:spMkLst>
            <pc:docMk/>
            <pc:sldMk cId="1133949124" sldId="2147469695"/>
            <ac:spMk id="44" creationId="{C8733EF8-3210-4FBB-78F6-E8C33A5AC0C3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50" creationId="{26AAC686-B155-B898-1117-7C1FCFBDB1A2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69" creationId="{9F217C23-B203-26B9-F866-7E2426D3E003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75" creationId="{1056F9C6-6A79-1DC9-7150-21FE94B2E80B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77" creationId="{B7614522-7BDB-9D25-E4C0-DD2077204D3F}"/>
          </ac:spMkLst>
        </pc:spChg>
        <pc:spChg chg="del">
          <ac:chgData name="Duncan Young" userId="0d05c5b8-70c0-48c4-9720-582aed650fb7" providerId="ADAL" clId="{39B09168-2D64-4679-9209-243C3D2608B1}" dt="2026-08-12T21:07:47.216" v="464" actId="478"/>
          <ac:spMkLst>
            <pc:docMk/>
            <pc:sldMk cId="1133949124" sldId="2147469695"/>
            <ac:spMk id="79" creationId="{E75BA5CA-394A-F2AF-6F8F-0C2C0E54C0BD}"/>
          </ac:spMkLst>
        </pc:spChg>
      </pc:sldChg>
      <pc:sldChg chg="addSp modSp add mod ord">
        <pc:chgData name="Duncan Young" userId="0d05c5b8-70c0-48c4-9720-582aed650fb7" providerId="ADAL" clId="{39B09168-2D64-4679-9209-243C3D2608B1}" dt="2026-08-12T21:08:50.348" v="495" actId="20577"/>
        <pc:sldMkLst>
          <pc:docMk/>
          <pc:sldMk cId="3756851545" sldId="2147469696"/>
        </pc:sldMkLst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3" creationId="{A5E5AC74-3922-C396-6C64-2421F210EA80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5" creationId="{3B2E3FE5-AD83-3A69-AE83-234A07248416}"/>
          </ac:spMkLst>
        </pc:spChg>
        <pc:spChg chg="mod">
          <ac:chgData name="Duncan Young" userId="0d05c5b8-70c0-48c4-9720-582aed650fb7" providerId="ADAL" clId="{39B09168-2D64-4679-9209-243C3D2608B1}" dt="2026-08-12T21:08:18.179" v="470" actId="27636"/>
          <ac:spMkLst>
            <pc:docMk/>
            <pc:sldMk cId="3756851545" sldId="2147469696"/>
            <ac:spMk id="7" creationId="{45763A56-D88A-9811-3F77-7B250F3319EE}"/>
          </ac:spMkLst>
        </pc:spChg>
        <pc:spChg chg="mod">
          <ac:chgData name="Duncan Young" userId="0d05c5b8-70c0-48c4-9720-582aed650fb7" providerId="ADAL" clId="{39B09168-2D64-4679-9209-243C3D2608B1}" dt="2026-08-12T21:08:50.348" v="495" actId="20577"/>
          <ac:spMkLst>
            <pc:docMk/>
            <pc:sldMk cId="3756851545" sldId="2147469696"/>
            <ac:spMk id="8" creationId="{86F06AF8-0944-DB4B-D2DC-297AC6A36042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10" creationId="{C5F6B7FC-85CC-67B0-8E66-FFDAB6FC8A76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14" creationId="{25860C47-375B-D071-7AA9-EACDC8B25578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18" creationId="{C4D54980-7B3A-F74B-F298-4AAB53187EB9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20" creationId="{83437503-EE70-96AF-55AE-E6D7727487F3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24" creationId="{F45B2BE5-3622-15A6-8907-B81903025BBE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26" creationId="{22355D5B-D67E-3379-1722-77579DA490AB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28" creationId="{0DAEFF7A-1D6B-F667-5317-EDE9D7127028}"/>
          </ac:spMkLst>
        </pc:spChg>
        <pc:spChg chg="mod">
          <ac:chgData name="Duncan Young" userId="0d05c5b8-70c0-48c4-9720-582aed650fb7" providerId="ADAL" clId="{39B09168-2D64-4679-9209-243C3D2608B1}" dt="2026-08-12T21:08:18.181" v="471" actId="27636"/>
          <ac:spMkLst>
            <pc:docMk/>
            <pc:sldMk cId="3756851545" sldId="2147469696"/>
            <ac:spMk id="30" creationId="{BDC84A90-64FD-0D3F-B44B-0166E03DAFE7}"/>
          </ac:spMkLst>
        </pc:spChg>
        <pc:spChg chg="add mod">
          <ac:chgData name="Duncan Young" userId="0d05c5b8-70c0-48c4-9720-582aed650fb7" providerId="ADAL" clId="{39B09168-2D64-4679-9209-243C3D2608B1}" dt="2026-08-12T21:08:24.397" v="486" actId="1036"/>
          <ac:spMkLst>
            <pc:docMk/>
            <pc:sldMk cId="3756851545" sldId="2147469696"/>
            <ac:spMk id="32" creationId="{4AC04482-8FA0-64FA-55A9-D9069155A3A4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2T21:09:44.238" v="544" actId="1076"/>
        <pc:sldMkLst>
          <pc:docMk/>
          <pc:sldMk cId="838887390" sldId="2147469697"/>
        </pc:sldMkLst>
        <pc:spChg chg="add mod">
          <ac:chgData name="Duncan Young" userId="0d05c5b8-70c0-48c4-9720-582aed650fb7" providerId="ADAL" clId="{39B09168-2D64-4679-9209-243C3D2608B1}" dt="2026-08-12T21:09:44.238" v="544" actId="1076"/>
          <ac:spMkLst>
            <pc:docMk/>
            <pc:sldMk cId="838887390" sldId="2147469697"/>
            <ac:spMk id="3" creationId="{FC22DD91-6A27-613E-11FA-363C6A076658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7" creationId="{0C8BB36A-AD11-C5EB-387E-520FEC49B279}"/>
          </ac:spMkLst>
        </pc:spChg>
        <pc:spChg chg="mod">
          <ac:chgData name="Duncan Young" userId="0d05c5b8-70c0-48c4-9720-582aed650fb7" providerId="ADAL" clId="{39B09168-2D64-4679-9209-243C3D2608B1}" dt="2026-08-12T21:09:26.185" v="510"/>
          <ac:spMkLst>
            <pc:docMk/>
            <pc:sldMk cId="838887390" sldId="2147469697"/>
            <ac:spMk id="8" creationId="{C480324B-0C4D-1DA6-2830-23F62870D441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11" creationId="{E63A4987-E82D-457D-B6BD-3C9A90F7C3FE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14" creationId="{7D2C4B2F-86CC-E19A-2E17-75E5B76B940C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17" creationId="{ADE059A5-24BF-61CF-E11D-25DBBC10FDAE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19" creationId="{5732FE10-08CA-40D1-E956-6AC03381798E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26" creationId="{41DAD22C-7296-E509-EB11-FE0F88B8459A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28" creationId="{92101E47-2FCE-9774-7975-CA3C5C7249AB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29" creationId="{BE70C678-D1AC-F926-13F7-94CADB409978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34" creationId="{4FDD5722-AF16-1259-9A87-5DA53A9E4112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38" creationId="{BFA9A787-ED95-A3C9-C64F-0B722934C361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40" creationId="{3C6ECF9C-8FE2-91B0-BAB1-CFC44F48A03D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41" creationId="{3A97DE58-3D8C-E8CC-BD7D-A2AF6B25D43A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43" creationId="{780A63FE-74B9-8AE2-859E-982B52F8CC14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44" creationId="{4369DCA8-BB48-ECF9-8420-6ADA9B08249B}"/>
          </ac:spMkLst>
        </pc:spChg>
        <pc:spChg chg="del">
          <ac:chgData name="Duncan Young" userId="0d05c5b8-70c0-48c4-9720-582aed650fb7" providerId="ADAL" clId="{39B09168-2D64-4679-9209-243C3D2608B1}" dt="2026-08-12T21:09:16.035" v="509" actId="478"/>
          <ac:spMkLst>
            <pc:docMk/>
            <pc:sldMk cId="838887390" sldId="2147469697"/>
            <ac:spMk id="47" creationId="{6FB991DB-DE9B-FC9B-F653-71AF56326627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49" creationId="{6D94D87B-901B-52A9-7250-248C5E38781C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53" creationId="{277801FC-86E0-11CA-13D8-A0371B1FA1B3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59" creationId="{65691B34-B8B3-BA8B-C63A-1B766F9E87A8}"/>
          </ac:spMkLst>
        </pc:spChg>
        <pc:spChg chg="add mod">
          <ac:chgData name="Duncan Young" userId="0d05c5b8-70c0-48c4-9720-582aed650fb7" providerId="ADAL" clId="{39B09168-2D64-4679-9209-243C3D2608B1}" dt="2026-08-12T21:09:39.095" v="543" actId="1036"/>
          <ac:spMkLst>
            <pc:docMk/>
            <pc:sldMk cId="838887390" sldId="2147469697"/>
            <ac:spMk id="61" creationId="{1724A123-AA75-4D56-74FB-47042933074E}"/>
          </ac:spMkLst>
        </pc:spChg>
      </pc:sldChg>
    </pc:docChg>
  </pc:docChgLst>
  <pc:docChgLst>
    <pc:chgData name="Duncan Young" userId="0d05c5b8-70c0-48c4-9720-582aed650fb7" providerId="ADAL" clId="{89BBCCF8-D395-4E00-A7D8-D8153F2B3CC8}"/>
    <pc:docChg chg="undo custSel addSld delSld modSld sldOrd">
      <pc:chgData name="Duncan Young" userId="0d05c5b8-70c0-48c4-9720-582aed650fb7" providerId="ADAL" clId="{89BBCCF8-D395-4E00-A7D8-D8153F2B3CC8}" dt="2026-08-13T10:13:18.181" v="1201" actId="47"/>
      <pc:docMkLst>
        <pc:docMk/>
      </pc:docMkLst>
      <pc:sldChg chg="modSp add mod">
        <pc:chgData name="Duncan Young" userId="0d05c5b8-70c0-48c4-9720-582aed650fb7" providerId="ADAL" clId="{89BBCCF8-D395-4E00-A7D8-D8153F2B3CC8}" dt="2026-08-13T10:11:10.369" v="1194" actId="20577"/>
        <pc:sldMkLst>
          <pc:docMk/>
          <pc:sldMk cId="2260001049" sldId="364"/>
        </pc:sldMkLst>
        <pc:spChg chg="mod">
          <ac:chgData name="Duncan Young" userId="0d05c5b8-70c0-48c4-9720-582aed650fb7" providerId="ADAL" clId="{89BBCCF8-D395-4E00-A7D8-D8153F2B3CC8}" dt="2026-08-13T10:11:10.369" v="1194" actId="20577"/>
          <ac:spMkLst>
            <pc:docMk/>
            <pc:sldMk cId="2260001049" sldId="364"/>
            <ac:spMk id="4" creationId="{F7320629-3C20-4ABE-8902-9C3C1AEC6866}"/>
          </ac:spMkLst>
        </pc:spChg>
        <pc:spChg chg="mod">
          <ac:chgData name="Duncan Young" userId="0d05c5b8-70c0-48c4-9720-582aed650fb7" providerId="ADAL" clId="{89BBCCF8-D395-4E00-A7D8-D8153F2B3CC8}" dt="2026-08-13T09:56:00.125" v="1093" actId="207"/>
          <ac:spMkLst>
            <pc:docMk/>
            <pc:sldMk cId="2260001049" sldId="364"/>
            <ac:spMk id="5" creationId="{A0B21D8E-77A8-47E1-88AC-3EA6BCB86D11}"/>
          </ac:spMkLst>
        </pc:spChg>
      </pc:sldChg>
      <pc:sldChg chg="del">
        <pc:chgData name="Duncan Young" userId="0d05c5b8-70c0-48c4-9720-582aed650fb7" providerId="ADAL" clId="{89BBCCF8-D395-4E00-A7D8-D8153F2B3CC8}" dt="2026-08-13T10:02:40.991" v="1124" actId="47"/>
        <pc:sldMkLst>
          <pc:docMk/>
          <pc:sldMk cId="2444470426" sldId="2147469614"/>
        </pc:sldMkLst>
      </pc:sldChg>
      <pc:sldChg chg="ord">
        <pc:chgData name="Duncan Young" userId="0d05c5b8-70c0-48c4-9720-582aed650fb7" providerId="ADAL" clId="{89BBCCF8-D395-4E00-A7D8-D8153F2B3CC8}" dt="2026-08-13T10:02:56.461" v="1128"/>
        <pc:sldMkLst>
          <pc:docMk/>
          <pc:sldMk cId="2812021176" sldId="2147469649"/>
        </pc:sldMkLst>
      </pc:sldChg>
      <pc:sldChg chg="del">
        <pc:chgData name="Duncan Young" userId="0d05c5b8-70c0-48c4-9720-582aed650fb7" providerId="ADAL" clId="{89BBCCF8-D395-4E00-A7D8-D8153F2B3CC8}" dt="2026-08-13T10:01:14.286" v="1115" actId="2696"/>
        <pc:sldMkLst>
          <pc:docMk/>
          <pc:sldMk cId="1683851753" sldId="2147469653"/>
        </pc:sldMkLst>
      </pc:sldChg>
      <pc:sldChg chg="del">
        <pc:chgData name="Duncan Young" userId="0d05c5b8-70c0-48c4-9720-582aed650fb7" providerId="ADAL" clId="{89BBCCF8-D395-4E00-A7D8-D8153F2B3CC8}" dt="2026-08-13T10:03:19.474" v="1130" actId="47"/>
        <pc:sldMkLst>
          <pc:docMk/>
          <pc:sldMk cId="2304144475" sldId="2147469657"/>
        </pc:sldMkLst>
      </pc:sldChg>
      <pc:sldChg chg="modSp add mod">
        <pc:chgData name="Duncan Young" userId="0d05c5b8-70c0-48c4-9720-582aed650fb7" providerId="ADAL" clId="{89BBCCF8-D395-4E00-A7D8-D8153F2B3CC8}" dt="2026-08-13T09:59:48.764" v="1114" actId="255"/>
        <pc:sldMkLst>
          <pc:docMk/>
          <pc:sldMk cId="2343549661" sldId="2147469659"/>
        </pc:sldMkLst>
        <pc:spChg chg="mod">
          <ac:chgData name="Duncan Young" userId="0d05c5b8-70c0-48c4-9720-582aed650fb7" providerId="ADAL" clId="{89BBCCF8-D395-4E00-A7D8-D8153F2B3CC8}" dt="2026-08-13T09:59:48.764" v="1114" actId="255"/>
          <ac:spMkLst>
            <pc:docMk/>
            <pc:sldMk cId="2343549661" sldId="2147469659"/>
            <ac:spMk id="4" creationId="{DC8458AD-7CA2-6861-FE4B-60E66A7718A1}"/>
          </ac:spMkLst>
        </pc:spChg>
        <pc:spChg chg="mod">
          <ac:chgData name="Duncan Young" userId="0d05c5b8-70c0-48c4-9720-582aed650fb7" providerId="ADAL" clId="{89BBCCF8-D395-4E00-A7D8-D8153F2B3CC8}" dt="2026-08-13T09:59:38.193" v="1113" actId="255"/>
          <ac:spMkLst>
            <pc:docMk/>
            <pc:sldMk cId="2343549661" sldId="2147469659"/>
            <ac:spMk id="5" creationId="{CB04AF19-A5D0-8078-1AD3-F4353ACEABD6}"/>
          </ac:spMkLst>
        </pc:spChg>
        <pc:spChg chg="mod">
          <ac:chgData name="Duncan Young" userId="0d05c5b8-70c0-48c4-9720-582aed650fb7" providerId="ADAL" clId="{89BBCCF8-D395-4E00-A7D8-D8153F2B3CC8}" dt="2026-08-13T09:59:48.764" v="1114" actId="255"/>
          <ac:spMkLst>
            <pc:docMk/>
            <pc:sldMk cId="2343549661" sldId="2147469659"/>
            <ac:spMk id="6" creationId="{2DCB035D-34F6-74AC-B5B0-67F67DC1C8F9}"/>
          </ac:spMkLst>
        </pc:spChg>
        <pc:spChg chg="mod">
          <ac:chgData name="Duncan Young" userId="0d05c5b8-70c0-48c4-9720-582aed650fb7" providerId="ADAL" clId="{89BBCCF8-D395-4E00-A7D8-D8153F2B3CC8}" dt="2026-08-13T09:59:38.193" v="1113" actId="255"/>
          <ac:spMkLst>
            <pc:docMk/>
            <pc:sldMk cId="2343549661" sldId="2147469659"/>
            <ac:spMk id="7" creationId="{1D945878-B41E-9959-F1CD-0A35CC2AF8E0}"/>
          </ac:spMkLst>
        </pc:spChg>
        <pc:spChg chg="mod">
          <ac:chgData name="Duncan Young" userId="0d05c5b8-70c0-48c4-9720-582aed650fb7" providerId="ADAL" clId="{89BBCCF8-D395-4E00-A7D8-D8153F2B3CC8}" dt="2026-08-13T09:58:41.661" v="1108" actId="20577"/>
          <ac:spMkLst>
            <pc:docMk/>
            <pc:sldMk cId="2343549661" sldId="2147469659"/>
            <ac:spMk id="8" creationId="{35B950C3-7B71-25B6-61C2-7E35E3DA320E}"/>
          </ac:spMkLst>
        </pc:spChg>
        <pc:spChg chg="mod">
          <ac:chgData name="Duncan Young" userId="0d05c5b8-70c0-48c4-9720-582aed650fb7" providerId="ADAL" clId="{89BBCCF8-D395-4E00-A7D8-D8153F2B3CC8}" dt="2026-08-13T09:59:48.764" v="1114" actId="255"/>
          <ac:spMkLst>
            <pc:docMk/>
            <pc:sldMk cId="2343549661" sldId="2147469659"/>
            <ac:spMk id="9" creationId="{CA5DE501-1D65-79AE-62F6-B9AA16C7A0A1}"/>
          </ac:spMkLst>
        </pc:spChg>
        <pc:spChg chg="mod">
          <ac:chgData name="Duncan Young" userId="0d05c5b8-70c0-48c4-9720-582aed650fb7" providerId="ADAL" clId="{89BBCCF8-D395-4E00-A7D8-D8153F2B3CC8}" dt="2026-08-13T09:59:38.193" v="1113" actId="255"/>
          <ac:spMkLst>
            <pc:docMk/>
            <pc:sldMk cId="2343549661" sldId="2147469659"/>
            <ac:spMk id="10" creationId="{8F207CA0-56EF-6066-BD20-A73C14EE3C3F}"/>
          </ac:spMkLst>
        </pc:spChg>
      </pc:sldChg>
      <pc:sldChg chg="del">
        <pc:chgData name="Duncan Young" userId="0d05c5b8-70c0-48c4-9720-582aed650fb7" providerId="ADAL" clId="{89BBCCF8-D395-4E00-A7D8-D8153F2B3CC8}" dt="2026-08-13T09:57:58.290" v="1097" actId="2696"/>
        <pc:sldMkLst>
          <pc:docMk/>
          <pc:sldMk cId="3535414696" sldId="2147469659"/>
        </pc:sldMkLst>
      </pc:sldChg>
      <pc:sldChg chg="del">
        <pc:chgData name="Duncan Young" userId="0d05c5b8-70c0-48c4-9720-582aed650fb7" providerId="ADAL" clId="{89BBCCF8-D395-4E00-A7D8-D8153F2B3CC8}" dt="2026-08-13T10:03:07.793" v="1129" actId="47"/>
        <pc:sldMkLst>
          <pc:docMk/>
          <pc:sldMk cId="843749812" sldId="2147469660"/>
        </pc:sldMkLst>
      </pc:sldChg>
      <pc:sldChg chg="del">
        <pc:chgData name="Duncan Young" userId="0d05c5b8-70c0-48c4-9720-582aed650fb7" providerId="ADAL" clId="{89BBCCF8-D395-4E00-A7D8-D8153F2B3CC8}" dt="2026-08-13T10:10:31.908" v="1191" actId="2696"/>
        <pc:sldMkLst>
          <pc:docMk/>
          <pc:sldMk cId="336998971" sldId="2147469661"/>
        </pc:sldMkLst>
      </pc:sldChg>
      <pc:sldChg chg="modSp add mod">
        <pc:chgData name="Duncan Young" userId="0d05c5b8-70c0-48c4-9720-582aed650fb7" providerId="ADAL" clId="{89BBCCF8-D395-4E00-A7D8-D8153F2B3CC8}" dt="2026-08-13T10:11:40.017" v="1197" actId="255"/>
        <pc:sldMkLst>
          <pc:docMk/>
          <pc:sldMk cId="2020138212" sldId="2147469661"/>
        </pc:sldMkLst>
        <pc:spChg chg="mod">
          <ac:chgData name="Duncan Young" userId="0d05c5b8-70c0-48c4-9720-582aed650fb7" providerId="ADAL" clId="{89BBCCF8-D395-4E00-A7D8-D8153F2B3CC8}" dt="2026-08-13T10:11:20.944" v="1195" actId="255"/>
          <ac:spMkLst>
            <pc:docMk/>
            <pc:sldMk cId="2020138212" sldId="2147469661"/>
            <ac:spMk id="2" creationId="{E71CDFF4-1087-2E50-13B2-73EB5CCA2F84}"/>
          </ac:spMkLst>
        </pc:spChg>
        <pc:spChg chg="mod">
          <ac:chgData name="Duncan Young" userId="0d05c5b8-70c0-48c4-9720-582aed650fb7" providerId="ADAL" clId="{89BBCCF8-D395-4E00-A7D8-D8153F2B3CC8}" dt="2026-08-13T10:11:20.944" v="1195" actId="255"/>
          <ac:spMkLst>
            <pc:docMk/>
            <pc:sldMk cId="2020138212" sldId="2147469661"/>
            <ac:spMk id="4" creationId="{5272C12E-D644-E54C-B6BB-C92322EBE6BD}"/>
          </ac:spMkLst>
        </pc:spChg>
        <pc:spChg chg="mod">
          <ac:chgData name="Duncan Young" userId="0d05c5b8-70c0-48c4-9720-582aed650fb7" providerId="ADAL" clId="{89BBCCF8-D395-4E00-A7D8-D8153F2B3CC8}" dt="2026-08-13T10:11:20.944" v="1195" actId="255"/>
          <ac:spMkLst>
            <pc:docMk/>
            <pc:sldMk cId="2020138212" sldId="2147469661"/>
            <ac:spMk id="5" creationId="{2906F11E-DC2D-5E02-3859-DE63A7791C32}"/>
          </ac:spMkLst>
        </pc:spChg>
        <pc:spChg chg="mod">
          <ac:chgData name="Duncan Young" userId="0d05c5b8-70c0-48c4-9720-582aed650fb7" providerId="ADAL" clId="{89BBCCF8-D395-4E00-A7D8-D8153F2B3CC8}" dt="2026-08-13T10:11:20.944" v="1195" actId="255"/>
          <ac:spMkLst>
            <pc:docMk/>
            <pc:sldMk cId="2020138212" sldId="2147469661"/>
            <ac:spMk id="6" creationId="{1874A2DE-4AC5-BD00-B008-5AC853229F46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7" creationId="{5A58D12D-4401-C43B-991D-0102BB8270E3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20" creationId="{FFC51DBA-CEEF-5D3F-C96C-0A737339DD52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22" creationId="{175FB7E3-31E5-E8F2-7AD9-2CD92F487E39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37" creationId="{5584B52A-EB90-7993-5C85-49D41BEFE712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38" creationId="{8A952D4B-4E8A-9B7C-37E4-EDA5F739556B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39" creationId="{68E2AF44-2DCB-29DD-0BD6-942016BB5F62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40" creationId="{DED672C7-A30B-E7F0-40C0-683A09B3CEB1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41" creationId="{6EF2D04B-4D39-838E-4768-B14A0E145F5B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44" creationId="{47AB76DD-5B61-2029-C040-0CDE5F85FC15}"/>
          </ac:spMkLst>
        </pc:spChg>
        <pc:spChg chg="mod">
          <ac:chgData name="Duncan Young" userId="0d05c5b8-70c0-48c4-9720-582aed650fb7" providerId="ADAL" clId="{89BBCCF8-D395-4E00-A7D8-D8153F2B3CC8}" dt="2026-08-13T10:11:29.197" v="1196" actId="255"/>
          <ac:spMkLst>
            <pc:docMk/>
            <pc:sldMk cId="2020138212" sldId="2147469661"/>
            <ac:spMk id="45" creationId="{E5435093-96EF-3873-8855-96DAFDF1F511}"/>
          </ac:spMkLst>
        </pc:spChg>
        <pc:spChg chg="mod">
          <ac:chgData name="Duncan Young" userId="0d05c5b8-70c0-48c4-9720-582aed650fb7" providerId="ADAL" clId="{89BBCCF8-D395-4E00-A7D8-D8153F2B3CC8}" dt="2026-08-13T10:11:40.017" v="1197" actId="255"/>
          <ac:spMkLst>
            <pc:docMk/>
            <pc:sldMk cId="2020138212" sldId="2147469661"/>
            <ac:spMk id="47" creationId="{D4EDCA8D-AE8E-1EF5-F248-07F35D659911}"/>
          </ac:spMkLst>
        </pc:spChg>
      </pc:sldChg>
      <pc:sldChg chg="addSp delSp modSp mod">
        <pc:chgData name="Duncan Young" userId="0d05c5b8-70c0-48c4-9720-582aed650fb7" providerId="ADAL" clId="{89BBCCF8-D395-4E00-A7D8-D8153F2B3CC8}" dt="2026-08-13T10:05:47.772" v="1141" actId="14734"/>
        <pc:sldMkLst>
          <pc:docMk/>
          <pc:sldMk cId="4054380101" sldId="2147469665"/>
        </pc:sldMkLst>
        <pc:spChg chg="mod">
          <ac:chgData name="Duncan Young" userId="0d05c5b8-70c0-48c4-9720-582aed650fb7" providerId="ADAL" clId="{89BBCCF8-D395-4E00-A7D8-D8153F2B3CC8}" dt="2026-08-13T10:04:57.952" v="1134"/>
          <ac:spMkLst>
            <pc:docMk/>
            <pc:sldMk cId="4054380101" sldId="2147469665"/>
            <ac:spMk id="8" creationId="{200792C7-D132-DF03-CFF5-E4FEAC08443E}"/>
          </ac:spMkLst>
        </pc:spChg>
        <pc:spChg chg="del">
          <ac:chgData name="Duncan Young" userId="0d05c5b8-70c0-48c4-9720-582aed650fb7" providerId="ADAL" clId="{89BBCCF8-D395-4E00-A7D8-D8153F2B3CC8}" dt="2026-08-13T10:04:41.859" v="1132" actId="478"/>
          <ac:spMkLst>
            <pc:docMk/>
            <pc:sldMk cId="4054380101" sldId="2147469665"/>
            <ac:spMk id="16" creationId="{E4915B6F-D9CD-BCF3-1DEB-4AF5720D5D88}"/>
          </ac:spMkLst>
        </pc:spChg>
        <pc:spChg chg="del">
          <ac:chgData name="Duncan Young" userId="0d05c5b8-70c0-48c4-9720-582aed650fb7" providerId="ADAL" clId="{89BBCCF8-D395-4E00-A7D8-D8153F2B3CC8}" dt="2026-08-13T10:04:41.859" v="1132" actId="478"/>
          <ac:spMkLst>
            <pc:docMk/>
            <pc:sldMk cId="4054380101" sldId="2147469665"/>
            <ac:spMk id="18" creationId="{49F88B0E-D45F-2096-90A7-1A459A9140F0}"/>
          </ac:spMkLst>
        </pc:spChg>
        <pc:graphicFrameChg chg="add del mod">
          <ac:chgData name="Duncan Young" userId="0d05c5b8-70c0-48c4-9720-582aed650fb7" providerId="ADAL" clId="{89BBCCF8-D395-4E00-A7D8-D8153F2B3CC8}" dt="2026-08-13T10:05:41.043" v="1139" actId="478"/>
          <ac:graphicFrameMkLst>
            <pc:docMk/>
            <pc:sldMk cId="4054380101" sldId="2147469665"/>
            <ac:graphicFrameMk id="2" creationId="{0A1E021F-0A59-B759-F9C4-B566538F342E}"/>
          </ac:graphicFrameMkLst>
        </pc:graphicFrameChg>
        <pc:graphicFrameChg chg="add mod modGraphic">
          <ac:chgData name="Duncan Young" userId="0d05c5b8-70c0-48c4-9720-582aed650fb7" providerId="ADAL" clId="{89BBCCF8-D395-4E00-A7D8-D8153F2B3CC8}" dt="2026-08-13T10:05:47.772" v="1141" actId="14734"/>
          <ac:graphicFrameMkLst>
            <pc:docMk/>
            <pc:sldMk cId="4054380101" sldId="2147469665"/>
            <ac:graphicFrameMk id="3" creationId="{11C9DC99-3F5E-7A88-FDA0-295782929A93}"/>
          </ac:graphicFrameMkLst>
        </pc:graphicFrameChg>
        <pc:graphicFrameChg chg="del">
          <ac:chgData name="Duncan Young" userId="0d05c5b8-70c0-48c4-9720-582aed650fb7" providerId="ADAL" clId="{89BBCCF8-D395-4E00-A7D8-D8153F2B3CC8}" dt="2026-08-13T10:04:41.859" v="1132" actId="478"/>
          <ac:graphicFrameMkLst>
            <pc:docMk/>
            <pc:sldMk cId="4054380101" sldId="2147469665"/>
            <ac:graphicFrameMk id="14" creationId="{BDE0386E-1A9D-D8BC-6640-700D30EB9E80}"/>
          </ac:graphicFrameMkLst>
        </pc:graphicFrameChg>
        <pc:graphicFrameChg chg="del">
          <ac:chgData name="Duncan Young" userId="0d05c5b8-70c0-48c4-9720-582aed650fb7" providerId="ADAL" clId="{89BBCCF8-D395-4E00-A7D8-D8153F2B3CC8}" dt="2026-08-13T10:04:41.859" v="1132" actId="478"/>
          <ac:graphicFrameMkLst>
            <pc:docMk/>
            <pc:sldMk cId="4054380101" sldId="2147469665"/>
            <ac:graphicFrameMk id="19" creationId="{F2632E5E-3028-4027-4B5A-C26F3BB79260}"/>
          </ac:graphicFrameMkLst>
        </pc:graphicFrameChg>
      </pc:sldChg>
      <pc:sldChg chg="del">
        <pc:chgData name="Duncan Young" userId="0d05c5b8-70c0-48c4-9720-582aed650fb7" providerId="ADAL" clId="{89BBCCF8-D395-4E00-A7D8-D8153F2B3CC8}" dt="2026-08-13T10:02:22.458" v="1120" actId="47"/>
        <pc:sldMkLst>
          <pc:docMk/>
          <pc:sldMk cId="3583042385" sldId="2147469666"/>
        </pc:sldMkLst>
      </pc:sldChg>
      <pc:sldChg chg="del">
        <pc:chgData name="Duncan Young" userId="0d05c5b8-70c0-48c4-9720-582aed650fb7" providerId="ADAL" clId="{89BBCCF8-D395-4E00-A7D8-D8153F2B3CC8}" dt="2026-08-13T10:07:27.675" v="1154" actId="47"/>
        <pc:sldMkLst>
          <pc:docMk/>
          <pc:sldMk cId="1056774576" sldId="2147469667"/>
        </pc:sldMkLst>
      </pc:sldChg>
      <pc:sldChg chg="del">
        <pc:chgData name="Duncan Young" userId="0d05c5b8-70c0-48c4-9720-582aed650fb7" providerId="ADAL" clId="{89BBCCF8-D395-4E00-A7D8-D8153F2B3CC8}" dt="2026-08-13T10:02:43.083" v="1126" actId="47"/>
        <pc:sldMkLst>
          <pc:docMk/>
          <pc:sldMk cId="3505198535" sldId="2147469669"/>
        </pc:sldMkLst>
      </pc:sldChg>
      <pc:sldChg chg="del">
        <pc:chgData name="Duncan Young" userId="0d05c5b8-70c0-48c4-9720-582aed650fb7" providerId="ADAL" clId="{89BBCCF8-D395-4E00-A7D8-D8153F2B3CC8}" dt="2026-08-13T10:02:18.094" v="1117" actId="47"/>
        <pc:sldMkLst>
          <pc:docMk/>
          <pc:sldMk cId="1020604312" sldId="2147469670"/>
        </pc:sldMkLst>
      </pc:sldChg>
      <pc:sldChg chg="del">
        <pc:chgData name="Duncan Young" userId="0d05c5b8-70c0-48c4-9720-582aed650fb7" providerId="ADAL" clId="{89BBCCF8-D395-4E00-A7D8-D8153F2B3CC8}" dt="2026-08-13T10:02:21.202" v="1119" actId="47"/>
        <pc:sldMkLst>
          <pc:docMk/>
          <pc:sldMk cId="3820861422" sldId="2147469671"/>
        </pc:sldMkLst>
      </pc:sldChg>
      <pc:sldChg chg="del">
        <pc:chgData name="Duncan Young" userId="0d05c5b8-70c0-48c4-9720-582aed650fb7" providerId="ADAL" clId="{89BBCCF8-D395-4E00-A7D8-D8153F2B3CC8}" dt="2026-08-13T10:02:26.634" v="1123" actId="47"/>
        <pc:sldMkLst>
          <pc:docMk/>
          <pc:sldMk cId="2757127369" sldId="2147469672"/>
        </pc:sldMkLst>
      </pc:sldChg>
      <pc:sldChg chg="del">
        <pc:chgData name="Duncan Young" userId="0d05c5b8-70c0-48c4-9720-582aed650fb7" providerId="ADAL" clId="{89BBCCF8-D395-4E00-A7D8-D8153F2B3CC8}" dt="2026-08-13T10:02:19.524" v="1118" actId="47"/>
        <pc:sldMkLst>
          <pc:docMk/>
          <pc:sldMk cId="1411967543" sldId="2147469674"/>
        </pc:sldMkLst>
      </pc:sldChg>
      <pc:sldChg chg="del">
        <pc:chgData name="Duncan Young" userId="0d05c5b8-70c0-48c4-9720-582aed650fb7" providerId="ADAL" clId="{89BBCCF8-D395-4E00-A7D8-D8153F2B3CC8}" dt="2026-08-13T10:02:42.116" v="1125" actId="47"/>
        <pc:sldMkLst>
          <pc:docMk/>
          <pc:sldMk cId="3736343140" sldId="2147469675"/>
        </pc:sldMkLst>
      </pc:sldChg>
      <pc:sldChg chg="del">
        <pc:chgData name="Duncan Young" userId="0d05c5b8-70c0-48c4-9720-582aed650fb7" providerId="ADAL" clId="{89BBCCF8-D395-4E00-A7D8-D8153F2B3CC8}" dt="2026-08-13T10:02:24.192" v="1121" actId="47"/>
        <pc:sldMkLst>
          <pc:docMk/>
          <pc:sldMk cId="2196826074" sldId="2147469676"/>
        </pc:sldMkLst>
      </pc:sldChg>
      <pc:sldChg chg="del">
        <pc:chgData name="Duncan Young" userId="0d05c5b8-70c0-48c4-9720-582aed650fb7" providerId="ADAL" clId="{89BBCCF8-D395-4E00-A7D8-D8153F2B3CC8}" dt="2026-08-13T10:02:25.295" v="1122" actId="47"/>
        <pc:sldMkLst>
          <pc:docMk/>
          <pc:sldMk cId="1870003547" sldId="2147469677"/>
        </pc:sldMkLst>
      </pc:sldChg>
      <pc:sldChg chg="addSp delSp modSp mod">
        <pc:chgData name="Duncan Young" userId="0d05c5b8-70c0-48c4-9720-582aed650fb7" providerId="ADAL" clId="{89BBCCF8-D395-4E00-A7D8-D8153F2B3CC8}" dt="2026-08-13T08:51:19.708" v="467" actId="1036"/>
        <pc:sldMkLst>
          <pc:docMk/>
          <pc:sldMk cId="2790498585" sldId="2147469678"/>
        </pc:sldMkLst>
        <pc:spChg chg="add mod">
          <ac:chgData name="Duncan Young" userId="0d05c5b8-70c0-48c4-9720-582aed650fb7" providerId="ADAL" clId="{89BBCCF8-D395-4E00-A7D8-D8153F2B3CC8}" dt="2026-08-13T08:28:32.245" v="295" actId="1076"/>
          <ac:spMkLst>
            <pc:docMk/>
            <pc:sldMk cId="2790498585" sldId="2147469678"/>
            <ac:spMk id="3" creationId="{776124F0-C0CB-59B1-FF41-1E42F33B4ACD}"/>
          </ac:spMkLst>
        </pc:spChg>
        <pc:spChg chg="add mod">
          <ac:chgData name="Duncan Young" userId="0d05c5b8-70c0-48c4-9720-582aed650fb7" providerId="ADAL" clId="{89BBCCF8-D395-4E00-A7D8-D8153F2B3CC8}" dt="2026-08-13T08:27:38.248" v="292" actId="1076"/>
          <ac:spMkLst>
            <pc:docMk/>
            <pc:sldMk cId="2790498585" sldId="2147469678"/>
            <ac:spMk id="5" creationId="{8B245E11-35C9-BC47-09F6-103FC0DA44B2}"/>
          </ac:spMkLst>
        </pc:spChg>
        <pc:spChg chg="add mod">
          <ac:chgData name="Duncan Young" userId="0d05c5b8-70c0-48c4-9720-582aed650fb7" providerId="ADAL" clId="{89BBCCF8-D395-4E00-A7D8-D8153F2B3CC8}" dt="2026-08-13T08:28:32.245" v="295" actId="1076"/>
          <ac:spMkLst>
            <pc:docMk/>
            <pc:sldMk cId="2790498585" sldId="2147469678"/>
            <ac:spMk id="7" creationId="{8321F40A-13F0-EF1D-4DB0-7577E8054442}"/>
          </ac:spMkLst>
        </pc:spChg>
        <pc:spChg chg="mod">
          <ac:chgData name="Duncan Young" userId="0d05c5b8-70c0-48c4-9720-582aed650fb7" providerId="ADAL" clId="{89BBCCF8-D395-4E00-A7D8-D8153F2B3CC8}" dt="2026-08-13T08:16:41.774" v="55" actId="20577"/>
          <ac:spMkLst>
            <pc:docMk/>
            <pc:sldMk cId="2790498585" sldId="2147469678"/>
            <ac:spMk id="8" creationId="{63E61837-8488-9EB4-981A-3F119A0CCC84}"/>
          </ac:spMkLst>
        </pc:spChg>
        <pc:spChg chg="add mod">
          <ac:chgData name="Duncan Young" userId="0d05c5b8-70c0-48c4-9720-582aed650fb7" providerId="ADAL" clId="{89BBCCF8-D395-4E00-A7D8-D8153F2B3CC8}" dt="2026-08-13T08:30:46.939" v="416" actId="1035"/>
          <ac:spMkLst>
            <pc:docMk/>
            <pc:sldMk cId="2790498585" sldId="2147469678"/>
            <ac:spMk id="10" creationId="{2B40517F-78B0-4027-4C2D-4C762BEF274D}"/>
          </ac:spMkLst>
        </pc:spChg>
        <pc:spChg chg="add mod">
          <ac:chgData name="Duncan Young" userId="0d05c5b8-70c0-48c4-9720-582aed650fb7" providerId="ADAL" clId="{89BBCCF8-D395-4E00-A7D8-D8153F2B3CC8}" dt="2026-08-13T08:30:46.939" v="416" actId="1035"/>
          <ac:spMkLst>
            <pc:docMk/>
            <pc:sldMk cId="2790498585" sldId="2147469678"/>
            <ac:spMk id="12" creationId="{5EAFA9C0-D568-26FF-6D36-29B1F16B1BE4}"/>
          </ac:spMkLst>
        </pc:spChg>
        <pc:spChg chg="add mod">
          <ac:chgData name="Duncan Young" userId="0d05c5b8-70c0-48c4-9720-582aed650fb7" providerId="ADAL" clId="{89BBCCF8-D395-4E00-A7D8-D8153F2B3CC8}" dt="2026-08-13T08:30:53.629" v="418" actId="1076"/>
          <ac:spMkLst>
            <pc:docMk/>
            <pc:sldMk cId="2790498585" sldId="2147469678"/>
            <ac:spMk id="14" creationId="{DB6392A2-A7CF-1BD8-7C6B-19F02487050B}"/>
          </ac:spMkLst>
        </pc:spChg>
        <pc:spChg chg="add mod">
          <ac:chgData name="Duncan Young" userId="0d05c5b8-70c0-48c4-9720-582aed650fb7" providerId="ADAL" clId="{89BBCCF8-D395-4E00-A7D8-D8153F2B3CC8}" dt="2026-08-13T08:28:32.245" v="295" actId="1076"/>
          <ac:spMkLst>
            <pc:docMk/>
            <pc:sldMk cId="2790498585" sldId="2147469678"/>
            <ac:spMk id="16" creationId="{4A81AFB5-04D0-0E5A-1CE6-DB69E8968A98}"/>
          </ac:spMkLst>
        </pc:spChg>
        <pc:spChg chg="add mod">
          <ac:chgData name="Duncan Young" userId="0d05c5b8-70c0-48c4-9720-582aed650fb7" providerId="ADAL" clId="{89BBCCF8-D395-4E00-A7D8-D8153F2B3CC8}" dt="2026-08-13T08:29:50.836" v="390" actId="1035"/>
          <ac:spMkLst>
            <pc:docMk/>
            <pc:sldMk cId="2790498585" sldId="2147469678"/>
            <ac:spMk id="18" creationId="{E3EE9B0D-0B46-5ADA-05F1-C09E98597A6F}"/>
          </ac:spMkLst>
        </pc:spChg>
        <pc:spChg chg="add mod">
          <ac:chgData name="Duncan Young" userId="0d05c5b8-70c0-48c4-9720-582aed650fb7" providerId="ADAL" clId="{89BBCCF8-D395-4E00-A7D8-D8153F2B3CC8}" dt="2026-08-13T08:28:32.245" v="295" actId="1076"/>
          <ac:spMkLst>
            <pc:docMk/>
            <pc:sldMk cId="2790498585" sldId="2147469678"/>
            <ac:spMk id="20" creationId="{61F5786E-24DA-979A-EBBE-98407A2227CD}"/>
          </ac:spMkLst>
        </pc:spChg>
        <pc:spChg chg="add mod">
          <ac:chgData name="Duncan Young" userId="0d05c5b8-70c0-48c4-9720-582aed650fb7" providerId="ADAL" clId="{89BBCCF8-D395-4E00-A7D8-D8153F2B3CC8}" dt="2026-08-13T08:30:46.939" v="416" actId="1035"/>
          <ac:spMkLst>
            <pc:docMk/>
            <pc:sldMk cId="2790498585" sldId="2147469678"/>
            <ac:spMk id="22" creationId="{B4D6BD0C-CACF-2DAF-AE77-788F8A511B8A}"/>
          </ac:spMkLst>
        </pc:spChg>
        <pc:spChg chg="add mod">
          <ac:chgData name="Duncan Young" userId="0d05c5b8-70c0-48c4-9720-582aed650fb7" providerId="ADAL" clId="{89BBCCF8-D395-4E00-A7D8-D8153F2B3CC8}" dt="2026-08-13T08:30:46.939" v="416" actId="1035"/>
          <ac:spMkLst>
            <pc:docMk/>
            <pc:sldMk cId="2790498585" sldId="2147469678"/>
            <ac:spMk id="24" creationId="{59E8D37D-7908-2997-786D-9606D546ECFF}"/>
          </ac:spMkLst>
        </pc:spChg>
        <pc:spChg chg="add mod">
          <ac:chgData name="Duncan Young" userId="0d05c5b8-70c0-48c4-9720-582aed650fb7" providerId="ADAL" clId="{89BBCCF8-D395-4E00-A7D8-D8153F2B3CC8}" dt="2026-08-13T08:30:46.939" v="416" actId="1035"/>
          <ac:spMkLst>
            <pc:docMk/>
            <pc:sldMk cId="2790498585" sldId="2147469678"/>
            <ac:spMk id="26" creationId="{0460EF30-8CE9-7D45-6EE1-D262A21417B7}"/>
          </ac:spMkLst>
        </pc:spChg>
        <pc:spChg chg="add mod">
          <ac:chgData name="Duncan Young" userId="0d05c5b8-70c0-48c4-9720-582aed650fb7" providerId="ADAL" clId="{89BBCCF8-D395-4E00-A7D8-D8153F2B3CC8}" dt="2026-08-13T08:31:03.115" v="422" actId="1076"/>
          <ac:spMkLst>
            <pc:docMk/>
            <pc:sldMk cId="2790498585" sldId="2147469678"/>
            <ac:spMk id="28" creationId="{B8269728-09CA-B8BD-B78F-0F5243E3267F}"/>
          </ac:spMkLst>
        </pc:spChg>
        <pc:spChg chg="add mod">
          <ac:chgData name="Duncan Young" userId="0d05c5b8-70c0-48c4-9720-582aed650fb7" providerId="ADAL" clId="{89BBCCF8-D395-4E00-A7D8-D8153F2B3CC8}" dt="2026-08-13T08:31:03.115" v="422" actId="1076"/>
          <ac:spMkLst>
            <pc:docMk/>
            <pc:sldMk cId="2790498585" sldId="2147469678"/>
            <ac:spMk id="30" creationId="{12AB2CD8-928E-0483-D2EB-DA91ECD4AEBA}"/>
          </ac:spMkLst>
        </pc:spChg>
        <pc:spChg chg="add mod">
          <ac:chgData name="Duncan Young" userId="0d05c5b8-70c0-48c4-9720-582aed650fb7" providerId="ADAL" clId="{89BBCCF8-D395-4E00-A7D8-D8153F2B3CC8}" dt="2026-08-13T08:41:31.847" v="434" actId="1035"/>
          <ac:spMkLst>
            <pc:docMk/>
            <pc:sldMk cId="2790498585" sldId="2147469678"/>
            <ac:spMk id="32" creationId="{BDA18781-F0DD-F9A2-CE58-63CD10066747}"/>
          </ac:spMkLst>
        </pc:spChg>
        <pc:spChg chg="add mod">
          <ac:chgData name="Duncan Young" userId="0d05c5b8-70c0-48c4-9720-582aed650fb7" providerId="ADAL" clId="{89BBCCF8-D395-4E00-A7D8-D8153F2B3CC8}" dt="2026-08-13T08:41:37.387" v="441" actId="1035"/>
          <ac:spMkLst>
            <pc:docMk/>
            <pc:sldMk cId="2790498585" sldId="2147469678"/>
            <ac:spMk id="34" creationId="{97DB1E9E-3472-C9B4-D19F-4B824448860B}"/>
          </ac:spMkLst>
        </pc:spChg>
        <pc:spChg chg="del mod">
          <ac:chgData name="Duncan Young" userId="0d05c5b8-70c0-48c4-9720-582aed650fb7" providerId="ADAL" clId="{89BBCCF8-D395-4E00-A7D8-D8153F2B3CC8}" dt="2026-08-13T08:31:37.613" v="426" actId="478"/>
          <ac:spMkLst>
            <pc:docMk/>
            <pc:sldMk cId="2790498585" sldId="2147469678"/>
            <ac:spMk id="107" creationId="{0C5AA76B-1243-7B6A-3E4B-2F3876B63E43}"/>
          </ac:spMkLst>
        </pc:spChg>
        <pc:spChg chg="mod">
          <ac:chgData name="Duncan Young" userId="0d05c5b8-70c0-48c4-9720-582aed650fb7" providerId="ADAL" clId="{89BBCCF8-D395-4E00-A7D8-D8153F2B3CC8}" dt="2026-08-13T08:31:47.539" v="427" actId="1076"/>
          <ac:spMkLst>
            <pc:docMk/>
            <pc:sldMk cId="2790498585" sldId="2147469678"/>
            <ac:spMk id="109" creationId="{3C8CCA7B-BBBF-DF32-3C0D-78AA50C61A0D}"/>
          </ac:spMkLst>
        </pc:spChg>
        <pc:spChg chg="mod">
          <ac:chgData name="Duncan Young" userId="0d05c5b8-70c0-48c4-9720-582aed650fb7" providerId="ADAL" clId="{89BBCCF8-D395-4E00-A7D8-D8153F2B3CC8}" dt="2026-08-13T08:27:12.724" v="290" actId="1035"/>
          <ac:spMkLst>
            <pc:docMk/>
            <pc:sldMk cId="2790498585" sldId="2147469678"/>
            <ac:spMk id="111" creationId="{A6E41EA1-6176-544D-79A2-716040C7637B}"/>
          </ac:spMkLst>
        </pc:spChg>
        <pc:spChg chg="add del">
          <ac:chgData name="Duncan Young" userId="0d05c5b8-70c0-48c4-9720-582aed650fb7" providerId="ADAL" clId="{89BBCCF8-D395-4E00-A7D8-D8153F2B3CC8}" dt="2026-08-13T08:14:38.319" v="1" actId="478"/>
          <ac:spMkLst>
            <pc:docMk/>
            <pc:sldMk cId="2790498585" sldId="2147469678"/>
            <ac:spMk id="113" creationId="{13471A27-2149-8529-9D55-B83453E3CF3F}"/>
          </ac:spMkLst>
        </pc:spChg>
        <pc:spChg chg="mod">
          <ac:chgData name="Duncan Young" userId="0d05c5b8-70c0-48c4-9720-582aed650fb7" providerId="ADAL" clId="{89BBCCF8-D395-4E00-A7D8-D8153F2B3CC8}" dt="2026-08-13T08:51:19.708" v="467" actId="1036"/>
          <ac:spMkLst>
            <pc:docMk/>
            <pc:sldMk cId="2790498585" sldId="2147469678"/>
            <ac:spMk id="115" creationId="{2EB0E842-4D2A-A779-005C-58A5A7044879}"/>
          </ac:spMkLst>
        </pc:spChg>
        <pc:spChg chg="mod">
          <ac:chgData name="Duncan Young" userId="0d05c5b8-70c0-48c4-9720-582aed650fb7" providerId="ADAL" clId="{89BBCCF8-D395-4E00-A7D8-D8153F2B3CC8}" dt="2026-08-13T08:32:54.966" v="429" actId="255"/>
          <ac:spMkLst>
            <pc:docMk/>
            <pc:sldMk cId="2790498585" sldId="2147469678"/>
            <ac:spMk id="117" creationId="{077070D0-ACA6-BCAC-E4DB-9ADB053102CE}"/>
          </ac:spMkLst>
        </pc:spChg>
        <pc:spChg chg="mod">
          <ac:chgData name="Duncan Young" userId="0d05c5b8-70c0-48c4-9720-582aed650fb7" providerId="ADAL" clId="{89BBCCF8-D395-4E00-A7D8-D8153F2B3CC8}" dt="2026-08-13T08:32:42.090" v="428" actId="255"/>
          <ac:spMkLst>
            <pc:docMk/>
            <pc:sldMk cId="2790498585" sldId="2147469678"/>
            <ac:spMk id="119" creationId="{E4E1FAA5-AE36-3B42-8F7A-3D2413321B59}"/>
          </ac:spMkLst>
        </pc:spChg>
        <pc:spChg chg="mod">
          <ac:chgData name="Duncan Young" userId="0d05c5b8-70c0-48c4-9720-582aed650fb7" providerId="ADAL" clId="{89BBCCF8-D395-4E00-A7D8-D8153F2B3CC8}" dt="2026-08-13T08:27:12.724" v="290" actId="1035"/>
          <ac:spMkLst>
            <pc:docMk/>
            <pc:sldMk cId="2790498585" sldId="2147469678"/>
            <ac:spMk id="121" creationId="{9453FD4A-C91D-83E3-FFB5-DFE58DE98DC5}"/>
          </ac:spMkLst>
        </pc:spChg>
        <pc:spChg chg="mod">
          <ac:chgData name="Duncan Young" userId="0d05c5b8-70c0-48c4-9720-582aed650fb7" providerId="ADAL" clId="{89BBCCF8-D395-4E00-A7D8-D8153F2B3CC8}" dt="2026-08-13T08:51:03.529" v="460" actId="1035"/>
          <ac:spMkLst>
            <pc:docMk/>
            <pc:sldMk cId="2790498585" sldId="2147469678"/>
            <ac:spMk id="123" creationId="{5B8C75C0-7371-9DFC-3278-3200B6EFD629}"/>
          </ac:spMkLst>
        </pc:spChg>
        <pc:spChg chg="mod">
          <ac:chgData name="Duncan Young" userId="0d05c5b8-70c0-48c4-9720-582aed650fb7" providerId="ADAL" clId="{89BBCCF8-D395-4E00-A7D8-D8153F2B3CC8}" dt="2026-08-13T08:51:19.708" v="467" actId="1036"/>
          <ac:spMkLst>
            <pc:docMk/>
            <pc:sldMk cId="2790498585" sldId="2147469678"/>
            <ac:spMk id="125" creationId="{DED4DEA5-032E-8C66-9A20-CBEB87E2B07B}"/>
          </ac:spMkLst>
        </pc:spChg>
        <pc:spChg chg="mod">
          <ac:chgData name="Duncan Young" userId="0d05c5b8-70c0-48c4-9720-582aed650fb7" providerId="ADAL" clId="{89BBCCF8-D395-4E00-A7D8-D8153F2B3CC8}" dt="2026-08-13T08:32:54.966" v="429" actId="255"/>
          <ac:spMkLst>
            <pc:docMk/>
            <pc:sldMk cId="2790498585" sldId="2147469678"/>
            <ac:spMk id="127" creationId="{E9A4F149-555F-447A-B55C-AB2EA5FE3065}"/>
          </ac:spMkLst>
        </pc:spChg>
        <pc:spChg chg="mod">
          <ac:chgData name="Duncan Young" userId="0d05c5b8-70c0-48c4-9720-582aed650fb7" providerId="ADAL" clId="{89BBCCF8-D395-4E00-A7D8-D8153F2B3CC8}" dt="2026-08-13T08:32:42.090" v="428" actId="255"/>
          <ac:spMkLst>
            <pc:docMk/>
            <pc:sldMk cId="2790498585" sldId="2147469678"/>
            <ac:spMk id="129" creationId="{294A6A81-7008-521A-F016-48B9C15CD704}"/>
          </ac:spMkLst>
        </pc:spChg>
        <pc:spChg chg="mod">
          <ac:chgData name="Duncan Young" userId="0d05c5b8-70c0-48c4-9720-582aed650fb7" providerId="ADAL" clId="{89BBCCF8-D395-4E00-A7D8-D8153F2B3CC8}" dt="2026-08-13T08:29:50.836" v="390" actId="1035"/>
          <ac:spMkLst>
            <pc:docMk/>
            <pc:sldMk cId="2790498585" sldId="2147469678"/>
            <ac:spMk id="131" creationId="{895DFC8A-CE22-5459-F26B-EC6C1B5A6C8C}"/>
          </ac:spMkLst>
        </pc:spChg>
        <pc:spChg chg="mod">
          <ac:chgData name="Duncan Young" userId="0d05c5b8-70c0-48c4-9720-582aed650fb7" providerId="ADAL" clId="{89BBCCF8-D395-4E00-A7D8-D8153F2B3CC8}" dt="2026-08-13T08:29:50.836" v="390" actId="1035"/>
          <ac:spMkLst>
            <pc:docMk/>
            <pc:sldMk cId="2790498585" sldId="2147469678"/>
            <ac:spMk id="133" creationId="{C2A96274-27B3-AC9C-6032-90AF18049201}"/>
          </ac:spMkLst>
        </pc:spChg>
        <pc:spChg chg="mod">
          <ac:chgData name="Duncan Young" userId="0d05c5b8-70c0-48c4-9720-582aed650fb7" providerId="ADAL" clId="{89BBCCF8-D395-4E00-A7D8-D8153F2B3CC8}" dt="2026-08-13T08:51:19.708" v="467" actId="1036"/>
          <ac:spMkLst>
            <pc:docMk/>
            <pc:sldMk cId="2790498585" sldId="2147469678"/>
            <ac:spMk id="135" creationId="{ED161418-A505-B334-3133-07A04F421F75}"/>
          </ac:spMkLst>
        </pc:spChg>
        <pc:spChg chg="mod">
          <ac:chgData name="Duncan Young" userId="0d05c5b8-70c0-48c4-9720-582aed650fb7" providerId="ADAL" clId="{89BBCCF8-D395-4E00-A7D8-D8153F2B3CC8}" dt="2026-08-13T08:32:54.966" v="429" actId="255"/>
          <ac:spMkLst>
            <pc:docMk/>
            <pc:sldMk cId="2790498585" sldId="2147469678"/>
            <ac:spMk id="137" creationId="{D2E0C651-EBE8-31D3-A1D0-52485C917E08}"/>
          </ac:spMkLst>
        </pc:spChg>
        <pc:spChg chg="mod">
          <ac:chgData name="Duncan Young" userId="0d05c5b8-70c0-48c4-9720-582aed650fb7" providerId="ADAL" clId="{89BBCCF8-D395-4E00-A7D8-D8153F2B3CC8}" dt="2026-08-13T08:32:42.090" v="428" actId="255"/>
          <ac:spMkLst>
            <pc:docMk/>
            <pc:sldMk cId="2790498585" sldId="2147469678"/>
            <ac:spMk id="139" creationId="{7C0A888E-329D-5A77-F3D2-489C5CAF2F1C}"/>
          </ac:spMkLst>
        </pc:spChg>
        <pc:spChg chg="mod">
          <ac:chgData name="Duncan Young" userId="0d05c5b8-70c0-48c4-9720-582aed650fb7" providerId="ADAL" clId="{89BBCCF8-D395-4E00-A7D8-D8153F2B3CC8}" dt="2026-08-13T08:18:18.978" v="67" actId="207"/>
          <ac:spMkLst>
            <pc:docMk/>
            <pc:sldMk cId="2790498585" sldId="2147469678"/>
            <ac:spMk id="141" creationId="{6F19B447-1553-5448-B780-5B4E26C0FAFF}"/>
          </ac:spMkLst>
        </pc:spChg>
        <pc:spChg chg="mod">
          <ac:chgData name="Duncan Young" userId="0d05c5b8-70c0-48c4-9720-582aed650fb7" providerId="ADAL" clId="{89BBCCF8-D395-4E00-A7D8-D8153F2B3CC8}" dt="2026-08-13T08:29:50.836" v="390" actId="1035"/>
          <ac:spMkLst>
            <pc:docMk/>
            <pc:sldMk cId="2790498585" sldId="2147469678"/>
            <ac:spMk id="143" creationId="{AB97CA08-6279-7632-9C14-7D16E399D1F7}"/>
          </ac:spMkLst>
        </pc:spChg>
        <pc:spChg chg="mod">
          <ac:chgData name="Duncan Young" userId="0d05c5b8-70c0-48c4-9720-582aed650fb7" providerId="ADAL" clId="{89BBCCF8-D395-4E00-A7D8-D8153F2B3CC8}" dt="2026-08-13T08:51:19.708" v="467" actId="1036"/>
          <ac:spMkLst>
            <pc:docMk/>
            <pc:sldMk cId="2790498585" sldId="2147469678"/>
            <ac:spMk id="145" creationId="{21B0431E-F397-FF7F-6DE1-4A09B6F3DD7A}"/>
          </ac:spMkLst>
        </pc:spChg>
        <pc:spChg chg="mod">
          <ac:chgData name="Duncan Young" userId="0d05c5b8-70c0-48c4-9720-582aed650fb7" providerId="ADAL" clId="{89BBCCF8-D395-4E00-A7D8-D8153F2B3CC8}" dt="2026-08-13T08:32:54.966" v="429" actId="255"/>
          <ac:spMkLst>
            <pc:docMk/>
            <pc:sldMk cId="2790498585" sldId="2147469678"/>
            <ac:spMk id="147" creationId="{941AC1E1-D1F6-89CD-75CF-14B62D425E2B}"/>
          </ac:spMkLst>
        </pc:spChg>
        <pc:spChg chg="mod">
          <ac:chgData name="Duncan Young" userId="0d05c5b8-70c0-48c4-9720-582aed650fb7" providerId="ADAL" clId="{89BBCCF8-D395-4E00-A7D8-D8153F2B3CC8}" dt="2026-08-13T08:32:42.090" v="428" actId="255"/>
          <ac:spMkLst>
            <pc:docMk/>
            <pc:sldMk cId="2790498585" sldId="2147469678"/>
            <ac:spMk id="149" creationId="{D2B40E65-00DF-CCCF-F9DC-8BC99C6C5B5E}"/>
          </ac:spMkLst>
        </pc:spChg>
        <pc:spChg chg="del">
          <ac:chgData name="Duncan Young" userId="0d05c5b8-70c0-48c4-9720-582aed650fb7" providerId="ADAL" clId="{89BBCCF8-D395-4E00-A7D8-D8153F2B3CC8}" dt="2026-08-13T08:25:24.759" v="189" actId="478"/>
          <ac:spMkLst>
            <pc:docMk/>
            <pc:sldMk cId="2790498585" sldId="2147469678"/>
            <ac:spMk id="151" creationId="{4F4FFE07-1EBD-ECC3-7330-AB121E3956AB}"/>
          </ac:spMkLst>
        </pc:spChg>
        <pc:spChg chg="del">
          <ac:chgData name="Duncan Young" userId="0d05c5b8-70c0-48c4-9720-582aed650fb7" providerId="ADAL" clId="{89BBCCF8-D395-4E00-A7D8-D8153F2B3CC8}" dt="2026-08-13T08:25:24.759" v="189" actId="478"/>
          <ac:spMkLst>
            <pc:docMk/>
            <pc:sldMk cId="2790498585" sldId="2147469678"/>
            <ac:spMk id="153" creationId="{BB1283EA-5D76-7185-42AC-EEFFD575E807}"/>
          </ac:spMkLst>
        </pc:spChg>
        <pc:spChg chg="del">
          <ac:chgData name="Duncan Young" userId="0d05c5b8-70c0-48c4-9720-582aed650fb7" providerId="ADAL" clId="{89BBCCF8-D395-4E00-A7D8-D8153F2B3CC8}" dt="2026-08-13T08:25:24.759" v="189" actId="478"/>
          <ac:spMkLst>
            <pc:docMk/>
            <pc:sldMk cId="2790498585" sldId="2147469678"/>
            <ac:spMk id="155" creationId="{EB0EE604-F436-8F52-C214-3EE4D628519B}"/>
          </ac:spMkLst>
        </pc:spChg>
        <pc:spChg chg="del">
          <ac:chgData name="Duncan Young" userId="0d05c5b8-70c0-48c4-9720-582aed650fb7" providerId="ADAL" clId="{89BBCCF8-D395-4E00-A7D8-D8153F2B3CC8}" dt="2026-08-13T08:25:24.759" v="189" actId="478"/>
          <ac:spMkLst>
            <pc:docMk/>
            <pc:sldMk cId="2790498585" sldId="2147469678"/>
            <ac:spMk id="157" creationId="{316B545C-788B-3375-73DA-657C1ADCFE62}"/>
          </ac:spMkLst>
        </pc:spChg>
        <pc:spChg chg="del">
          <ac:chgData name="Duncan Young" userId="0d05c5b8-70c0-48c4-9720-582aed650fb7" providerId="ADAL" clId="{89BBCCF8-D395-4E00-A7D8-D8153F2B3CC8}" dt="2026-08-13T08:25:24.759" v="189" actId="478"/>
          <ac:spMkLst>
            <pc:docMk/>
            <pc:sldMk cId="2790498585" sldId="2147469678"/>
            <ac:spMk id="159" creationId="{1D78E267-60CC-2A20-A63B-78C46D17D1EB}"/>
          </ac:spMkLst>
        </pc:spChg>
        <pc:spChg chg="del">
          <ac:chgData name="Duncan Young" userId="0d05c5b8-70c0-48c4-9720-582aed650fb7" providerId="ADAL" clId="{89BBCCF8-D395-4E00-A7D8-D8153F2B3CC8}" dt="2026-08-13T08:25:24.759" v="189" actId="478"/>
          <ac:spMkLst>
            <pc:docMk/>
            <pc:sldMk cId="2790498585" sldId="2147469678"/>
            <ac:spMk id="161" creationId="{EE111F2C-C57F-DC88-C188-FE08B94BF95A}"/>
          </ac:spMkLst>
        </pc:spChg>
        <pc:spChg chg="del">
          <ac:chgData name="Duncan Young" userId="0d05c5b8-70c0-48c4-9720-582aed650fb7" providerId="ADAL" clId="{89BBCCF8-D395-4E00-A7D8-D8153F2B3CC8}" dt="2026-08-13T08:25:24.759" v="189" actId="478"/>
          <ac:spMkLst>
            <pc:docMk/>
            <pc:sldMk cId="2790498585" sldId="2147469678"/>
            <ac:spMk id="163" creationId="{62D77E3B-274B-4014-F5CA-4767EC9F3A39}"/>
          </ac:spMkLst>
        </pc:spChg>
        <pc:spChg chg="del">
          <ac:chgData name="Duncan Young" userId="0d05c5b8-70c0-48c4-9720-582aed650fb7" providerId="ADAL" clId="{89BBCCF8-D395-4E00-A7D8-D8153F2B3CC8}" dt="2026-08-13T08:25:24.759" v="189" actId="478"/>
          <ac:spMkLst>
            <pc:docMk/>
            <pc:sldMk cId="2790498585" sldId="2147469678"/>
            <ac:spMk id="165" creationId="{7BE55209-2DBA-A2F5-BA67-9AE2ACC03004}"/>
          </ac:spMkLst>
        </pc:spChg>
        <pc:spChg chg="del">
          <ac:chgData name="Duncan Young" userId="0d05c5b8-70c0-48c4-9720-582aed650fb7" providerId="ADAL" clId="{89BBCCF8-D395-4E00-A7D8-D8153F2B3CC8}" dt="2026-08-13T08:25:38.908" v="191" actId="478"/>
          <ac:spMkLst>
            <pc:docMk/>
            <pc:sldMk cId="2790498585" sldId="2147469678"/>
            <ac:spMk id="167" creationId="{D54E2E58-7B5C-5353-C245-FF1641B474DC}"/>
          </ac:spMkLst>
        </pc:spChg>
        <pc:spChg chg="del">
          <ac:chgData name="Duncan Young" userId="0d05c5b8-70c0-48c4-9720-582aed650fb7" providerId="ADAL" clId="{89BBCCF8-D395-4E00-A7D8-D8153F2B3CC8}" dt="2026-08-13T08:25:38.908" v="191" actId="478"/>
          <ac:spMkLst>
            <pc:docMk/>
            <pc:sldMk cId="2790498585" sldId="2147469678"/>
            <ac:spMk id="169" creationId="{31578C29-FEB9-E4AF-7132-620197A61A00}"/>
          </ac:spMkLst>
        </pc:spChg>
        <pc:spChg chg="del">
          <ac:chgData name="Duncan Young" userId="0d05c5b8-70c0-48c4-9720-582aed650fb7" providerId="ADAL" clId="{89BBCCF8-D395-4E00-A7D8-D8153F2B3CC8}" dt="2026-08-13T08:25:38.908" v="191" actId="478"/>
          <ac:spMkLst>
            <pc:docMk/>
            <pc:sldMk cId="2790498585" sldId="2147469678"/>
            <ac:spMk id="171" creationId="{B7697888-B1BA-4D8E-948D-D09842D175B5}"/>
          </ac:spMkLst>
        </pc:spChg>
        <pc:spChg chg="del">
          <ac:chgData name="Duncan Young" userId="0d05c5b8-70c0-48c4-9720-582aed650fb7" providerId="ADAL" clId="{89BBCCF8-D395-4E00-A7D8-D8153F2B3CC8}" dt="2026-08-13T08:25:38.908" v="191" actId="478"/>
          <ac:spMkLst>
            <pc:docMk/>
            <pc:sldMk cId="2790498585" sldId="2147469678"/>
            <ac:spMk id="173" creationId="{8661651E-03CA-AC8C-97B8-2E672BE1CAE9}"/>
          </ac:spMkLst>
        </pc:spChg>
        <pc:spChg chg="del">
          <ac:chgData name="Duncan Young" userId="0d05c5b8-70c0-48c4-9720-582aed650fb7" providerId="ADAL" clId="{89BBCCF8-D395-4E00-A7D8-D8153F2B3CC8}" dt="2026-08-13T08:25:29.205" v="190" actId="478"/>
          <ac:spMkLst>
            <pc:docMk/>
            <pc:sldMk cId="2790498585" sldId="2147469678"/>
            <ac:spMk id="175" creationId="{8B9631A7-A15C-576A-0457-BC37CAA5FE00}"/>
          </ac:spMkLst>
        </pc:spChg>
        <pc:spChg chg="del">
          <ac:chgData name="Duncan Young" userId="0d05c5b8-70c0-48c4-9720-582aed650fb7" providerId="ADAL" clId="{89BBCCF8-D395-4E00-A7D8-D8153F2B3CC8}" dt="2026-08-13T08:25:29.205" v="190" actId="478"/>
          <ac:spMkLst>
            <pc:docMk/>
            <pc:sldMk cId="2790498585" sldId="2147469678"/>
            <ac:spMk id="177" creationId="{B63D1C8D-0233-0F38-9A8E-F98029C40215}"/>
          </ac:spMkLst>
        </pc:spChg>
        <pc:spChg chg="del">
          <ac:chgData name="Duncan Young" userId="0d05c5b8-70c0-48c4-9720-582aed650fb7" providerId="ADAL" clId="{89BBCCF8-D395-4E00-A7D8-D8153F2B3CC8}" dt="2026-08-13T08:25:29.205" v="190" actId="478"/>
          <ac:spMkLst>
            <pc:docMk/>
            <pc:sldMk cId="2790498585" sldId="2147469678"/>
            <ac:spMk id="179" creationId="{864618BC-9710-D6BA-EA1C-BAD4D31587A3}"/>
          </ac:spMkLst>
        </pc:spChg>
        <pc:spChg chg="del">
          <ac:chgData name="Duncan Young" userId="0d05c5b8-70c0-48c4-9720-582aed650fb7" providerId="ADAL" clId="{89BBCCF8-D395-4E00-A7D8-D8153F2B3CC8}" dt="2026-08-13T08:25:29.205" v="190" actId="478"/>
          <ac:spMkLst>
            <pc:docMk/>
            <pc:sldMk cId="2790498585" sldId="2147469678"/>
            <ac:spMk id="181" creationId="{DDB4D5D2-144B-014F-CAC5-47F4064955FF}"/>
          </ac:spMkLst>
        </pc:spChg>
      </pc:sldChg>
      <pc:sldChg chg="del">
        <pc:chgData name="Duncan Young" userId="0d05c5b8-70c0-48c4-9720-582aed650fb7" providerId="ADAL" clId="{89BBCCF8-D395-4E00-A7D8-D8153F2B3CC8}" dt="2026-08-13T08:15:52.960" v="2" actId="47"/>
        <pc:sldMkLst>
          <pc:docMk/>
          <pc:sldMk cId="3396584509" sldId="2147469679"/>
        </pc:sldMkLst>
      </pc:sldChg>
      <pc:sldChg chg="del">
        <pc:chgData name="Duncan Young" userId="0d05c5b8-70c0-48c4-9720-582aed650fb7" providerId="ADAL" clId="{89BBCCF8-D395-4E00-A7D8-D8153F2B3CC8}" dt="2026-08-13T10:02:16.285" v="1116" actId="47"/>
        <pc:sldMkLst>
          <pc:docMk/>
          <pc:sldMk cId="2219794236" sldId="2147469680"/>
        </pc:sldMkLst>
      </pc:sldChg>
      <pc:sldChg chg="del">
        <pc:chgData name="Duncan Young" userId="0d05c5b8-70c0-48c4-9720-582aed650fb7" providerId="ADAL" clId="{89BBCCF8-D395-4E00-A7D8-D8153F2B3CC8}" dt="2026-08-13T09:57:01.665" v="1096" actId="47"/>
        <pc:sldMkLst>
          <pc:docMk/>
          <pc:sldMk cId="1463254793" sldId="2147469681"/>
        </pc:sldMkLst>
      </pc:sldChg>
      <pc:sldChg chg="modSp mod">
        <pc:chgData name="Duncan Young" userId="0d05c5b8-70c0-48c4-9720-582aed650fb7" providerId="ADAL" clId="{89BBCCF8-D395-4E00-A7D8-D8153F2B3CC8}" dt="2026-08-13T09:08:42.337" v="674" actId="207"/>
        <pc:sldMkLst>
          <pc:docMk/>
          <pc:sldMk cId="489587234" sldId="2147469682"/>
        </pc:sldMkLst>
        <pc:spChg chg="mod">
          <ac:chgData name="Duncan Young" userId="0d05c5b8-70c0-48c4-9720-582aed650fb7" providerId="ADAL" clId="{89BBCCF8-D395-4E00-A7D8-D8153F2B3CC8}" dt="2026-08-13T08:42:28.995" v="446" actId="14100"/>
          <ac:spMkLst>
            <pc:docMk/>
            <pc:sldMk cId="489587234" sldId="2147469682"/>
            <ac:spMk id="112" creationId="{13565C87-1DED-1C26-7220-9B7AEE4A5FA0}"/>
          </ac:spMkLst>
        </pc:spChg>
        <pc:spChg chg="mod">
          <ac:chgData name="Duncan Young" userId="0d05c5b8-70c0-48c4-9720-582aed650fb7" providerId="ADAL" clId="{89BBCCF8-D395-4E00-A7D8-D8153F2B3CC8}" dt="2026-08-13T08:42:00.448" v="443" actId="255"/>
          <ac:spMkLst>
            <pc:docMk/>
            <pc:sldMk cId="489587234" sldId="2147469682"/>
            <ac:spMk id="114" creationId="{45F1F271-A216-7CA6-6A67-740A0AD243E3}"/>
          </ac:spMkLst>
        </pc:spChg>
        <pc:spChg chg="mod">
          <ac:chgData name="Duncan Young" userId="0d05c5b8-70c0-48c4-9720-582aed650fb7" providerId="ADAL" clId="{89BBCCF8-D395-4E00-A7D8-D8153F2B3CC8}" dt="2026-08-13T08:52:09.561" v="468" actId="14100"/>
          <ac:spMkLst>
            <pc:docMk/>
            <pc:sldMk cId="489587234" sldId="2147469682"/>
            <ac:spMk id="116" creationId="{532C1252-7108-F4FD-3AB6-7E20B63D4C97}"/>
          </ac:spMkLst>
        </pc:spChg>
        <pc:spChg chg="mod">
          <ac:chgData name="Duncan Young" userId="0d05c5b8-70c0-48c4-9720-582aed650fb7" providerId="ADAL" clId="{89BBCCF8-D395-4E00-A7D8-D8153F2B3CC8}" dt="2026-08-13T08:52:09.561" v="468" actId="14100"/>
          <ac:spMkLst>
            <pc:docMk/>
            <pc:sldMk cId="489587234" sldId="2147469682"/>
            <ac:spMk id="118" creationId="{A2A8F2A4-06EF-30C1-63F5-87F1948E150C}"/>
          </ac:spMkLst>
        </pc:spChg>
        <pc:spChg chg="mod">
          <ac:chgData name="Duncan Young" userId="0d05c5b8-70c0-48c4-9720-582aed650fb7" providerId="ADAL" clId="{89BBCCF8-D395-4E00-A7D8-D8153F2B3CC8}" dt="2026-08-13T08:43:01.019" v="448" actId="14100"/>
          <ac:spMkLst>
            <pc:docMk/>
            <pc:sldMk cId="489587234" sldId="2147469682"/>
            <ac:spMk id="120" creationId="{FEE358DA-328E-72E4-13EE-B52941C1CEAB}"/>
          </ac:spMkLst>
        </pc:spChg>
        <pc:spChg chg="mod">
          <ac:chgData name="Duncan Young" userId="0d05c5b8-70c0-48c4-9720-582aed650fb7" providerId="ADAL" clId="{89BBCCF8-D395-4E00-A7D8-D8153F2B3CC8}" dt="2026-08-13T08:43:01.019" v="448" actId="14100"/>
          <ac:spMkLst>
            <pc:docMk/>
            <pc:sldMk cId="489587234" sldId="2147469682"/>
            <ac:spMk id="122" creationId="{E3176BAE-54A4-6E8E-73DA-DA042564EC1B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28" creationId="{417E6382-2846-E4A6-3A83-98CF2253C04E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30" creationId="{0DCD6CE5-A78F-82EE-6A22-A639D7493535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32" creationId="{33C86F72-6B07-CEB8-7DD5-12A16DB74322}"/>
          </ac:spMkLst>
        </pc:spChg>
        <pc:spChg chg="mod">
          <ac:chgData name="Duncan Young" userId="0d05c5b8-70c0-48c4-9720-582aed650fb7" providerId="ADAL" clId="{89BBCCF8-D395-4E00-A7D8-D8153F2B3CC8}" dt="2026-08-13T08:54:38.794" v="521" actId="20577"/>
          <ac:spMkLst>
            <pc:docMk/>
            <pc:sldMk cId="489587234" sldId="2147469682"/>
            <ac:spMk id="134" creationId="{C0401923-D3D6-060F-63EE-6B87486538A4}"/>
          </ac:spMkLst>
        </pc:spChg>
        <pc:spChg chg="mod">
          <ac:chgData name="Duncan Young" userId="0d05c5b8-70c0-48c4-9720-582aed650fb7" providerId="ADAL" clId="{89BBCCF8-D395-4E00-A7D8-D8153F2B3CC8}" dt="2026-08-13T08:54:48.994" v="523" actId="20577"/>
          <ac:spMkLst>
            <pc:docMk/>
            <pc:sldMk cId="489587234" sldId="2147469682"/>
            <ac:spMk id="138" creationId="{FD86E5E8-9B6A-81B1-5D00-090BBD29B72A}"/>
          </ac:spMkLst>
        </pc:spChg>
        <pc:spChg chg="mod">
          <ac:chgData name="Duncan Young" userId="0d05c5b8-70c0-48c4-9720-582aed650fb7" providerId="ADAL" clId="{89BBCCF8-D395-4E00-A7D8-D8153F2B3CC8}" dt="2026-08-13T08:52:09.561" v="468" actId="14100"/>
          <ac:spMkLst>
            <pc:docMk/>
            <pc:sldMk cId="489587234" sldId="2147469682"/>
            <ac:spMk id="140" creationId="{15754BD6-EE2F-9A7D-5259-785B5B57C973}"/>
          </ac:spMkLst>
        </pc:spChg>
        <pc:spChg chg="mod">
          <ac:chgData name="Duncan Young" userId="0d05c5b8-70c0-48c4-9720-582aed650fb7" providerId="ADAL" clId="{89BBCCF8-D395-4E00-A7D8-D8153F2B3CC8}" dt="2026-08-13T08:52:46.546" v="479" actId="20577"/>
          <ac:spMkLst>
            <pc:docMk/>
            <pc:sldMk cId="489587234" sldId="2147469682"/>
            <ac:spMk id="142" creationId="{F998B830-41C6-0E6E-939D-96659B19EA41}"/>
          </ac:spMkLst>
        </pc:spChg>
        <pc:spChg chg="mod">
          <ac:chgData name="Duncan Young" userId="0d05c5b8-70c0-48c4-9720-582aed650fb7" providerId="ADAL" clId="{89BBCCF8-D395-4E00-A7D8-D8153F2B3CC8}" dt="2026-08-13T08:43:01.019" v="448" actId="14100"/>
          <ac:spMkLst>
            <pc:docMk/>
            <pc:sldMk cId="489587234" sldId="2147469682"/>
            <ac:spMk id="146" creationId="{530DC79A-6C57-8C60-6D79-88C9CCF5683D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48" creationId="{210A98ED-2963-9228-6237-971BACB91209}"/>
          </ac:spMkLst>
        </pc:spChg>
        <pc:spChg chg="mod">
          <ac:chgData name="Duncan Young" userId="0d05c5b8-70c0-48c4-9720-582aed650fb7" providerId="ADAL" clId="{89BBCCF8-D395-4E00-A7D8-D8153F2B3CC8}" dt="2026-08-13T08:52:09.561" v="468" actId="14100"/>
          <ac:spMkLst>
            <pc:docMk/>
            <pc:sldMk cId="489587234" sldId="2147469682"/>
            <ac:spMk id="154" creationId="{1558EC7D-ADE7-69FE-41B6-B1045FAF648F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56" creationId="{8F094E5E-A878-286B-C9A3-649CB0CC9D6D}"/>
          </ac:spMkLst>
        </pc:spChg>
        <pc:spChg chg="mod">
          <ac:chgData name="Duncan Young" userId="0d05c5b8-70c0-48c4-9720-582aed650fb7" providerId="ADAL" clId="{89BBCCF8-D395-4E00-A7D8-D8153F2B3CC8}" dt="2026-08-13T08:43:01.019" v="448" actId="14100"/>
          <ac:spMkLst>
            <pc:docMk/>
            <pc:sldMk cId="489587234" sldId="2147469682"/>
            <ac:spMk id="158" creationId="{7D230008-5EAD-CD8C-57F2-6B9897A00A55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62" creationId="{4D019EBF-884D-7462-BF77-A85798BEA802}"/>
          </ac:spMkLst>
        </pc:spChg>
        <pc:spChg chg="mod">
          <ac:chgData name="Duncan Young" userId="0d05c5b8-70c0-48c4-9720-582aed650fb7" providerId="ADAL" clId="{89BBCCF8-D395-4E00-A7D8-D8153F2B3CC8}" dt="2026-08-13T08:52:09.561" v="468" actId="14100"/>
          <ac:spMkLst>
            <pc:docMk/>
            <pc:sldMk cId="489587234" sldId="2147469682"/>
            <ac:spMk id="164" creationId="{7561446B-D5AA-93DA-EAE7-9F8A72F783DE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66" creationId="{216E4085-9997-5123-F2A1-6AEE0CF6EE6A}"/>
          </ac:spMkLst>
        </pc:spChg>
        <pc:spChg chg="mod">
          <ac:chgData name="Duncan Young" userId="0d05c5b8-70c0-48c4-9720-582aed650fb7" providerId="ADAL" clId="{89BBCCF8-D395-4E00-A7D8-D8153F2B3CC8}" dt="2026-08-13T08:43:01.019" v="448" actId="14100"/>
          <ac:spMkLst>
            <pc:docMk/>
            <pc:sldMk cId="489587234" sldId="2147469682"/>
            <ac:spMk id="168" creationId="{5BC608CA-6E39-C502-5F96-043117F9DA66}"/>
          </ac:spMkLst>
        </pc:spChg>
        <pc:spChg chg="mod">
          <ac:chgData name="Duncan Young" userId="0d05c5b8-70c0-48c4-9720-582aed650fb7" providerId="ADAL" clId="{89BBCCF8-D395-4E00-A7D8-D8153F2B3CC8}" dt="2026-08-13T08:55:40.160" v="527" actId="20577"/>
          <ac:spMkLst>
            <pc:docMk/>
            <pc:sldMk cId="489587234" sldId="2147469682"/>
            <ac:spMk id="170" creationId="{1CE3D664-A91E-9B0D-A7DE-6FD03BCC432A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74" creationId="{8E497C1D-C22C-022E-9806-1F416F1253FD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76" creationId="{0CFC529A-E6AE-36B0-0EDD-7D405CC3B0FD}"/>
          </ac:spMkLst>
        </pc:spChg>
        <pc:spChg chg="mod">
          <ac:chgData name="Duncan Young" userId="0d05c5b8-70c0-48c4-9720-582aed650fb7" providerId="ADAL" clId="{89BBCCF8-D395-4E00-A7D8-D8153F2B3CC8}" dt="2026-08-13T08:52:09.561" v="468" actId="14100"/>
          <ac:spMkLst>
            <pc:docMk/>
            <pc:sldMk cId="489587234" sldId="2147469682"/>
            <ac:spMk id="178" creationId="{31BB19DF-968C-ED68-D12B-B5F3F51ABC7A}"/>
          </ac:spMkLst>
        </pc:spChg>
        <pc:spChg chg="mod">
          <ac:chgData name="Duncan Young" userId="0d05c5b8-70c0-48c4-9720-582aed650fb7" providerId="ADAL" clId="{89BBCCF8-D395-4E00-A7D8-D8153F2B3CC8}" dt="2026-08-13T09:08:42.337" v="674" actId="207"/>
          <ac:spMkLst>
            <pc:docMk/>
            <pc:sldMk cId="489587234" sldId="2147469682"/>
            <ac:spMk id="180" creationId="{A20A0438-B0F1-7CF9-8B08-4569F25D316A}"/>
          </ac:spMkLst>
        </pc:spChg>
        <pc:spChg chg="mod">
          <ac:chgData name="Duncan Young" userId="0d05c5b8-70c0-48c4-9720-582aed650fb7" providerId="ADAL" clId="{89BBCCF8-D395-4E00-A7D8-D8153F2B3CC8}" dt="2026-08-13T08:56:09.202" v="544" actId="20577"/>
          <ac:spMkLst>
            <pc:docMk/>
            <pc:sldMk cId="489587234" sldId="2147469682"/>
            <ac:spMk id="182" creationId="{C3FDFA74-1F71-CCCF-BAD7-9E95C50BE270}"/>
          </ac:spMkLst>
        </pc:spChg>
      </pc:sldChg>
      <pc:sldChg chg="modSp mod ord">
        <pc:chgData name="Duncan Young" userId="0d05c5b8-70c0-48c4-9720-582aed650fb7" providerId="ADAL" clId="{89BBCCF8-D395-4E00-A7D8-D8153F2B3CC8}" dt="2026-08-13T09:03:48.296" v="625" actId="12"/>
        <pc:sldMkLst>
          <pc:docMk/>
          <pc:sldMk cId="3904805035" sldId="2147469683"/>
        </pc:sldMkLst>
        <pc:spChg chg="mod">
          <ac:chgData name="Duncan Young" userId="0d05c5b8-70c0-48c4-9720-582aed650fb7" providerId="ADAL" clId="{89BBCCF8-D395-4E00-A7D8-D8153F2B3CC8}" dt="2026-08-13T09:00:00.075" v="563" actId="20577"/>
          <ac:spMkLst>
            <pc:docMk/>
            <pc:sldMk cId="3904805035" sldId="2147469683"/>
            <ac:spMk id="87" creationId="{41E068FA-2F1D-F9DD-DD89-8C5BD12C7D93}"/>
          </ac:spMkLst>
        </pc:spChg>
        <pc:spChg chg="mod">
          <ac:chgData name="Duncan Young" userId="0d05c5b8-70c0-48c4-9720-582aed650fb7" providerId="ADAL" clId="{89BBCCF8-D395-4E00-A7D8-D8153F2B3CC8}" dt="2026-08-13T08:58:56.912" v="557" actId="207"/>
          <ac:spMkLst>
            <pc:docMk/>
            <pc:sldMk cId="3904805035" sldId="2147469683"/>
            <ac:spMk id="89" creationId="{858356C4-6438-1580-AB2A-413DF8EE5E57}"/>
          </ac:spMkLst>
        </pc:spChg>
        <pc:spChg chg="mod">
          <ac:chgData name="Duncan Young" userId="0d05c5b8-70c0-48c4-9720-582aed650fb7" providerId="ADAL" clId="{89BBCCF8-D395-4E00-A7D8-D8153F2B3CC8}" dt="2026-08-13T08:59:23.543" v="561" actId="207"/>
          <ac:spMkLst>
            <pc:docMk/>
            <pc:sldMk cId="3904805035" sldId="2147469683"/>
            <ac:spMk id="92" creationId="{17454857-56C5-B5FA-37BF-7B2580935746}"/>
          </ac:spMkLst>
        </pc:spChg>
        <pc:spChg chg="mod">
          <ac:chgData name="Duncan Young" userId="0d05c5b8-70c0-48c4-9720-582aed650fb7" providerId="ADAL" clId="{89BBCCF8-D395-4E00-A7D8-D8153F2B3CC8}" dt="2026-08-13T08:59:36.712" v="562" actId="255"/>
          <ac:spMkLst>
            <pc:docMk/>
            <pc:sldMk cId="3904805035" sldId="2147469683"/>
            <ac:spMk id="97" creationId="{F3CE3C83-9285-D94F-F33C-120D836EA996}"/>
          </ac:spMkLst>
        </pc:spChg>
        <pc:spChg chg="mod">
          <ac:chgData name="Duncan Young" userId="0d05c5b8-70c0-48c4-9720-582aed650fb7" providerId="ADAL" clId="{89BBCCF8-D395-4E00-A7D8-D8153F2B3CC8}" dt="2026-08-13T09:00:13.890" v="564" actId="255"/>
          <ac:spMkLst>
            <pc:docMk/>
            <pc:sldMk cId="3904805035" sldId="2147469683"/>
            <ac:spMk id="100" creationId="{27B67E83-1B87-CBD0-1D57-28BAF9E43666}"/>
          </ac:spMkLst>
        </pc:spChg>
        <pc:spChg chg="mod">
          <ac:chgData name="Duncan Young" userId="0d05c5b8-70c0-48c4-9720-582aed650fb7" providerId="ADAL" clId="{89BBCCF8-D395-4E00-A7D8-D8153F2B3CC8}" dt="2026-08-13T08:59:23.543" v="561" actId="207"/>
          <ac:spMkLst>
            <pc:docMk/>
            <pc:sldMk cId="3904805035" sldId="2147469683"/>
            <ac:spMk id="103" creationId="{9D476582-BEEE-B1AE-DEF9-FE19373BF6F7}"/>
          </ac:spMkLst>
        </pc:spChg>
        <pc:spChg chg="mod">
          <ac:chgData name="Duncan Young" userId="0d05c5b8-70c0-48c4-9720-582aed650fb7" providerId="ADAL" clId="{89BBCCF8-D395-4E00-A7D8-D8153F2B3CC8}" dt="2026-08-13T08:59:23.543" v="561" actId="207"/>
          <ac:spMkLst>
            <pc:docMk/>
            <pc:sldMk cId="3904805035" sldId="2147469683"/>
            <ac:spMk id="105" creationId="{35AA38C9-1584-A75A-4278-913727C1F3FD}"/>
          </ac:spMkLst>
        </pc:spChg>
        <pc:spChg chg="mod">
          <ac:chgData name="Duncan Young" userId="0d05c5b8-70c0-48c4-9720-582aed650fb7" providerId="ADAL" clId="{89BBCCF8-D395-4E00-A7D8-D8153F2B3CC8}" dt="2026-08-13T08:59:36.712" v="562" actId="255"/>
          <ac:spMkLst>
            <pc:docMk/>
            <pc:sldMk cId="3904805035" sldId="2147469683"/>
            <ac:spMk id="112" creationId="{3E67768C-1177-8BD1-B7F5-F7C1BFB0CF82}"/>
          </ac:spMkLst>
        </pc:spChg>
        <pc:spChg chg="mod">
          <ac:chgData name="Duncan Young" userId="0d05c5b8-70c0-48c4-9720-582aed650fb7" providerId="ADAL" clId="{89BBCCF8-D395-4E00-A7D8-D8153F2B3CC8}" dt="2026-08-13T09:00:13.890" v="564" actId="255"/>
          <ac:spMkLst>
            <pc:docMk/>
            <pc:sldMk cId="3904805035" sldId="2147469683"/>
            <ac:spMk id="114" creationId="{F2A8DEB1-EBE4-E463-0A2E-6BD7768C1EF6}"/>
          </ac:spMkLst>
        </pc:spChg>
        <pc:spChg chg="mod">
          <ac:chgData name="Duncan Young" userId="0d05c5b8-70c0-48c4-9720-582aed650fb7" providerId="ADAL" clId="{89BBCCF8-D395-4E00-A7D8-D8153F2B3CC8}" dt="2026-08-13T08:59:10.595" v="559" actId="207"/>
          <ac:spMkLst>
            <pc:docMk/>
            <pc:sldMk cId="3904805035" sldId="2147469683"/>
            <ac:spMk id="116" creationId="{341D2B58-40C7-2F1E-F911-DB711AD7034B}"/>
          </ac:spMkLst>
        </pc:spChg>
        <pc:spChg chg="mod">
          <ac:chgData name="Duncan Young" userId="0d05c5b8-70c0-48c4-9720-582aed650fb7" providerId="ADAL" clId="{89BBCCF8-D395-4E00-A7D8-D8153F2B3CC8}" dt="2026-08-13T08:59:23.543" v="561" actId="207"/>
          <ac:spMkLst>
            <pc:docMk/>
            <pc:sldMk cId="3904805035" sldId="2147469683"/>
            <ac:spMk id="118" creationId="{AA6932B5-5205-227F-3E1B-4638733B9AE8}"/>
          </ac:spMkLst>
        </pc:spChg>
        <pc:spChg chg="mod">
          <ac:chgData name="Duncan Young" userId="0d05c5b8-70c0-48c4-9720-582aed650fb7" providerId="ADAL" clId="{89BBCCF8-D395-4E00-A7D8-D8153F2B3CC8}" dt="2026-08-13T08:59:23.543" v="561" actId="207"/>
          <ac:spMkLst>
            <pc:docMk/>
            <pc:sldMk cId="3904805035" sldId="2147469683"/>
            <ac:spMk id="120" creationId="{0BA928FA-863E-654A-5C41-DA1213EC0EB8}"/>
          </ac:spMkLst>
        </pc:spChg>
        <pc:spChg chg="mod">
          <ac:chgData name="Duncan Young" userId="0d05c5b8-70c0-48c4-9720-582aed650fb7" providerId="ADAL" clId="{89BBCCF8-D395-4E00-A7D8-D8153F2B3CC8}" dt="2026-08-13T08:59:36.712" v="562" actId="255"/>
          <ac:spMkLst>
            <pc:docMk/>
            <pc:sldMk cId="3904805035" sldId="2147469683"/>
            <ac:spMk id="122" creationId="{0DD4311C-1977-5CED-4E24-4779A0C19038}"/>
          </ac:spMkLst>
        </pc:spChg>
        <pc:spChg chg="mod">
          <ac:chgData name="Duncan Young" userId="0d05c5b8-70c0-48c4-9720-582aed650fb7" providerId="ADAL" clId="{89BBCCF8-D395-4E00-A7D8-D8153F2B3CC8}" dt="2026-08-13T09:00:13.890" v="564" actId="255"/>
          <ac:spMkLst>
            <pc:docMk/>
            <pc:sldMk cId="3904805035" sldId="2147469683"/>
            <ac:spMk id="124" creationId="{92B718F3-FC4A-46F0-3DDD-25B08F8D3C00}"/>
          </ac:spMkLst>
        </pc:spChg>
        <pc:spChg chg="mod">
          <ac:chgData name="Duncan Young" userId="0d05c5b8-70c0-48c4-9720-582aed650fb7" providerId="ADAL" clId="{89BBCCF8-D395-4E00-A7D8-D8153F2B3CC8}" dt="2026-08-13T08:59:23.543" v="561" actId="207"/>
          <ac:spMkLst>
            <pc:docMk/>
            <pc:sldMk cId="3904805035" sldId="2147469683"/>
            <ac:spMk id="126" creationId="{4135278B-4C0C-5B29-77DD-8ADEBA3031D0}"/>
          </ac:spMkLst>
        </pc:spChg>
        <pc:spChg chg="mod">
          <ac:chgData name="Duncan Young" userId="0d05c5b8-70c0-48c4-9720-582aed650fb7" providerId="ADAL" clId="{89BBCCF8-D395-4E00-A7D8-D8153F2B3CC8}" dt="2026-08-13T08:59:23.543" v="561" actId="207"/>
          <ac:spMkLst>
            <pc:docMk/>
            <pc:sldMk cId="3904805035" sldId="2147469683"/>
            <ac:spMk id="128" creationId="{0327A699-2541-20D7-DA42-E3620B0D1A9B}"/>
          </ac:spMkLst>
        </pc:spChg>
        <pc:spChg chg="mod">
          <ac:chgData name="Duncan Young" userId="0d05c5b8-70c0-48c4-9720-582aed650fb7" providerId="ADAL" clId="{89BBCCF8-D395-4E00-A7D8-D8153F2B3CC8}" dt="2026-08-13T08:59:23.543" v="561" actId="207"/>
          <ac:spMkLst>
            <pc:docMk/>
            <pc:sldMk cId="3904805035" sldId="2147469683"/>
            <ac:spMk id="130" creationId="{96BE0C9B-3F3F-A695-11BD-A6EC9BA5D07A}"/>
          </ac:spMkLst>
        </pc:spChg>
        <pc:spChg chg="mod">
          <ac:chgData name="Duncan Young" userId="0d05c5b8-70c0-48c4-9720-582aed650fb7" providerId="ADAL" clId="{89BBCCF8-D395-4E00-A7D8-D8153F2B3CC8}" dt="2026-08-13T08:59:36.712" v="562" actId="255"/>
          <ac:spMkLst>
            <pc:docMk/>
            <pc:sldMk cId="3904805035" sldId="2147469683"/>
            <ac:spMk id="132" creationId="{F4318E6D-AB9B-1CD5-D505-EBD854AA6D12}"/>
          </ac:spMkLst>
        </pc:spChg>
        <pc:spChg chg="mod">
          <ac:chgData name="Duncan Young" userId="0d05c5b8-70c0-48c4-9720-582aed650fb7" providerId="ADAL" clId="{89BBCCF8-D395-4E00-A7D8-D8153F2B3CC8}" dt="2026-08-13T09:00:13.890" v="564" actId="255"/>
          <ac:spMkLst>
            <pc:docMk/>
            <pc:sldMk cId="3904805035" sldId="2147469683"/>
            <ac:spMk id="134" creationId="{A60D46AF-0A5A-B5D2-F6AA-B6B5989550FA}"/>
          </ac:spMkLst>
        </pc:spChg>
        <pc:spChg chg="mod">
          <ac:chgData name="Duncan Young" userId="0d05c5b8-70c0-48c4-9720-582aed650fb7" providerId="ADAL" clId="{89BBCCF8-D395-4E00-A7D8-D8153F2B3CC8}" dt="2026-08-13T09:02:12.515" v="572" actId="14100"/>
          <ac:spMkLst>
            <pc:docMk/>
            <pc:sldMk cId="3904805035" sldId="2147469683"/>
            <ac:spMk id="136" creationId="{27A41754-10BD-E413-47F6-8F047D780645}"/>
          </ac:spMkLst>
        </pc:spChg>
        <pc:spChg chg="mod">
          <ac:chgData name="Duncan Young" userId="0d05c5b8-70c0-48c4-9720-582aed650fb7" providerId="ADAL" clId="{89BBCCF8-D395-4E00-A7D8-D8153F2B3CC8}" dt="2026-08-13T09:02:41.399" v="593" actId="20577"/>
          <ac:spMkLst>
            <pc:docMk/>
            <pc:sldMk cId="3904805035" sldId="2147469683"/>
            <ac:spMk id="138" creationId="{EBFDFCF6-F292-7E8D-9752-52DA3D20A054}"/>
          </ac:spMkLst>
        </pc:spChg>
        <pc:spChg chg="mod">
          <ac:chgData name="Duncan Young" userId="0d05c5b8-70c0-48c4-9720-582aed650fb7" providerId="ADAL" clId="{89BBCCF8-D395-4E00-A7D8-D8153F2B3CC8}" dt="2026-08-13T09:03:30.584" v="624" actId="12"/>
          <ac:spMkLst>
            <pc:docMk/>
            <pc:sldMk cId="3904805035" sldId="2147469683"/>
            <ac:spMk id="140" creationId="{A7F62B35-BD74-6D8C-D983-54205517AA02}"/>
          </ac:spMkLst>
        </pc:spChg>
        <pc:spChg chg="mod">
          <ac:chgData name="Duncan Young" userId="0d05c5b8-70c0-48c4-9720-582aed650fb7" providerId="ADAL" clId="{89BBCCF8-D395-4E00-A7D8-D8153F2B3CC8}" dt="2026-08-13T09:02:21.064" v="585" actId="1038"/>
          <ac:spMkLst>
            <pc:docMk/>
            <pc:sldMk cId="3904805035" sldId="2147469683"/>
            <ac:spMk id="142" creationId="{0F1245D4-09AE-230D-AE99-BDE90B705B7A}"/>
          </ac:spMkLst>
        </pc:spChg>
        <pc:spChg chg="mod">
          <ac:chgData name="Duncan Young" userId="0d05c5b8-70c0-48c4-9720-582aed650fb7" providerId="ADAL" clId="{89BBCCF8-D395-4E00-A7D8-D8153F2B3CC8}" dt="2026-08-13T09:02:45.337" v="595" actId="20577"/>
          <ac:spMkLst>
            <pc:docMk/>
            <pc:sldMk cId="3904805035" sldId="2147469683"/>
            <ac:spMk id="144" creationId="{4F10DDBA-6D7B-F664-0DE4-5FB4558CD691}"/>
          </ac:spMkLst>
        </pc:spChg>
        <pc:spChg chg="mod">
          <ac:chgData name="Duncan Young" userId="0d05c5b8-70c0-48c4-9720-582aed650fb7" providerId="ADAL" clId="{89BBCCF8-D395-4E00-A7D8-D8153F2B3CC8}" dt="2026-08-13T09:03:48.296" v="625" actId="12"/>
          <ac:spMkLst>
            <pc:docMk/>
            <pc:sldMk cId="3904805035" sldId="2147469683"/>
            <ac:spMk id="146" creationId="{A9BC7289-C32F-8D80-C796-380381F65656}"/>
          </ac:spMkLst>
        </pc:spChg>
      </pc:sldChg>
      <pc:sldChg chg="modSp mod ord">
        <pc:chgData name="Duncan Young" userId="0d05c5b8-70c0-48c4-9720-582aed650fb7" providerId="ADAL" clId="{89BBCCF8-D395-4E00-A7D8-D8153F2B3CC8}" dt="2026-08-13T09:08:05.921" v="672" actId="1036"/>
        <pc:sldMkLst>
          <pc:docMk/>
          <pc:sldMk cId="4277376337" sldId="2147469684"/>
        </pc:sldMkLst>
        <pc:spChg chg="mod">
          <ac:chgData name="Duncan Young" userId="0d05c5b8-70c0-48c4-9720-582aed650fb7" providerId="ADAL" clId="{89BBCCF8-D395-4E00-A7D8-D8153F2B3CC8}" dt="2026-08-13T09:06:45.075" v="637" actId="1076"/>
          <ac:spMkLst>
            <pc:docMk/>
            <pc:sldMk cId="4277376337" sldId="2147469684"/>
            <ac:spMk id="79" creationId="{310C380F-9E2C-CA71-28D0-ABA5E54B691D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82" creationId="{8C219117-A070-0B17-665C-EDB1F088A3C0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87" creationId="{E883FDBB-565B-892D-7873-F7E2FE40DADE}"/>
          </ac:spMkLst>
        </pc:spChg>
        <pc:spChg chg="mod">
          <ac:chgData name="Duncan Young" userId="0d05c5b8-70c0-48c4-9720-582aed650fb7" providerId="ADAL" clId="{89BBCCF8-D395-4E00-A7D8-D8153F2B3CC8}" dt="2026-08-13T09:05:18.451" v="631" actId="207"/>
          <ac:spMkLst>
            <pc:docMk/>
            <pc:sldMk cId="4277376337" sldId="2147469684"/>
            <ac:spMk id="89" creationId="{6A97A2F3-7022-25D2-E73E-68E46FBAB7E2}"/>
          </ac:spMkLst>
        </pc:spChg>
        <pc:spChg chg="mod">
          <ac:chgData name="Duncan Young" userId="0d05c5b8-70c0-48c4-9720-582aed650fb7" providerId="ADAL" clId="{89BBCCF8-D395-4E00-A7D8-D8153F2B3CC8}" dt="2026-08-13T09:05:24.695" v="632" actId="255"/>
          <ac:spMkLst>
            <pc:docMk/>
            <pc:sldMk cId="4277376337" sldId="2147469684"/>
            <ac:spMk id="91" creationId="{C0C13A2E-9F88-726B-FCED-B3C2289C2D64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93" creationId="{F0757D0F-D933-0505-4F9F-1BD3FF39CDE5}"/>
          </ac:spMkLst>
        </pc:spChg>
        <pc:spChg chg="mod">
          <ac:chgData name="Duncan Young" userId="0d05c5b8-70c0-48c4-9720-582aed650fb7" providerId="ADAL" clId="{89BBCCF8-D395-4E00-A7D8-D8153F2B3CC8}" dt="2026-08-13T09:05:44.596" v="633" actId="255"/>
          <ac:spMkLst>
            <pc:docMk/>
            <pc:sldMk cId="4277376337" sldId="2147469684"/>
            <ac:spMk id="97" creationId="{FD6BAFA4-8DB5-AD79-38A2-5893B0094032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99" creationId="{F35B87F7-A645-8D76-CE60-AF122458B48F}"/>
          </ac:spMkLst>
        </pc:spChg>
        <pc:spChg chg="mod">
          <ac:chgData name="Duncan Young" userId="0d05c5b8-70c0-48c4-9720-582aed650fb7" providerId="ADAL" clId="{89BBCCF8-D395-4E00-A7D8-D8153F2B3CC8}" dt="2026-08-13T09:05:24.695" v="632" actId="255"/>
          <ac:spMkLst>
            <pc:docMk/>
            <pc:sldMk cId="4277376337" sldId="2147469684"/>
            <ac:spMk id="101" creationId="{0A05D528-C4F3-E2F8-0D79-868B3A0263E2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103" creationId="{14B8ED67-3E76-DB2A-D74E-8F8FE141735F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105" creationId="{A0FEE46C-983D-5340-80AF-08DCF2B7160D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107" creationId="{58353C82-66B1-2E88-8E3B-87B80B9D5D0E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109" creationId="{8FC2A67A-B1CC-4B4D-E67E-D5875AE56937}"/>
          </ac:spMkLst>
        </pc:spChg>
        <pc:spChg chg="mod">
          <ac:chgData name="Duncan Young" userId="0d05c5b8-70c0-48c4-9720-582aed650fb7" providerId="ADAL" clId="{89BBCCF8-D395-4E00-A7D8-D8153F2B3CC8}" dt="2026-08-13T09:05:24.695" v="632" actId="255"/>
          <ac:spMkLst>
            <pc:docMk/>
            <pc:sldMk cId="4277376337" sldId="2147469684"/>
            <ac:spMk id="111" creationId="{9B22C000-7D7F-6FDC-D25A-64599D456FC3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113" creationId="{594FB3B5-7B20-55E0-1999-69E0BC257D4A}"/>
          </ac:spMkLst>
        </pc:spChg>
        <pc:spChg chg="mod">
          <ac:chgData name="Duncan Young" userId="0d05c5b8-70c0-48c4-9720-582aed650fb7" providerId="ADAL" clId="{89BBCCF8-D395-4E00-A7D8-D8153F2B3CC8}" dt="2026-08-13T09:08:05.921" v="672" actId="1036"/>
          <ac:spMkLst>
            <pc:docMk/>
            <pc:sldMk cId="4277376337" sldId="2147469684"/>
            <ac:spMk id="117" creationId="{BF1CE3F9-8AC3-F494-CEE1-BE85BBD5B86A}"/>
          </ac:spMkLst>
        </pc:spChg>
        <pc:spChg chg="mod">
          <ac:chgData name="Duncan Young" userId="0d05c5b8-70c0-48c4-9720-582aed650fb7" providerId="ADAL" clId="{89BBCCF8-D395-4E00-A7D8-D8153F2B3CC8}" dt="2026-08-13T09:05:18.451" v="631" actId="207"/>
          <ac:spMkLst>
            <pc:docMk/>
            <pc:sldMk cId="4277376337" sldId="2147469684"/>
            <ac:spMk id="119" creationId="{6BB7580D-1118-9FCC-7830-20776FB79016}"/>
          </ac:spMkLst>
        </pc:spChg>
        <pc:spChg chg="mod">
          <ac:chgData name="Duncan Young" userId="0d05c5b8-70c0-48c4-9720-582aed650fb7" providerId="ADAL" clId="{89BBCCF8-D395-4E00-A7D8-D8153F2B3CC8}" dt="2026-08-13T09:05:24.695" v="632" actId="255"/>
          <ac:spMkLst>
            <pc:docMk/>
            <pc:sldMk cId="4277376337" sldId="2147469684"/>
            <ac:spMk id="121" creationId="{F35FF33B-696F-7535-BA14-E77D9EB243D5}"/>
          </ac:spMkLst>
        </pc:spChg>
        <pc:spChg chg="mod">
          <ac:chgData name="Duncan Young" userId="0d05c5b8-70c0-48c4-9720-582aed650fb7" providerId="ADAL" clId="{89BBCCF8-D395-4E00-A7D8-D8153F2B3CC8}" dt="2026-08-13T09:06:58.170" v="638" actId="255"/>
          <ac:spMkLst>
            <pc:docMk/>
            <pc:sldMk cId="4277376337" sldId="2147469684"/>
            <ac:spMk id="123" creationId="{F8761473-2493-34A9-05DD-F191A53C964F}"/>
          </ac:spMkLst>
        </pc:spChg>
        <pc:spChg chg="mod">
          <ac:chgData name="Duncan Young" userId="0d05c5b8-70c0-48c4-9720-582aed650fb7" providerId="ADAL" clId="{89BBCCF8-D395-4E00-A7D8-D8153F2B3CC8}" dt="2026-08-13T09:07:30.074" v="650" actId="20577"/>
          <ac:spMkLst>
            <pc:docMk/>
            <pc:sldMk cId="4277376337" sldId="2147469684"/>
            <ac:spMk id="125" creationId="{2774CEBB-5B68-75E9-1CED-B3E2BF36D383}"/>
          </ac:spMkLst>
        </pc:spChg>
        <pc:spChg chg="mod">
          <ac:chgData name="Duncan Young" userId="0d05c5b8-70c0-48c4-9720-582aed650fb7" providerId="ADAL" clId="{89BBCCF8-D395-4E00-A7D8-D8153F2B3CC8}" dt="2026-08-13T09:07:37.929" v="654" actId="20577"/>
          <ac:spMkLst>
            <pc:docMk/>
            <pc:sldMk cId="4277376337" sldId="2147469684"/>
            <ac:spMk id="127" creationId="{96A3F89C-4C52-3B6B-475E-EF1E70AE89F2}"/>
          </ac:spMkLst>
        </pc:spChg>
        <pc:spChg chg="mod">
          <ac:chgData name="Duncan Young" userId="0d05c5b8-70c0-48c4-9720-582aed650fb7" providerId="ADAL" clId="{89BBCCF8-D395-4E00-A7D8-D8153F2B3CC8}" dt="2026-08-13T09:07:56.786" v="657" actId="1076"/>
          <ac:spMkLst>
            <pc:docMk/>
            <pc:sldMk cId="4277376337" sldId="2147469684"/>
            <ac:spMk id="129" creationId="{EE1DA252-A459-64E7-EA31-EA05FB224DBF}"/>
          </ac:spMkLst>
        </pc:spChg>
      </pc:sldChg>
      <pc:sldChg chg="del">
        <pc:chgData name="Duncan Young" userId="0d05c5b8-70c0-48c4-9720-582aed650fb7" providerId="ADAL" clId="{89BBCCF8-D395-4E00-A7D8-D8153F2B3CC8}" dt="2026-08-13T09:08:18.381" v="673" actId="47"/>
        <pc:sldMkLst>
          <pc:docMk/>
          <pc:sldMk cId="1539307463" sldId="2147469685"/>
        </pc:sldMkLst>
      </pc:sldChg>
      <pc:sldChg chg="delSp modSp mod">
        <pc:chgData name="Duncan Young" userId="0d05c5b8-70c0-48c4-9720-582aed650fb7" providerId="ADAL" clId="{89BBCCF8-D395-4E00-A7D8-D8153F2B3CC8}" dt="2026-08-13T09:28:17.584" v="761" actId="1038"/>
        <pc:sldMkLst>
          <pc:docMk/>
          <pc:sldMk cId="1202233193" sldId="2147469686"/>
        </pc:sldMkLst>
        <pc:spChg chg="mod">
          <ac:chgData name="Duncan Young" userId="0d05c5b8-70c0-48c4-9720-582aed650fb7" providerId="ADAL" clId="{89BBCCF8-D395-4E00-A7D8-D8153F2B3CC8}" dt="2026-08-13T09:28:06.800" v="740" actId="255"/>
          <ac:spMkLst>
            <pc:docMk/>
            <pc:sldMk cId="1202233193" sldId="2147469686"/>
            <ac:spMk id="4" creationId="{DEC461D7-9D1B-195D-FEB8-B40AE30D6D9B}"/>
          </ac:spMkLst>
        </pc:spChg>
        <pc:spChg chg="mod">
          <ac:chgData name="Duncan Young" userId="0d05c5b8-70c0-48c4-9720-582aed650fb7" providerId="ADAL" clId="{89BBCCF8-D395-4E00-A7D8-D8153F2B3CC8}" dt="2026-08-13T09:27:44.939" v="736" actId="20577"/>
          <ac:spMkLst>
            <pc:docMk/>
            <pc:sldMk cId="1202233193" sldId="2147469686"/>
            <ac:spMk id="8" creationId="{EC07B0A6-A365-2277-D9E9-4C7D28D639A1}"/>
          </ac:spMkLst>
        </pc:spChg>
        <pc:spChg chg="mod">
          <ac:chgData name="Duncan Young" userId="0d05c5b8-70c0-48c4-9720-582aed650fb7" providerId="ADAL" clId="{89BBCCF8-D395-4E00-A7D8-D8153F2B3CC8}" dt="2026-08-13T09:28:06.800" v="740" actId="255"/>
          <ac:spMkLst>
            <pc:docMk/>
            <pc:sldMk cId="1202233193" sldId="2147469686"/>
            <ac:spMk id="9" creationId="{80221EDC-DE1D-737F-9731-A5FC0F275977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13" creationId="{FB20EF25-53B6-6A13-52D8-DB78E269B051}"/>
          </ac:spMkLst>
        </pc:spChg>
        <pc:spChg chg="mod">
          <ac:chgData name="Duncan Young" userId="0d05c5b8-70c0-48c4-9720-582aed650fb7" providerId="ADAL" clId="{89BBCCF8-D395-4E00-A7D8-D8153F2B3CC8}" dt="2026-08-13T09:28:06.800" v="740" actId="255"/>
          <ac:spMkLst>
            <pc:docMk/>
            <pc:sldMk cId="1202233193" sldId="2147469686"/>
            <ac:spMk id="17" creationId="{0A07433F-A6A7-C70F-54D8-A50CFF8A6DDE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21" creationId="{F69718A3-EE9C-2512-C487-FE6099871B20}"/>
          </ac:spMkLst>
        </pc:spChg>
        <pc:spChg chg="mod">
          <ac:chgData name="Duncan Young" userId="0d05c5b8-70c0-48c4-9720-582aed650fb7" providerId="ADAL" clId="{89BBCCF8-D395-4E00-A7D8-D8153F2B3CC8}" dt="2026-08-13T09:28:06.800" v="740" actId="255"/>
          <ac:spMkLst>
            <pc:docMk/>
            <pc:sldMk cId="1202233193" sldId="2147469686"/>
            <ac:spMk id="25" creationId="{EAAC5FCF-EA8A-099A-56DB-C55A1E28332E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29" creationId="{EF06D333-AB9C-C350-4D3B-C46A4DCEA294}"/>
          </ac:spMkLst>
        </pc:spChg>
        <pc:spChg chg="mod">
          <ac:chgData name="Duncan Young" userId="0d05c5b8-70c0-48c4-9720-582aed650fb7" providerId="ADAL" clId="{89BBCCF8-D395-4E00-A7D8-D8153F2B3CC8}" dt="2026-08-13T09:09:23.648" v="701" actId="20577"/>
          <ac:spMkLst>
            <pc:docMk/>
            <pc:sldMk cId="1202233193" sldId="2147469686"/>
            <ac:spMk id="41" creationId="{72082056-8FD0-C2F5-B8F0-4492A7A5141F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49" creationId="{EFFA8950-378E-0B97-AF3E-4422F4ACA6BA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53" creationId="{E239A2E5-B41A-04B8-94ED-C5450134CDF5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57" creationId="{69BEFDCB-684F-FBE3-9D4D-3DE933DC86E4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60" creationId="{3EE7DCA7-AFDB-227D-B00C-9C3B180BC3DA}"/>
          </ac:spMkLst>
        </pc:spChg>
        <pc:spChg chg="mod">
          <ac:chgData name="Duncan Young" userId="0d05c5b8-70c0-48c4-9720-582aed650fb7" providerId="ADAL" clId="{89BBCCF8-D395-4E00-A7D8-D8153F2B3CC8}" dt="2026-08-13T09:28:01.525" v="739" actId="255"/>
          <ac:spMkLst>
            <pc:docMk/>
            <pc:sldMk cId="1202233193" sldId="2147469686"/>
            <ac:spMk id="62" creationId="{860B7C5F-3AF7-10A4-4188-642815F7FCD7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64" creationId="{0E61256D-EF82-67CA-58F2-E3600760FFC8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66" creationId="{CE0F4B69-B10B-080D-1419-D8AE02379F8B}"/>
          </ac:spMkLst>
        </pc:spChg>
        <pc:spChg chg="mod">
          <ac:chgData name="Duncan Young" userId="0d05c5b8-70c0-48c4-9720-582aed650fb7" providerId="ADAL" clId="{89BBCCF8-D395-4E00-A7D8-D8153F2B3CC8}" dt="2026-08-13T09:28:01.525" v="739" actId="255"/>
          <ac:spMkLst>
            <pc:docMk/>
            <pc:sldMk cId="1202233193" sldId="2147469686"/>
            <ac:spMk id="70" creationId="{2DD844F8-DD24-2FEE-0BFB-D7EEB84D41A7}"/>
          </ac:spMkLst>
        </pc:spChg>
        <pc:spChg chg="mod">
          <ac:chgData name="Duncan Young" userId="0d05c5b8-70c0-48c4-9720-582aed650fb7" providerId="ADAL" clId="{89BBCCF8-D395-4E00-A7D8-D8153F2B3CC8}" dt="2026-08-13T09:28:01.525" v="739" actId="255"/>
          <ac:spMkLst>
            <pc:docMk/>
            <pc:sldMk cId="1202233193" sldId="2147469686"/>
            <ac:spMk id="76" creationId="{49E51AE7-2E16-B880-9EC7-42968FF6E262}"/>
          </ac:spMkLst>
        </pc:spChg>
        <pc:spChg chg="mod">
          <ac:chgData name="Duncan Young" userId="0d05c5b8-70c0-48c4-9720-582aed650fb7" providerId="ADAL" clId="{89BBCCF8-D395-4E00-A7D8-D8153F2B3CC8}" dt="2026-08-13T09:28:01.525" v="739" actId="255"/>
          <ac:spMkLst>
            <pc:docMk/>
            <pc:sldMk cId="1202233193" sldId="2147469686"/>
            <ac:spMk id="78" creationId="{8AD11B29-0D5E-BA6B-2ADF-B6ED914774D0}"/>
          </ac:spMkLst>
        </pc:spChg>
        <pc:spChg chg="mod">
          <ac:chgData name="Duncan Young" userId="0d05c5b8-70c0-48c4-9720-582aed650fb7" providerId="ADAL" clId="{89BBCCF8-D395-4E00-A7D8-D8153F2B3CC8}" dt="2026-08-13T09:28:01.525" v="739" actId="255"/>
          <ac:spMkLst>
            <pc:docMk/>
            <pc:sldMk cId="1202233193" sldId="2147469686"/>
            <ac:spMk id="80" creationId="{FE8EF2F5-30C3-B847-6484-CCFC3837E103}"/>
          </ac:spMkLst>
        </pc:spChg>
        <pc:spChg chg="mod">
          <ac:chgData name="Duncan Young" userId="0d05c5b8-70c0-48c4-9720-582aed650fb7" providerId="ADAL" clId="{89BBCCF8-D395-4E00-A7D8-D8153F2B3CC8}" dt="2026-08-13T09:28:01.525" v="739" actId="255"/>
          <ac:spMkLst>
            <pc:docMk/>
            <pc:sldMk cId="1202233193" sldId="2147469686"/>
            <ac:spMk id="82" creationId="{F5359830-62A0-B0EC-8B87-BA5C65B6CC42}"/>
          </ac:spMkLst>
        </pc:spChg>
        <pc:spChg chg="mod">
          <ac:chgData name="Duncan Young" userId="0d05c5b8-70c0-48c4-9720-582aed650fb7" providerId="ADAL" clId="{89BBCCF8-D395-4E00-A7D8-D8153F2B3CC8}" dt="2026-08-13T09:28:01.525" v="739" actId="255"/>
          <ac:spMkLst>
            <pc:docMk/>
            <pc:sldMk cId="1202233193" sldId="2147469686"/>
            <ac:spMk id="86" creationId="{85B6DEEC-6835-4BD6-3559-A2234100A41E}"/>
          </ac:spMkLst>
        </pc:spChg>
        <pc:spChg chg="mod">
          <ac:chgData name="Duncan Young" userId="0d05c5b8-70c0-48c4-9720-582aed650fb7" providerId="ADAL" clId="{89BBCCF8-D395-4E00-A7D8-D8153F2B3CC8}" dt="2026-08-13T09:28:17.584" v="761" actId="1038"/>
          <ac:spMkLst>
            <pc:docMk/>
            <pc:sldMk cId="1202233193" sldId="2147469686"/>
            <ac:spMk id="88" creationId="{6AE20C1B-A320-E340-0A84-D642B831D297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92" creationId="{CC812EC8-8BB5-7402-786E-384C9BFC3DEA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94" creationId="{5FA8FCF0-CACA-3EB3-FDDD-28684949FDEC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96" creationId="{071AF86C-E166-5AF3-9885-6913D41CE8CD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102" creationId="{F1533681-B7AC-5102-2A41-F527B99FB501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104" creationId="{5CD66CDB-EAFA-5584-BD8A-C55FB64F959B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106" creationId="{ED65C075-EFE8-6099-9D4F-85A902293889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108" creationId="{B02CFD9C-9004-532C-A3A9-16F9F7C327BB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110" creationId="{B0A7BF35-16B4-0678-EA72-8DFFF735AFC9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112" creationId="{8FACCD7E-DAC5-F5DE-A9D4-3C9A263D21EE}"/>
          </ac:spMkLst>
        </pc:spChg>
        <pc:spChg chg="del">
          <ac:chgData name="Duncan Young" userId="0d05c5b8-70c0-48c4-9720-582aed650fb7" providerId="ADAL" clId="{89BBCCF8-D395-4E00-A7D8-D8153F2B3CC8}" dt="2026-08-13T09:27:26.967" v="720" actId="478"/>
          <ac:spMkLst>
            <pc:docMk/>
            <pc:sldMk cId="1202233193" sldId="2147469686"/>
            <ac:spMk id="114" creationId="{72D72D8E-55A2-5E7B-4A9A-02CEE6B93679}"/>
          </ac:spMkLst>
        </pc:spChg>
        <pc:spChg chg="mod">
          <ac:chgData name="Duncan Young" userId="0d05c5b8-70c0-48c4-9720-582aed650fb7" providerId="ADAL" clId="{89BBCCF8-D395-4E00-A7D8-D8153F2B3CC8}" dt="2026-08-13T09:27:55.528" v="738" actId="6549"/>
          <ac:spMkLst>
            <pc:docMk/>
            <pc:sldMk cId="1202233193" sldId="2147469686"/>
            <ac:spMk id="116" creationId="{95F28BA6-9826-7476-ECA8-87CF2BA70064}"/>
          </ac:spMkLst>
        </pc:spChg>
      </pc:sldChg>
      <pc:sldChg chg="del">
        <pc:chgData name="Duncan Young" userId="0d05c5b8-70c0-48c4-9720-582aed650fb7" providerId="ADAL" clId="{89BBCCF8-D395-4E00-A7D8-D8153F2B3CC8}" dt="2026-08-13T09:33:22.877" v="767" actId="47"/>
        <pc:sldMkLst>
          <pc:docMk/>
          <pc:sldMk cId="3302028911" sldId="2147469687"/>
        </pc:sldMkLst>
      </pc:sldChg>
      <pc:sldChg chg="addSp delSp modSp mod">
        <pc:chgData name="Duncan Young" userId="0d05c5b8-70c0-48c4-9720-582aed650fb7" providerId="ADAL" clId="{89BBCCF8-D395-4E00-A7D8-D8153F2B3CC8}" dt="2026-08-13T09:39:01.960" v="877" actId="14100"/>
        <pc:sldMkLst>
          <pc:docMk/>
          <pc:sldMk cId="2620216252" sldId="2147469688"/>
        </pc:sldMkLst>
        <pc:spChg chg="add del mod">
          <ac:chgData name="Duncan Young" userId="0d05c5b8-70c0-48c4-9720-582aed650fb7" providerId="ADAL" clId="{89BBCCF8-D395-4E00-A7D8-D8153F2B3CC8}" dt="2026-08-13T09:34:44.249" v="779" actId="478"/>
          <ac:spMkLst>
            <pc:docMk/>
            <pc:sldMk cId="2620216252" sldId="2147469688"/>
            <ac:spMk id="2" creationId="{DB1ACE49-A06E-7277-E6CF-B36FE1F35029}"/>
          </ac:spMkLst>
        </pc:spChg>
        <pc:spChg chg="mod">
          <ac:chgData name="Duncan Young" userId="0d05c5b8-70c0-48c4-9720-582aed650fb7" providerId="ADAL" clId="{89BBCCF8-D395-4E00-A7D8-D8153F2B3CC8}" dt="2026-08-13T09:35:51.695" v="786" actId="207"/>
          <ac:spMkLst>
            <pc:docMk/>
            <pc:sldMk cId="2620216252" sldId="2147469688"/>
            <ac:spMk id="7" creationId="{FDE43EF0-C886-162D-FE36-C7E275406488}"/>
          </ac:spMkLst>
        </pc:spChg>
        <pc:spChg chg="mod">
          <ac:chgData name="Duncan Young" userId="0d05c5b8-70c0-48c4-9720-582aed650fb7" providerId="ADAL" clId="{89BBCCF8-D395-4E00-A7D8-D8153F2B3CC8}" dt="2026-08-13T09:36:04.033" v="788" actId="255"/>
          <ac:spMkLst>
            <pc:docMk/>
            <pc:sldMk cId="2620216252" sldId="2147469688"/>
            <ac:spMk id="11" creationId="{22CCE124-3962-B126-ED5D-054D99E38008}"/>
          </ac:spMkLst>
        </pc:spChg>
        <pc:spChg chg="mod">
          <ac:chgData name="Duncan Young" userId="0d05c5b8-70c0-48c4-9720-582aed650fb7" providerId="ADAL" clId="{89BBCCF8-D395-4E00-A7D8-D8153F2B3CC8}" dt="2026-08-13T09:36:51.871" v="798" actId="1038"/>
          <ac:spMkLst>
            <pc:docMk/>
            <pc:sldMk cId="2620216252" sldId="2147469688"/>
            <ac:spMk id="14" creationId="{8C714A59-DA1F-D327-6396-1392187B9A30}"/>
          </ac:spMkLst>
        </pc:spChg>
        <pc:spChg chg="mod">
          <ac:chgData name="Duncan Young" userId="0d05c5b8-70c0-48c4-9720-582aed650fb7" providerId="ADAL" clId="{89BBCCF8-D395-4E00-A7D8-D8153F2B3CC8}" dt="2026-08-13T09:36:30.919" v="790" actId="120"/>
          <ac:spMkLst>
            <pc:docMk/>
            <pc:sldMk cId="2620216252" sldId="2147469688"/>
            <ac:spMk id="17" creationId="{F12DAA28-BEDA-F5C2-965A-28AE95C507C0}"/>
          </ac:spMkLst>
        </pc:spChg>
        <pc:spChg chg="mod">
          <ac:chgData name="Duncan Young" userId="0d05c5b8-70c0-48c4-9720-582aed650fb7" providerId="ADAL" clId="{89BBCCF8-D395-4E00-A7D8-D8153F2B3CC8}" dt="2026-08-13T09:35:51.695" v="786" actId="207"/>
          <ac:spMkLst>
            <pc:docMk/>
            <pc:sldMk cId="2620216252" sldId="2147469688"/>
            <ac:spMk id="21" creationId="{F40019D8-E6B6-FB66-4CC9-78120A7E71F7}"/>
          </ac:spMkLst>
        </pc:spChg>
        <pc:spChg chg="mod">
          <ac:chgData name="Duncan Young" userId="0d05c5b8-70c0-48c4-9720-582aed650fb7" providerId="ADAL" clId="{89BBCCF8-D395-4E00-A7D8-D8153F2B3CC8}" dt="2026-08-13T09:36:04.033" v="788" actId="255"/>
          <ac:spMkLst>
            <pc:docMk/>
            <pc:sldMk cId="2620216252" sldId="2147469688"/>
            <ac:spMk id="24" creationId="{707FE261-1D6C-C5EB-6376-8CFA903F25FF}"/>
          </ac:spMkLst>
        </pc:spChg>
        <pc:spChg chg="mod">
          <ac:chgData name="Duncan Young" userId="0d05c5b8-70c0-48c4-9720-582aed650fb7" providerId="ADAL" clId="{89BBCCF8-D395-4E00-A7D8-D8153F2B3CC8}" dt="2026-08-13T09:36:51.871" v="798" actId="1038"/>
          <ac:spMkLst>
            <pc:docMk/>
            <pc:sldMk cId="2620216252" sldId="2147469688"/>
            <ac:spMk id="27" creationId="{85EB373A-D3DD-2C36-EF67-D8E11379DA7E}"/>
          </ac:spMkLst>
        </pc:spChg>
        <pc:spChg chg="mod">
          <ac:chgData name="Duncan Young" userId="0d05c5b8-70c0-48c4-9720-582aed650fb7" providerId="ADAL" clId="{89BBCCF8-D395-4E00-A7D8-D8153F2B3CC8}" dt="2026-08-13T09:36:30.919" v="790" actId="120"/>
          <ac:spMkLst>
            <pc:docMk/>
            <pc:sldMk cId="2620216252" sldId="2147469688"/>
            <ac:spMk id="30" creationId="{0B67DBAF-0D9B-1247-09A9-79296B40DC1D}"/>
          </ac:spMkLst>
        </pc:spChg>
        <pc:spChg chg="mod">
          <ac:chgData name="Duncan Young" userId="0d05c5b8-70c0-48c4-9720-582aed650fb7" providerId="ADAL" clId="{89BBCCF8-D395-4E00-A7D8-D8153F2B3CC8}" dt="2026-08-13T09:35:51.695" v="786" actId="207"/>
          <ac:spMkLst>
            <pc:docMk/>
            <pc:sldMk cId="2620216252" sldId="2147469688"/>
            <ac:spMk id="33" creationId="{86B3F7DB-CA0A-34B5-4E3B-7B6843BF4500}"/>
          </ac:spMkLst>
        </pc:spChg>
        <pc:spChg chg="mod">
          <ac:chgData name="Duncan Young" userId="0d05c5b8-70c0-48c4-9720-582aed650fb7" providerId="ADAL" clId="{89BBCCF8-D395-4E00-A7D8-D8153F2B3CC8}" dt="2026-08-13T09:36:04.033" v="788" actId="255"/>
          <ac:spMkLst>
            <pc:docMk/>
            <pc:sldMk cId="2620216252" sldId="2147469688"/>
            <ac:spMk id="37" creationId="{AFFDA4CA-5795-583F-73B0-7CC823EA0492}"/>
          </ac:spMkLst>
        </pc:spChg>
        <pc:spChg chg="mod">
          <ac:chgData name="Duncan Young" userId="0d05c5b8-70c0-48c4-9720-582aed650fb7" providerId="ADAL" clId="{89BBCCF8-D395-4E00-A7D8-D8153F2B3CC8}" dt="2026-08-13T09:37:43.422" v="822" actId="20577"/>
          <ac:spMkLst>
            <pc:docMk/>
            <pc:sldMk cId="2620216252" sldId="2147469688"/>
            <ac:spMk id="40" creationId="{0B13EF6B-2CFE-F2E5-CDFD-FEE1E74E54A7}"/>
          </ac:spMkLst>
        </pc:spChg>
        <pc:spChg chg="mod">
          <ac:chgData name="Duncan Young" userId="0d05c5b8-70c0-48c4-9720-582aed650fb7" providerId="ADAL" clId="{89BBCCF8-D395-4E00-A7D8-D8153F2B3CC8}" dt="2026-08-13T09:36:30.919" v="790" actId="120"/>
          <ac:spMkLst>
            <pc:docMk/>
            <pc:sldMk cId="2620216252" sldId="2147469688"/>
            <ac:spMk id="43" creationId="{11D66F57-7B17-E083-7A33-770D22413350}"/>
          </ac:spMkLst>
        </pc:spChg>
        <pc:spChg chg="mod">
          <ac:chgData name="Duncan Young" userId="0d05c5b8-70c0-48c4-9720-582aed650fb7" providerId="ADAL" clId="{89BBCCF8-D395-4E00-A7D8-D8153F2B3CC8}" dt="2026-08-13T09:35:51.695" v="786" actId="207"/>
          <ac:spMkLst>
            <pc:docMk/>
            <pc:sldMk cId="2620216252" sldId="2147469688"/>
            <ac:spMk id="45" creationId="{9FE0F1FC-EA7A-0353-063F-AD1650F37EA9}"/>
          </ac:spMkLst>
        </pc:spChg>
        <pc:spChg chg="mod">
          <ac:chgData name="Duncan Young" userId="0d05c5b8-70c0-48c4-9720-582aed650fb7" providerId="ADAL" clId="{89BBCCF8-D395-4E00-A7D8-D8153F2B3CC8}" dt="2026-08-13T09:36:04.033" v="788" actId="255"/>
          <ac:spMkLst>
            <pc:docMk/>
            <pc:sldMk cId="2620216252" sldId="2147469688"/>
            <ac:spMk id="47" creationId="{CCF498B4-A743-93EA-3C2A-EEDF6668B79C}"/>
          </ac:spMkLst>
        </pc:spChg>
        <pc:spChg chg="mod">
          <ac:chgData name="Duncan Young" userId="0d05c5b8-70c0-48c4-9720-582aed650fb7" providerId="ADAL" clId="{89BBCCF8-D395-4E00-A7D8-D8153F2B3CC8}" dt="2026-08-13T09:36:51.871" v="798" actId="1038"/>
          <ac:spMkLst>
            <pc:docMk/>
            <pc:sldMk cId="2620216252" sldId="2147469688"/>
            <ac:spMk id="49" creationId="{7F7A02F9-FA8E-2B03-0A5A-973A977ED64A}"/>
          </ac:spMkLst>
        </pc:spChg>
        <pc:spChg chg="mod">
          <ac:chgData name="Duncan Young" userId="0d05c5b8-70c0-48c4-9720-582aed650fb7" providerId="ADAL" clId="{89BBCCF8-D395-4E00-A7D8-D8153F2B3CC8}" dt="2026-08-13T09:39:01.960" v="877" actId="14100"/>
          <ac:spMkLst>
            <pc:docMk/>
            <pc:sldMk cId="2620216252" sldId="2147469688"/>
            <ac:spMk id="51" creationId="{D200D262-6834-53E1-4057-61A5165E892C}"/>
          </ac:spMkLst>
        </pc:spChg>
        <pc:spChg chg="mod">
          <ac:chgData name="Duncan Young" userId="0d05c5b8-70c0-48c4-9720-582aed650fb7" providerId="ADAL" clId="{89BBCCF8-D395-4E00-A7D8-D8153F2B3CC8}" dt="2026-08-13T09:38:53.784" v="875" actId="113"/>
          <ac:spMkLst>
            <pc:docMk/>
            <pc:sldMk cId="2620216252" sldId="2147469688"/>
            <ac:spMk id="53" creationId="{F8B1C449-80C2-12E7-01B5-264D40BAED1A}"/>
          </ac:spMkLst>
        </pc:spChg>
        <pc:spChg chg="mod">
          <ac:chgData name="Duncan Young" userId="0d05c5b8-70c0-48c4-9720-582aed650fb7" providerId="ADAL" clId="{89BBCCF8-D395-4E00-A7D8-D8153F2B3CC8}" dt="2026-08-13T09:34:15.838" v="777" actId="27636"/>
          <ac:spMkLst>
            <pc:docMk/>
            <pc:sldMk cId="2620216252" sldId="2147469688"/>
            <ac:spMk id="57" creationId="{4852E461-D6E8-4E7F-E1B9-048721968151}"/>
          </ac:spMkLst>
        </pc:spChg>
      </pc:sldChg>
      <pc:sldChg chg="delSp modSp mod">
        <pc:chgData name="Duncan Young" userId="0d05c5b8-70c0-48c4-9720-582aed650fb7" providerId="ADAL" clId="{89BBCCF8-D395-4E00-A7D8-D8153F2B3CC8}" dt="2026-08-13T09:46:04.104" v="945" actId="478"/>
        <pc:sldMkLst>
          <pc:docMk/>
          <pc:sldMk cId="2337471154" sldId="2147469689"/>
        </pc:sldMkLst>
        <pc:spChg chg="del mod">
          <ac:chgData name="Duncan Young" userId="0d05c5b8-70c0-48c4-9720-582aed650fb7" providerId="ADAL" clId="{89BBCCF8-D395-4E00-A7D8-D8153F2B3CC8}" dt="2026-08-13T09:46:00.529" v="944" actId="478"/>
          <ac:spMkLst>
            <pc:docMk/>
            <pc:sldMk cId="2337471154" sldId="2147469689"/>
            <ac:spMk id="3" creationId="{23918815-C9B5-4CD5-CD68-431C2A066117}"/>
          </ac:spMkLst>
        </pc:spChg>
        <pc:spChg chg="mod">
          <ac:chgData name="Duncan Young" userId="0d05c5b8-70c0-48c4-9720-582aed650fb7" providerId="ADAL" clId="{89BBCCF8-D395-4E00-A7D8-D8153F2B3CC8}" dt="2026-08-13T09:41:24.597" v="890" actId="6549"/>
          <ac:spMkLst>
            <pc:docMk/>
            <pc:sldMk cId="2337471154" sldId="2147469689"/>
            <ac:spMk id="6" creationId="{E30D7A05-B642-CABD-1C76-15F38118F0A9}"/>
          </ac:spMkLst>
        </pc:spChg>
        <pc:spChg chg="mod">
          <ac:chgData name="Duncan Young" userId="0d05c5b8-70c0-48c4-9720-582aed650fb7" providerId="ADAL" clId="{89BBCCF8-D395-4E00-A7D8-D8153F2B3CC8}" dt="2026-08-13T09:41:52.959" v="895" actId="207"/>
          <ac:spMkLst>
            <pc:docMk/>
            <pc:sldMk cId="2337471154" sldId="2147469689"/>
            <ac:spMk id="10" creationId="{97CD24E4-8DA3-3431-51A3-FAA526A05987}"/>
          </ac:spMkLst>
        </pc:spChg>
        <pc:spChg chg="mod">
          <ac:chgData name="Duncan Young" userId="0d05c5b8-70c0-48c4-9720-582aed650fb7" providerId="ADAL" clId="{89BBCCF8-D395-4E00-A7D8-D8153F2B3CC8}" dt="2026-08-13T09:42:15.056" v="899" actId="255"/>
          <ac:spMkLst>
            <pc:docMk/>
            <pc:sldMk cId="2337471154" sldId="2147469689"/>
            <ac:spMk id="13" creationId="{08429F2B-EED0-0AE7-87C9-11AEFE9572B3}"/>
          </ac:spMkLst>
        </pc:spChg>
        <pc:spChg chg="mod">
          <ac:chgData name="Duncan Young" userId="0d05c5b8-70c0-48c4-9720-582aed650fb7" providerId="ADAL" clId="{89BBCCF8-D395-4E00-A7D8-D8153F2B3CC8}" dt="2026-08-13T09:42:54.585" v="904" actId="12"/>
          <ac:spMkLst>
            <pc:docMk/>
            <pc:sldMk cId="2337471154" sldId="2147469689"/>
            <ac:spMk id="16" creationId="{048E8073-9D99-B57B-47BD-C8A838A42AB9}"/>
          </ac:spMkLst>
        </pc:spChg>
        <pc:spChg chg="mod">
          <ac:chgData name="Duncan Young" userId="0d05c5b8-70c0-48c4-9720-582aed650fb7" providerId="ADAL" clId="{89BBCCF8-D395-4E00-A7D8-D8153F2B3CC8}" dt="2026-08-13T09:41:52.959" v="895" actId="207"/>
          <ac:spMkLst>
            <pc:docMk/>
            <pc:sldMk cId="2337471154" sldId="2147469689"/>
            <ac:spMk id="19" creationId="{AC4338EE-A937-ED78-F349-4553CD8B87CF}"/>
          </ac:spMkLst>
        </pc:spChg>
        <pc:spChg chg="mod">
          <ac:chgData name="Duncan Young" userId="0d05c5b8-70c0-48c4-9720-582aed650fb7" providerId="ADAL" clId="{89BBCCF8-D395-4E00-A7D8-D8153F2B3CC8}" dt="2026-08-13T09:44:04.098" v="923" actId="20577"/>
          <ac:spMkLst>
            <pc:docMk/>
            <pc:sldMk cId="2337471154" sldId="2147469689"/>
            <ac:spMk id="22" creationId="{DC1EB8DB-59A4-C4EA-5A78-8C39C083E21D}"/>
          </ac:spMkLst>
        </pc:spChg>
        <pc:spChg chg="mod">
          <ac:chgData name="Duncan Young" userId="0d05c5b8-70c0-48c4-9720-582aed650fb7" providerId="ADAL" clId="{89BBCCF8-D395-4E00-A7D8-D8153F2B3CC8}" dt="2026-08-13T09:42:01.107" v="898" actId="12"/>
          <ac:spMkLst>
            <pc:docMk/>
            <pc:sldMk cId="2337471154" sldId="2147469689"/>
            <ac:spMk id="25" creationId="{3633BCD4-9C19-F0E2-3137-6E7A8C94B9A3}"/>
          </ac:spMkLst>
        </pc:spChg>
        <pc:spChg chg="mod">
          <ac:chgData name="Duncan Young" userId="0d05c5b8-70c0-48c4-9720-582aed650fb7" providerId="ADAL" clId="{89BBCCF8-D395-4E00-A7D8-D8153F2B3CC8}" dt="2026-08-13T09:41:52.959" v="895" actId="207"/>
          <ac:spMkLst>
            <pc:docMk/>
            <pc:sldMk cId="2337471154" sldId="2147469689"/>
            <ac:spMk id="28" creationId="{66BFE226-F4E5-9E2A-43EC-25CA92AF9FAF}"/>
          </ac:spMkLst>
        </pc:spChg>
        <pc:spChg chg="mod">
          <ac:chgData name="Duncan Young" userId="0d05c5b8-70c0-48c4-9720-582aed650fb7" providerId="ADAL" clId="{89BBCCF8-D395-4E00-A7D8-D8153F2B3CC8}" dt="2026-08-13T09:45:07.456" v="941" actId="20577"/>
          <ac:spMkLst>
            <pc:docMk/>
            <pc:sldMk cId="2337471154" sldId="2147469689"/>
            <ac:spMk id="31" creationId="{469FF839-94F7-4F41-F700-2BBD37D7440D}"/>
          </ac:spMkLst>
        </pc:spChg>
        <pc:spChg chg="mod">
          <ac:chgData name="Duncan Young" userId="0d05c5b8-70c0-48c4-9720-582aed650fb7" providerId="ADAL" clId="{89BBCCF8-D395-4E00-A7D8-D8153F2B3CC8}" dt="2026-08-13T09:44:48.096" v="936" actId="20577"/>
          <ac:spMkLst>
            <pc:docMk/>
            <pc:sldMk cId="2337471154" sldId="2147469689"/>
            <ac:spMk id="34" creationId="{321124F8-ADDA-CC4F-8936-28AB0EABCB70}"/>
          </ac:spMkLst>
        </pc:spChg>
        <pc:spChg chg="del">
          <ac:chgData name="Duncan Young" userId="0d05c5b8-70c0-48c4-9720-582aed650fb7" providerId="ADAL" clId="{89BBCCF8-D395-4E00-A7D8-D8153F2B3CC8}" dt="2026-08-13T09:46:04.104" v="945" actId="478"/>
          <ac:spMkLst>
            <pc:docMk/>
            <pc:sldMk cId="2337471154" sldId="2147469689"/>
            <ac:spMk id="36" creationId="{D4D6A9B2-A752-584B-7083-C18C64F3D916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39" creationId="{AC06D274-125E-8CEA-D4F5-266A190E6322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42" creationId="{382585C1-1C03-5932-4645-274443D714BE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46" creationId="{4D98EDF4-1D51-EBE7-B1B2-FB847ED3368E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50" creationId="{9A4C44FF-40F6-4CEE-94F3-0DCDD1F788A5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54" creationId="{DB981479-7B20-FFB1-AA2D-4EF7F6AC2AEB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56" creationId="{C5483381-055A-3590-60B2-F01243E6C238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59" creationId="{D6A3A6D4-A1B2-A8EB-DB01-0CAB850DB02D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61" creationId="{D68EB7FC-FD5B-DC19-FC2A-2024DBCA7BAC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63" creationId="{68BE38AF-4097-2256-F4F0-C2A210038CA8}"/>
          </ac:spMkLst>
        </pc:spChg>
        <pc:spChg chg="del">
          <ac:chgData name="Duncan Young" userId="0d05c5b8-70c0-48c4-9720-582aed650fb7" providerId="ADAL" clId="{89BBCCF8-D395-4E00-A7D8-D8153F2B3CC8}" dt="2026-08-13T09:45:30.263" v="942" actId="478"/>
          <ac:spMkLst>
            <pc:docMk/>
            <pc:sldMk cId="2337471154" sldId="2147469689"/>
            <ac:spMk id="65" creationId="{B536A784-A692-28A5-F050-B53F28F93CD2}"/>
          </ac:spMkLst>
        </pc:spChg>
        <pc:spChg chg="del">
          <ac:chgData name="Duncan Young" userId="0d05c5b8-70c0-48c4-9720-582aed650fb7" providerId="ADAL" clId="{89BBCCF8-D395-4E00-A7D8-D8153F2B3CC8}" dt="2026-08-13T09:45:47.680" v="943" actId="478"/>
          <ac:spMkLst>
            <pc:docMk/>
            <pc:sldMk cId="2337471154" sldId="2147469689"/>
            <ac:spMk id="67" creationId="{C278566A-0B73-D4AE-8B56-26ABBD68E2D0}"/>
          </ac:spMkLst>
        </pc:spChg>
      </pc:sldChg>
      <pc:sldChg chg="delSp modSp mod">
        <pc:chgData name="Duncan Young" userId="0d05c5b8-70c0-48c4-9720-582aed650fb7" providerId="ADAL" clId="{89BBCCF8-D395-4E00-A7D8-D8153F2B3CC8}" dt="2026-08-13T09:50:09.999" v="998" actId="478"/>
        <pc:sldMkLst>
          <pc:docMk/>
          <pc:sldMk cId="2462562569" sldId="2147469690"/>
        </pc:sldMkLst>
        <pc:spChg chg="del">
          <ac:chgData name="Duncan Young" userId="0d05c5b8-70c0-48c4-9720-582aed650fb7" providerId="ADAL" clId="{89BBCCF8-D395-4E00-A7D8-D8153F2B3CC8}" dt="2026-08-13T09:48:22.915" v="956" actId="478"/>
          <ac:spMkLst>
            <pc:docMk/>
            <pc:sldMk cId="2462562569" sldId="2147469690"/>
            <ac:spMk id="4" creationId="{BAFAF5B2-C692-53DF-4EBC-FD8725C524ED}"/>
          </ac:spMkLst>
        </pc:spChg>
        <pc:spChg chg="mod">
          <ac:chgData name="Duncan Young" userId="0d05c5b8-70c0-48c4-9720-582aed650fb7" providerId="ADAL" clId="{89BBCCF8-D395-4E00-A7D8-D8153F2B3CC8}" dt="2026-08-13T09:48:35.681" v="958" actId="20577"/>
          <ac:spMkLst>
            <pc:docMk/>
            <pc:sldMk cId="2462562569" sldId="2147469690"/>
            <ac:spMk id="7" creationId="{20C41C0C-2769-D11E-7365-517EF84EEBBB}"/>
          </ac:spMkLst>
        </pc:spChg>
        <pc:spChg chg="mod">
          <ac:chgData name="Duncan Young" userId="0d05c5b8-70c0-48c4-9720-582aed650fb7" providerId="ADAL" clId="{89BBCCF8-D395-4E00-A7D8-D8153F2B3CC8}" dt="2026-08-13T09:47:31.118" v="950" actId="207"/>
          <ac:spMkLst>
            <pc:docMk/>
            <pc:sldMk cId="2462562569" sldId="2147469690"/>
            <ac:spMk id="11" creationId="{A51407D2-CF00-27ED-6506-0372BE082CC2}"/>
          </ac:spMkLst>
        </pc:spChg>
        <pc:spChg chg="mod">
          <ac:chgData name="Duncan Young" userId="0d05c5b8-70c0-48c4-9720-582aed650fb7" providerId="ADAL" clId="{89BBCCF8-D395-4E00-A7D8-D8153F2B3CC8}" dt="2026-08-13T09:47:36.953" v="951" actId="207"/>
          <ac:spMkLst>
            <pc:docMk/>
            <pc:sldMk cId="2462562569" sldId="2147469690"/>
            <ac:spMk id="14" creationId="{C566BD67-9278-3C4E-9DB6-EA30F8F0CF0B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20" creationId="{6CAEE417-B439-DB76-2223-30B5F5E23575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23" creationId="{232B15DB-B182-F14B-63BF-A211A7591BBB}"/>
          </ac:spMkLst>
        </pc:spChg>
        <pc:spChg chg="mod">
          <ac:chgData name="Duncan Young" userId="0d05c5b8-70c0-48c4-9720-582aed650fb7" providerId="ADAL" clId="{89BBCCF8-D395-4E00-A7D8-D8153F2B3CC8}" dt="2026-08-13T09:49:21.624" v="983" actId="6549"/>
          <ac:spMkLst>
            <pc:docMk/>
            <pc:sldMk cId="2462562569" sldId="2147469690"/>
            <ac:spMk id="32" creationId="{F045776D-D615-95E5-B29F-C153C0D32E7D}"/>
          </ac:spMkLst>
        </pc:spChg>
        <pc:spChg chg="mod">
          <ac:chgData name="Duncan Young" userId="0d05c5b8-70c0-48c4-9720-582aed650fb7" providerId="ADAL" clId="{89BBCCF8-D395-4E00-A7D8-D8153F2B3CC8}" dt="2026-08-13T09:48:07.324" v="955" actId="207"/>
          <ac:spMkLst>
            <pc:docMk/>
            <pc:sldMk cId="2462562569" sldId="2147469690"/>
            <ac:spMk id="35" creationId="{3D027428-21C5-313F-398C-E0A61B210DEF}"/>
          </ac:spMkLst>
        </pc:spChg>
        <pc:spChg chg="mod">
          <ac:chgData name="Duncan Young" userId="0d05c5b8-70c0-48c4-9720-582aed650fb7" providerId="ADAL" clId="{89BBCCF8-D395-4E00-A7D8-D8153F2B3CC8}" dt="2026-08-13T09:47:36.953" v="951" actId="207"/>
          <ac:spMkLst>
            <pc:docMk/>
            <pc:sldMk cId="2462562569" sldId="2147469690"/>
            <ac:spMk id="38" creationId="{E46304C9-F75C-E68E-971A-FCAABD0968B2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49" creationId="{C0C5FA84-E207-22F2-8587-B48DA6BC571C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52" creationId="{6250DBE7-D919-902D-F20A-342B110AD1B2}"/>
          </ac:spMkLst>
        </pc:spChg>
        <pc:spChg chg="mod">
          <ac:chgData name="Duncan Young" userId="0d05c5b8-70c0-48c4-9720-582aed650fb7" providerId="ADAL" clId="{89BBCCF8-D395-4E00-A7D8-D8153F2B3CC8}" dt="2026-08-13T09:49:42.790" v="997" actId="20577"/>
          <ac:spMkLst>
            <pc:docMk/>
            <pc:sldMk cId="2462562569" sldId="2147469690"/>
            <ac:spMk id="55" creationId="{23CED558-1980-1C6F-6399-1161969803B0}"/>
          </ac:spMkLst>
        </pc:spChg>
        <pc:spChg chg="mod">
          <ac:chgData name="Duncan Young" userId="0d05c5b8-70c0-48c4-9720-582aed650fb7" providerId="ADAL" clId="{89BBCCF8-D395-4E00-A7D8-D8153F2B3CC8}" dt="2026-08-13T09:47:51.504" v="953" actId="207"/>
          <ac:spMkLst>
            <pc:docMk/>
            <pc:sldMk cId="2462562569" sldId="2147469690"/>
            <ac:spMk id="58" creationId="{849A5E4B-3082-18F6-BE15-6336F413150E}"/>
          </ac:spMkLst>
        </pc:spChg>
        <pc:spChg chg="mod">
          <ac:chgData name="Duncan Young" userId="0d05c5b8-70c0-48c4-9720-582aed650fb7" providerId="ADAL" clId="{89BBCCF8-D395-4E00-A7D8-D8153F2B3CC8}" dt="2026-08-13T09:47:36.953" v="951" actId="207"/>
          <ac:spMkLst>
            <pc:docMk/>
            <pc:sldMk cId="2462562569" sldId="2147469690"/>
            <ac:spMk id="62" creationId="{7C31668A-5091-E08D-95EC-23E9B8820A49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77" creationId="{CBFBEC18-4800-F220-CDD4-D1356901EF39}"/>
          </ac:spMkLst>
        </pc:spChg>
        <pc:spChg chg="mod">
          <ac:chgData name="Duncan Young" userId="0d05c5b8-70c0-48c4-9720-582aed650fb7" providerId="ADAL" clId="{89BBCCF8-D395-4E00-A7D8-D8153F2B3CC8}" dt="2026-08-13T09:47:31.118" v="950" actId="207"/>
          <ac:spMkLst>
            <pc:docMk/>
            <pc:sldMk cId="2462562569" sldId="2147469690"/>
            <ac:spMk id="79" creationId="{C9E2DBE9-5AD7-A956-D213-E8F78DFF935E}"/>
          </ac:spMkLst>
        </pc:spChg>
        <pc:spChg chg="mod">
          <ac:chgData name="Duncan Young" userId="0d05c5b8-70c0-48c4-9720-582aed650fb7" providerId="ADAL" clId="{89BBCCF8-D395-4E00-A7D8-D8153F2B3CC8}" dt="2026-08-13T09:47:36.953" v="951" actId="207"/>
          <ac:spMkLst>
            <pc:docMk/>
            <pc:sldMk cId="2462562569" sldId="2147469690"/>
            <ac:spMk id="81" creationId="{E985612F-2B3E-1264-19F5-95BEEF6A1F5B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85" creationId="{6F7A9A9B-42CF-FF03-3592-DECD76D4243E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89" creationId="{C616E9E2-0EF8-D6A0-8CC5-651FBA55B7CB}"/>
          </ac:spMkLst>
        </pc:spChg>
        <pc:spChg chg="mod">
          <ac:chgData name="Duncan Young" userId="0d05c5b8-70c0-48c4-9720-582aed650fb7" providerId="ADAL" clId="{89BBCCF8-D395-4E00-A7D8-D8153F2B3CC8}" dt="2026-08-13T09:48:01.552" v="954" actId="207"/>
          <ac:spMkLst>
            <pc:docMk/>
            <pc:sldMk cId="2462562569" sldId="2147469690"/>
            <ac:spMk id="95" creationId="{BC31455B-7B5B-71B9-1B7B-D261586FE271}"/>
          </ac:spMkLst>
        </pc:spChg>
        <pc:spChg chg="mod">
          <ac:chgData name="Duncan Young" userId="0d05c5b8-70c0-48c4-9720-582aed650fb7" providerId="ADAL" clId="{89BBCCF8-D395-4E00-A7D8-D8153F2B3CC8}" dt="2026-08-13T09:47:36.953" v="951" actId="207"/>
          <ac:spMkLst>
            <pc:docMk/>
            <pc:sldMk cId="2462562569" sldId="2147469690"/>
            <ac:spMk id="97" creationId="{44E6CDD1-A927-A1A4-D37C-CE5391F692EE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99" creationId="{94196A16-162C-1871-BB1A-A720A2C445F6}"/>
          </ac:spMkLst>
        </pc:spChg>
        <pc:spChg chg="mod">
          <ac:chgData name="Duncan Young" userId="0d05c5b8-70c0-48c4-9720-582aed650fb7" providerId="ADAL" clId="{89BBCCF8-D395-4E00-A7D8-D8153F2B3CC8}" dt="2026-08-13T09:47:17.946" v="949" actId="255"/>
          <ac:spMkLst>
            <pc:docMk/>
            <pc:sldMk cId="2462562569" sldId="2147469690"/>
            <ac:spMk id="105" creationId="{E19BF921-3C05-FF1A-2369-DC66581ADA88}"/>
          </ac:spMkLst>
        </pc:spChg>
        <pc:spChg chg="del">
          <ac:chgData name="Duncan Young" userId="0d05c5b8-70c0-48c4-9720-582aed650fb7" providerId="ADAL" clId="{89BBCCF8-D395-4E00-A7D8-D8153F2B3CC8}" dt="2026-08-13T09:50:09.999" v="998" actId="478"/>
          <ac:spMkLst>
            <pc:docMk/>
            <pc:sldMk cId="2462562569" sldId="2147469690"/>
            <ac:spMk id="111" creationId="{5BC94DD5-FB8C-39B4-853D-C1F527D66D45}"/>
          </ac:spMkLst>
        </pc:spChg>
      </pc:sldChg>
      <pc:sldChg chg="delSp modSp mod">
        <pc:chgData name="Duncan Young" userId="0d05c5b8-70c0-48c4-9720-582aed650fb7" providerId="ADAL" clId="{89BBCCF8-D395-4E00-A7D8-D8153F2B3CC8}" dt="2026-08-13T09:55:18.986" v="1092" actId="207"/>
        <pc:sldMkLst>
          <pc:docMk/>
          <pc:sldMk cId="2810100116" sldId="2147469691"/>
        </pc:sldMkLst>
        <pc:spChg chg="del">
          <ac:chgData name="Duncan Young" userId="0d05c5b8-70c0-48c4-9720-582aed650fb7" providerId="ADAL" clId="{89BBCCF8-D395-4E00-A7D8-D8153F2B3CC8}" dt="2026-08-13T09:50:49.839" v="1001" actId="478"/>
          <ac:spMkLst>
            <pc:docMk/>
            <pc:sldMk cId="2810100116" sldId="2147469691"/>
            <ac:spMk id="3" creationId="{8AEC76EE-93F1-0337-E86B-08726D427C00}"/>
          </ac:spMkLst>
        </pc:spChg>
        <pc:spChg chg="del">
          <ac:chgData name="Duncan Young" userId="0d05c5b8-70c0-48c4-9720-582aed650fb7" providerId="ADAL" clId="{89BBCCF8-D395-4E00-A7D8-D8153F2B3CC8}" dt="2026-08-13T09:52:21.590" v="1025" actId="478"/>
          <ac:spMkLst>
            <pc:docMk/>
            <pc:sldMk cId="2810100116" sldId="2147469691"/>
            <ac:spMk id="6" creationId="{231FCC7A-C9CF-0582-5D68-68B39933768D}"/>
          </ac:spMkLst>
        </pc:spChg>
        <pc:spChg chg="del">
          <ac:chgData name="Duncan Young" userId="0d05c5b8-70c0-48c4-9720-582aed650fb7" providerId="ADAL" clId="{89BBCCF8-D395-4E00-A7D8-D8153F2B3CC8}" dt="2026-08-13T09:52:24.141" v="1026" actId="478"/>
          <ac:spMkLst>
            <pc:docMk/>
            <pc:sldMk cId="2810100116" sldId="2147469691"/>
            <ac:spMk id="10" creationId="{74411EDD-153B-CC57-9D7D-F9B7BFE3E508}"/>
          </ac:spMkLst>
        </pc:spChg>
        <pc:spChg chg="del">
          <ac:chgData name="Duncan Young" userId="0d05c5b8-70c0-48c4-9720-582aed650fb7" providerId="ADAL" clId="{89BBCCF8-D395-4E00-A7D8-D8153F2B3CC8}" dt="2026-08-13T09:52:21.590" v="1025" actId="478"/>
          <ac:spMkLst>
            <pc:docMk/>
            <pc:sldMk cId="2810100116" sldId="2147469691"/>
            <ac:spMk id="13" creationId="{C0F3DBE3-E85E-AC40-9196-39971A21C416}"/>
          </ac:spMkLst>
        </pc:spChg>
        <pc:spChg chg="del">
          <ac:chgData name="Duncan Young" userId="0d05c5b8-70c0-48c4-9720-582aed650fb7" providerId="ADAL" clId="{89BBCCF8-D395-4E00-A7D8-D8153F2B3CC8}" dt="2026-08-13T09:52:21.590" v="1025" actId="478"/>
          <ac:spMkLst>
            <pc:docMk/>
            <pc:sldMk cId="2810100116" sldId="2147469691"/>
            <ac:spMk id="16" creationId="{E6127056-EA06-7D99-A56C-7D0AB8EDA973}"/>
          </ac:spMkLst>
        </pc:spChg>
        <pc:spChg chg="del mod">
          <ac:chgData name="Duncan Young" userId="0d05c5b8-70c0-48c4-9720-582aed650fb7" providerId="ADAL" clId="{89BBCCF8-D395-4E00-A7D8-D8153F2B3CC8}" dt="2026-08-13T09:52:21.590" v="1025" actId="478"/>
          <ac:spMkLst>
            <pc:docMk/>
            <pc:sldMk cId="2810100116" sldId="2147469691"/>
            <ac:spMk id="19" creationId="{4169663E-A63F-69EE-31E0-1A601942C07F}"/>
          </ac:spMkLst>
        </pc:spChg>
        <pc:spChg chg="mod">
          <ac:chgData name="Duncan Young" userId="0d05c5b8-70c0-48c4-9720-582aed650fb7" providerId="ADAL" clId="{89BBCCF8-D395-4E00-A7D8-D8153F2B3CC8}" dt="2026-08-13T09:52:33.478" v="1072" actId="1038"/>
          <ac:spMkLst>
            <pc:docMk/>
            <pc:sldMk cId="2810100116" sldId="2147469691"/>
            <ac:spMk id="22" creationId="{5D3963FF-0C5A-B197-F59D-4F98B4C51033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28" creationId="{C6C8D9EF-3206-00E0-8541-426F981C0E1A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31" creationId="{8C8EA54C-B9E8-CF8D-8A86-31D9C3C479BA}"/>
          </ac:spMkLst>
        </pc:spChg>
        <pc:spChg chg="mod">
          <ac:chgData name="Duncan Young" userId="0d05c5b8-70c0-48c4-9720-582aed650fb7" providerId="ADAL" clId="{89BBCCF8-D395-4E00-A7D8-D8153F2B3CC8}" dt="2026-08-13T09:53:34.904" v="1085" actId="6549"/>
          <ac:spMkLst>
            <pc:docMk/>
            <pc:sldMk cId="2810100116" sldId="2147469691"/>
            <ac:spMk id="34" creationId="{DA0BD83F-D205-EEDE-7D67-DE2C0D7A64E1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43" creationId="{3D64DEE0-16B7-A0CA-A702-E20DA88EDE90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46" creationId="{64472119-45F2-1CF0-77F0-353EB064B5BA}"/>
          </ac:spMkLst>
        </pc:spChg>
        <pc:spChg chg="mod">
          <ac:chgData name="Duncan Young" userId="0d05c5b8-70c0-48c4-9720-582aed650fb7" providerId="ADAL" clId="{89BBCCF8-D395-4E00-A7D8-D8153F2B3CC8}" dt="2026-08-13T09:52:40.255" v="1073" actId="255"/>
          <ac:spMkLst>
            <pc:docMk/>
            <pc:sldMk cId="2810100116" sldId="2147469691"/>
            <ac:spMk id="50" creationId="{2DEF6A6D-04FE-9A81-0E6D-D83C1111CEA9}"/>
          </ac:spMkLst>
        </pc:spChg>
        <pc:spChg chg="mod">
          <ac:chgData name="Duncan Young" userId="0d05c5b8-70c0-48c4-9720-582aed650fb7" providerId="ADAL" clId="{89BBCCF8-D395-4E00-A7D8-D8153F2B3CC8}" dt="2026-08-13T09:52:33.478" v="1072" actId="1038"/>
          <ac:spMkLst>
            <pc:docMk/>
            <pc:sldMk cId="2810100116" sldId="2147469691"/>
            <ac:spMk id="53" creationId="{4E8CF691-AC51-BE41-6159-63EAE45D9A58}"/>
          </ac:spMkLst>
        </pc:spChg>
        <pc:spChg chg="mod">
          <ac:chgData name="Duncan Young" userId="0d05c5b8-70c0-48c4-9720-582aed650fb7" providerId="ADAL" clId="{89BBCCF8-D395-4E00-A7D8-D8153F2B3CC8}" dt="2026-08-13T09:52:33.478" v="1072" actId="1038"/>
          <ac:spMkLst>
            <pc:docMk/>
            <pc:sldMk cId="2810100116" sldId="2147469691"/>
            <ac:spMk id="56" creationId="{900AD4BD-A27D-6284-0466-528B69DD4E63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59" creationId="{4A224CB4-89E1-09E8-DC09-D70252799C45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61" creationId="{97DD3350-C0AA-B68A-1611-276B8AFB5AD1}"/>
          </ac:spMkLst>
        </pc:spChg>
        <pc:spChg chg="mod">
          <ac:chgData name="Duncan Young" userId="0d05c5b8-70c0-48c4-9720-582aed650fb7" providerId="ADAL" clId="{89BBCCF8-D395-4E00-A7D8-D8153F2B3CC8}" dt="2026-08-13T09:52:40.255" v="1073" actId="255"/>
          <ac:spMkLst>
            <pc:docMk/>
            <pc:sldMk cId="2810100116" sldId="2147469691"/>
            <ac:spMk id="64" creationId="{D0BBE425-1100-020E-A50D-A4DEDD6C5FAB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74" creationId="{069A290F-60F3-84B0-41EF-7AC2EABF1A86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78" creationId="{3AC42A39-3C4D-1081-9B46-F8E0EA43A8FD}"/>
          </ac:spMkLst>
        </pc:spChg>
        <pc:spChg chg="mod">
          <ac:chgData name="Duncan Young" userId="0d05c5b8-70c0-48c4-9720-582aed650fb7" providerId="ADAL" clId="{89BBCCF8-D395-4E00-A7D8-D8153F2B3CC8}" dt="2026-08-13T09:52:40.255" v="1073" actId="255"/>
          <ac:spMkLst>
            <pc:docMk/>
            <pc:sldMk cId="2810100116" sldId="2147469691"/>
            <ac:spMk id="82" creationId="{3BF4D7E5-4E9A-34EC-7406-226343FF443C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90" creationId="{9F397BE7-43B1-CE64-55C6-6EE4EFF65B2F}"/>
          </ac:spMkLst>
        </pc:spChg>
        <pc:spChg chg="mod">
          <ac:chgData name="Duncan Young" userId="0d05c5b8-70c0-48c4-9720-582aed650fb7" providerId="ADAL" clId="{89BBCCF8-D395-4E00-A7D8-D8153F2B3CC8}" dt="2026-08-13T09:52:49.101" v="1074" actId="255"/>
          <ac:spMkLst>
            <pc:docMk/>
            <pc:sldMk cId="2810100116" sldId="2147469691"/>
            <ac:spMk id="94" creationId="{7B2CE89E-2017-A0E6-0B6F-306F8921D94C}"/>
          </ac:spMkLst>
        </pc:spChg>
        <pc:spChg chg="mod">
          <ac:chgData name="Duncan Young" userId="0d05c5b8-70c0-48c4-9720-582aed650fb7" providerId="ADAL" clId="{89BBCCF8-D395-4E00-A7D8-D8153F2B3CC8}" dt="2026-08-13T09:52:40.255" v="1073" actId="255"/>
          <ac:spMkLst>
            <pc:docMk/>
            <pc:sldMk cId="2810100116" sldId="2147469691"/>
            <ac:spMk id="98" creationId="{011ECED3-2D9F-FF87-8EBF-1D9565E0332A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02" creationId="{AB243BE4-4E5E-1174-4F4F-69F85450226E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06" creationId="{F4FCD4C4-7DE9-2620-0E1C-3C23D29EEACB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10" creationId="{0131AE63-549A-B907-8B19-46B890A96E69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13" creationId="{06725766-21B6-EDCE-A29C-276E3AFBBC30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15" creationId="{4DE329D6-8DD6-97B4-56A1-4F370EEA6DE0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17" creationId="{BF8348B3-D1FA-CD5A-13B1-6F15FD544B45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19" creationId="{1C71AC9D-4901-D451-FE03-BFCF13C9D384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21" creationId="{266417F5-DF86-E482-7F20-7C13B6205F95}"/>
          </ac:spMkLst>
        </pc:spChg>
        <pc:spChg chg="mod">
          <ac:chgData name="Duncan Young" userId="0d05c5b8-70c0-48c4-9720-582aed650fb7" providerId="ADAL" clId="{89BBCCF8-D395-4E00-A7D8-D8153F2B3CC8}" dt="2026-08-13T09:55:18.986" v="1092" actId="207"/>
          <ac:spMkLst>
            <pc:docMk/>
            <pc:sldMk cId="2810100116" sldId="2147469691"/>
            <ac:spMk id="123" creationId="{86411F78-F240-15FB-110F-A59A6222518F}"/>
          </ac:spMkLst>
        </pc:spChg>
      </pc:sldChg>
      <pc:sldChg chg="del">
        <pc:chgData name="Duncan Young" userId="0d05c5b8-70c0-48c4-9720-582aed650fb7" providerId="ADAL" clId="{89BBCCF8-D395-4E00-A7D8-D8153F2B3CC8}" dt="2026-08-13T09:56:40.234" v="1095" actId="47"/>
        <pc:sldMkLst>
          <pc:docMk/>
          <pc:sldMk cId="3544812700" sldId="2147469692"/>
        </pc:sldMkLst>
      </pc:sldChg>
      <pc:sldChg chg="del">
        <pc:chgData name="Duncan Young" userId="0d05c5b8-70c0-48c4-9720-582aed650fb7" providerId="ADAL" clId="{89BBCCF8-D395-4E00-A7D8-D8153F2B3CC8}" dt="2026-08-13T10:13:03.578" v="1198" actId="47"/>
        <pc:sldMkLst>
          <pc:docMk/>
          <pc:sldMk cId="1544614486" sldId="2147469694"/>
        </pc:sldMkLst>
      </pc:sldChg>
      <pc:sldChg chg="del">
        <pc:chgData name="Duncan Young" userId="0d05c5b8-70c0-48c4-9720-582aed650fb7" providerId="ADAL" clId="{89BBCCF8-D395-4E00-A7D8-D8153F2B3CC8}" dt="2026-08-13T10:13:14.111" v="1200" actId="47"/>
        <pc:sldMkLst>
          <pc:docMk/>
          <pc:sldMk cId="1133949124" sldId="2147469695"/>
        </pc:sldMkLst>
      </pc:sldChg>
      <pc:sldChg chg="del">
        <pc:chgData name="Duncan Young" userId="0d05c5b8-70c0-48c4-9720-582aed650fb7" providerId="ADAL" clId="{89BBCCF8-D395-4E00-A7D8-D8153F2B3CC8}" dt="2026-08-13T10:13:10.890" v="1199" actId="47"/>
        <pc:sldMkLst>
          <pc:docMk/>
          <pc:sldMk cId="3756851545" sldId="2147469696"/>
        </pc:sldMkLst>
      </pc:sldChg>
      <pc:sldChg chg="del">
        <pc:chgData name="Duncan Young" userId="0d05c5b8-70c0-48c4-9720-582aed650fb7" providerId="ADAL" clId="{89BBCCF8-D395-4E00-A7D8-D8153F2B3CC8}" dt="2026-08-13T10:13:18.181" v="1201" actId="47"/>
        <pc:sldMkLst>
          <pc:docMk/>
          <pc:sldMk cId="838887390" sldId="2147469697"/>
        </pc:sldMkLst>
      </pc:sldChg>
      <pc:sldChg chg="add">
        <pc:chgData name="Duncan Young" userId="0d05c5b8-70c0-48c4-9720-582aed650fb7" providerId="ADAL" clId="{89BBCCF8-D395-4E00-A7D8-D8153F2B3CC8}" dt="2026-08-13T09:28:58.454" v="762"/>
        <pc:sldMkLst>
          <pc:docMk/>
          <pc:sldMk cId="2089699225" sldId="2147469698"/>
        </pc:sldMkLst>
      </pc:sldChg>
      <pc:sldChg chg="add del">
        <pc:chgData name="Duncan Young" userId="0d05c5b8-70c0-48c4-9720-582aed650fb7" providerId="ADAL" clId="{89BBCCF8-D395-4E00-A7D8-D8153F2B3CC8}" dt="2026-08-13T08:56:29.655" v="546" actId="47"/>
        <pc:sldMkLst>
          <pc:docMk/>
          <pc:sldMk cId="2871606119" sldId="2147469698"/>
        </pc:sldMkLst>
      </pc:sldChg>
      <pc:sldChg chg="add del">
        <pc:chgData name="Duncan Young" userId="0d05c5b8-70c0-48c4-9720-582aed650fb7" providerId="ADAL" clId="{89BBCCF8-D395-4E00-A7D8-D8153F2B3CC8}" dt="2026-08-13T10:07:26.158" v="1153" actId="47"/>
        <pc:sldMkLst>
          <pc:docMk/>
          <pc:sldMk cId="2646633435" sldId="2147469699"/>
        </pc:sldMkLst>
      </pc:sldChg>
      <pc:sldChg chg="addSp delSp modSp add mod">
        <pc:chgData name="Duncan Young" userId="0d05c5b8-70c0-48c4-9720-582aed650fb7" providerId="ADAL" clId="{89BBCCF8-D395-4E00-A7D8-D8153F2B3CC8}" dt="2026-08-13T10:05:59.724" v="1142"/>
        <pc:sldMkLst>
          <pc:docMk/>
          <pc:sldMk cId="2964077123" sldId="2147469700"/>
        </pc:sldMkLst>
        <pc:spChg chg="mod">
          <ac:chgData name="Duncan Young" userId="0d05c5b8-70c0-48c4-9720-582aed650fb7" providerId="ADAL" clId="{89BBCCF8-D395-4E00-A7D8-D8153F2B3CC8}" dt="2026-08-13T10:05:59.724" v="1142"/>
          <ac:spMkLst>
            <pc:docMk/>
            <pc:sldMk cId="2964077123" sldId="2147469700"/>
            <ac:spMk id="8" creationId="{B7677107-0BE4-5D11-57F1-8EAC746B3345}"/>
          </ac:spMkLst>
        </pc:spChg>
        <pc:graphicFrameChg chg="del">
          <ac:chgData name="Duncan Young" userId="0d05c5b8-70c0-48c4-9720-582aed650fb7" providerId="ADAL" clId="{89BBCCF8-D395-4E00-A7D8-D8153F2B3CC8}" dt="2026-08-13T10:05:09.993" v="1136" actId="478"/>
          <ac:graphicFrameMkLst>
            <pc:docMk/>
            <pc:sldMk cId="2964077123" sldId="2147469700"/>
            <ac:graphicFrameMk id="2" creationId="{B3AAF5DA-512D-C780-B0A8-0181BF538F30}"/>
          </ac:graphicFrameMkLst>
        </pc:graphicFrameChg>
        <pc:graphicFrameChg chg="add mod">
          <ac:chgData name="Duncan Young" userId="0d05c5b8-70c0-48c4-9720-582aed650fb7" providerId="ADAL" clId="{89BBCCF8-D395-4E00-A7D8-D8153F2B3CC8}" dt="2026-08-13T10:05:28.793" v="1138" actId="1076"/>
          <ac:graphicFrameMkLst>
            <pc:docMk/>
            <pc:sldMk cId="2964077123" sldId="2147469700"/>
            <ac:graphicFrameMk id="3" creationId="{76FF5F0C-8B72-C9C0-6F97-92570A6AFF16}"/>
          </ac:graphicFrameMkLst>
        </pc:graphicFrameChg>
      </pc:sldChg>
      <pc:sldChg chg="addSp delSp modSp add mod ord">
        <pc:chgData name="Duncan Young" userId="0d05c5b8-70c0-48c4-9720-582aed650fb7" providerId="ADAL" clId="{89BBCCF8-D395-4E00-A7D8-D8153F2B3CC8}" dt="2026-08-13T10:07:40.181" v="1156"/>
        <pc:sldMkLst>
          <pc:docMk/>
          <pc:sldMk cId="1370141968" sldId="2147469701"/>
        </pc:sldMkLst>
        <pc:spChg chg="mod">
          <ac:chgData name="Duncan Young" userId="0d05c5b8-70c0-48c4-9720-582aed650fb7" providerId="ADAL" clId="{89BBCCF8-D395-4E00-A7D8-D8153F2B3CC8}" dt="2026-08-13T10:06:35.607" v="1147"/>
          <ac:spMkLst>
            <pc:docMk/>
            <pc:sldMk cId="1370141968" sldId="2147469701"/>
            <ac:spMk id="8" creationId="{D5B832DB-CF89-BCCB-D07F-7D19FEB04A9A}"/>
          </ac:spMkLst>
        </pc:spChg>
        <pc:graphicFrameChg chg="add mod">
          <ac:chgData name="Duncan Young" userId="0d05c5b8-70c0-48c4-9720-582aed650fb7" providerId="ADAL" clId="{89BBCCF8-D395-4E00-A7D8-D8153F2B3CC8}" dt="2026-08-13T10:06:22.755" v="1146" actId="1076"/>
          <ac:graphicFrameMkLst>
            <pc:docMk/>
            <pc:sldMk cId="1370141968" sldId="2147469701"/>
            <ac:graphicFrameMk id="2" creationId="{B8D74201-BF80-3AC3-0D97-102F54595D4A}"/>
          </ac:graphicFrameMkLst>
        </pc:graphicFrameChg>
        <pc:graphicFrameChg chg="del">
          <ac:chgData name="Duncan Young" userId="0d05c5b8-70c0-48c4-9720-582aed650fb7" providerId="ADAL" clId="{89BBCCF8-D395-4E00-A7D8-D8153F2B3CC8}" dt="2026-08-13T10:06:17.943" v="1144" actId="478"/>
          <ac:graphicFrameMkLst>
            <pc:docMk/>
            <pc:sldMk cId="1370141968" sldId="2147469701"/>
            <ac:graphicFrameMk id="3" creationId="{F7C4058E-FC8E-3723-079C-8B1ED3C74C4F}"/>
          </ac:graphicFrameMkLst>
        </pc:graphicFrameChg>
      </pc:sldChg>
      <pc:sldChg chg="addSp delSp modSp add mod ord">
        <pc:chgData name="Duncan Young" userId="0d05c5b8-70c0-48c4-9720-582aed650fb7" providerId="ADAL" clId="{89BBCCF8-D395-4E00-A7D8-D8153F2B3CC8}" dt="2026-08-13T10:07:43.812" v="1158"/>
        <pc:sldMkLst>
          <pc:docMk/>
          <pc:sldMk cId="4204240958" sldId="2147469702"/>
        </pc:sldMkLst>
        <pc:spChg chg="mod">
          <ac:chgData name="Duncan Young" userId="0d05c5b8-70c0-48c4-9720-582aed650fb7" providerId="ADAL" clId="{89BBCCF8-D395-4E00-A7D8-D8153F2B3CC8}" dt="2026-08-13T10:07:06.957" v="1151"/>
          <ac:spMkLst>
            <pc:docMk/>
            <pc:sldMk cId="4204240958" sldId="2147469702"/>
            <ac:spMk id="8" creationId="{A4ECB2E8-C367-CE50-B99B-703BAE054FEA}"/>
          </ac:spMkLst>
        </pc:spChg>
        <pc:graphicFrameChg chg="del">
          <ac:chgData name="Duncan Young" userId="0d05c5b8-70c0-48c4-9720-582aed650fb7" providerId="ADAL" clId="{89BBCCF8-D395-4E00-A7D8-D8153F2B3CC8}" dt="2026-08-13T10:06:53.909" v="1149" actId="478"/>
          <ac:graphicFrameMkLst>
            <pc:docMk/>
            <pc:sldMk cId="4204240958" sldId="2147469702"/>
            <ac:graphicFrameMk id="2" creationId="{64F7E6C7-D6CC-7399-E3E9-CD946CDB2718}"/>
          </ac:graphicFrameMkLst>
        </pc:graphicFrameChg>
        <pc:graphicFrameChg chg="add mod">
          <ac:chgData name="Duncan Young" userId="0d05c5b8-70c0-48c4-9720-582aed650fb7" providerId="ADAL" clId="{89BBCCF8-D395-4E00-A7D8-D8153F2B3CC8}" dt="2026-08-13T10:06:56.349" v="1150"/>
          <ac:graphicFrameMkLst>
            <pc:docMk/>
            <pc:sldMk cId="4204240958" sldId="2147469702"/>
            <ac:graphicFrameMk id="3" creationId="{B464B548-7FD2-44DA-C0B3-E76ABA89F53C}"/>
          </ac:graphicFrameMkLst>
        </pc:graphicFrameChg>
      </pc:sldChg>
      <pc:sldChg chg="add del ord">
        <pc:chgData name="Duncan Young" userId="0d05c5b8-70c0-48c4-9720-582aed650fb7" providerId="ADAL" clId="{89BBCCF8-D395-4E00-A7D8-D8153F2B3CC8}" dt="2026-08-13T10:08:10.019" v="1161" actId="47"/>
        <pc:sldMkLst>
          <pc:docMk/>
          <pc:sldMk cId="4135942529" sldId="214746970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theme" Target="../theme/theme3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F0BA78-90CB-6716-BAB4-5230A3DF17B2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71BA2-0175-825B-7350-4BA121125589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ADDA5-687F-4CA2-A9AF-6B9BF327A4DD}" type="datetimeFigureOut">
              <a:rPr lang="en-US" altLang="ja-JP" sz="1000" smtClean="0"/>
              <a:t>8/13/2026</a:t>
            </a:fld>
            <a:endParaRPr lang="ja-JP" alt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0FE2-FFF9-F3D2-3B9E-E27FF1500339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6A66D-1FFF-1678-14DB-F9428C5D4D3D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58B59-2E2E-46A0-90ED-1E61FADAB3B5}" type="slidenum">
              <a:rPr lang="en-US" altLang="ja-JP" sz="1000" smtClean="0"/>
              <a:t>‹#›</a:t>
            </a:fld>
            <a:endParaRPr lang="ja-JP" altLang="en-US" sz="1000"/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11072DBC-7458-B0A5-006F-9A77FFDFD51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1FC228-DC72-A1A7-7565-634640A96F6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912B6C-CE3F-D459-6033-7479C9BD4A6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59C4B25-13DC-8240-8FB3-29757822D93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B32314-27A9-7F76-DF92-20FF4AE6A54E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F5F5B2-78CC-8E92-C577-13AF3D69C06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209272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2" Type="http://schemas.openxmlformats.org/officeDocument/2006/relationships/tags" Target="../tags/tag217.xml"/><Relationship Id="rId1" Type="http://schemas.openxmlformats.org/officeDocument/2006/relationships/theme" Target="../theme/theme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281846C-643F-4F0E-9EC5-8D1A801D89C6}" type="datetimeFigureOut">
              <a:rPr lang="en-US" altLang="ja-JP" smtClean="0"/>
              <a:pPr/>
              <a:t>8/13/2026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1691229" y="945883"/>
            <a:ext cx="3475541" cy="19549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3449533"/>
            <a:ext cx="5486400" cy="49662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E33A13B3-A3CB-4EE5-AF82-764F8AB15C6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8" name="LOGO RED">
            <a:extLst>
              <a:ext uri="{FF2B5EF4-FFF2-40B4-BE49-F238E27FC236}">
                <a16:creationId xmlns:a16="http://schemas.microsoft.com/office/drawing/2014/main" id="{AB799E2B-D3C9-AFAE-EDB1-D544666556C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1B57B5-583B-5F3A-D9A6-B2A0A94A862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579C19-6679-A34E-F94B-387A1728815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C01044-50B1-C740-5BF1-3248541990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477F87-3264-58A2-D634-FDCE09153A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FCB32D-1342-0DF1-099E-4A864AAFCE2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744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A101-392C-E384-736E-969EA06A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2C3FA-0015-8E5D-E0BF-27A3F5E07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A7D41-F738-4DB3-9274-BD8AC4784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006B5-B37D-2B33-FDC9-F890B547F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830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8F4EA-BAE6-BF06-515B-CCC5536A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61005-1900-9AF6-A329-388973DFC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FFCE0-DE0E-DD86-13CC-AE43F30F7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3847C-F4FC-4835-80DF-D061F62E9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438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B37F-DEC6-92E6-2BE6-9BDE02EB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37D89-F24D-D7D1-8983-88EED9AD7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1BA39-01DB-A50E-BB50-7BC0F990C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40C61-7A3F-E132-47FF-18D94A239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736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A484-4ACE-5B04-A677-6BC5B38E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C3652-E431-A625-701B-28DA8C19C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DA8D0-0D37-7450-7189-9D9A74CE1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F256E-7790-BDF1-D4F2-17C7902D5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619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0962-5348-F545-214A-DB7D9059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C48A5-D1D0-C266-8C68-ADBDBAAAE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8AE5D-36C0-5261-6490-28D804256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3F64B-5208-BDDC-89E3-8B5E1789A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635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C8DE-55D2-4565-12D2-A95078E4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5CB96-C798-3181-CE60-E0FB61DC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49A64-CCBB-71F3-1E19-A28C04D96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B2A45-DE29-27AA-8963-C8F5CE8AF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064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40AC-0B9B-176E-2C39-A53F288F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4EF81-A329-EC2B-AA7E-CDF900E32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F9964-8715-2E11-F072-59F227A69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CEAE3-8B9E-D318-59F6-D9FCDB5BE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449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50060-33CD-8C86-551A-DDA78C5C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FBE3E-1DF2-4859-925C-A0B1E50C4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1D4A0-E509-5F57-FEC5-AF76E6A16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232F2-52D7-FE76-BB7E-832A6B0FE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990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B7472-AFA9-91C9-7A1C-34CED38D8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5D617-0331-DE0F-0A44-2A45FD597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920AF-D716-327F-D06B-4572A0256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507FC-D6E8-B285-23A3-0DDCD0392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274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B8B0-8BD5-E1B1-86A9-71F1507D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9A832-358C-C377-460F-9AC5E0077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45853-1C59-4CA7-74C6-47334B9C5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C1BEF-FAAD-2528-5FD7-096001A54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6703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8155-40F7-CD06-7529-C99B0C7C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0B6E6-161B-CA16-858A-5AF3438EC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4F03E-7A40-70D5-D5BA-C9FAD5426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F393A-79E6-EDE3-C96B-72CFE2C20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936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67A1-2311-F0F4-39A8-946D0DB65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0DA7C-2616-B1A7-4CA8-07C6CB385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B4A9A-D87C-2CE3-E340-FFD8D6E3F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4DC7-52D8-B41C-2B08-C7E775336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115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DF36-E86C-C184-8510-E1324EA8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FE890-255B-A736-1085-BF348D78B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C3026-9B3F-B6E0-983B-D24FDF93D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54BC7-50D5-1191-B53C-075F9D0F2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717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206A-9040-C111-B8A9-A1DFC0FA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8ACCB-D311-A1FB-690A-6F8509626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B2AA2-51AB-8249-3A70-4FB23E2B3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63FA3-B6A5-0F3D-EB05-56381C9C6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544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F1CD-8DDE-53D5-79CB-193F4EA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E2659-08A5-A4B9-50F0-F6A48A186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22CDA-94F6-A0DB-B3AE-D2845274B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51BFD-B3E0-1FD3-7B00-F8A2B5F4D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693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4D08-DD54-755F-9408-2512B042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A2BA0-1D50-DA56-2049-B946E04A5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8E313-0BF5-99D6-A12E-468945F83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BA881-9313-97AE-534E-F998EC00B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594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08C84-D695-286A-6DFB-BD78099D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B8726-D014-84EF-2A4C-F77161918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D9C52-16F5-84C9-2029-EAF2E70FB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4281F-0103-AAD8-D4EA-A7715FAB8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01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.xml"/><Relationship Id="rId7" Type="http://schemas.openxmlformats.org/officeDocument/2006/relationships/image" Target="../media/image1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10" Type="http://schemas.openxmlformats.org/officeDocument/2006/relationships/image" Target="../media/image3.svg"/><Relationship Id="rId4" Type="http://schemas.openxmlformats.org/officeDocument/2006/relationships/tags" Target="../tags/tag13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image" Target="../media/image3.sv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2.svg"/><Relationship Id="rId5" Type="http://schemas.openxmlformats.org/officeDocument/2006/relationships/tags" Target="../tags/tag3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5.xml"/><Relationship Id="rId9" Type="http://schemas.openxmlformats.org/officeDocument/2006/relationships/tags" Target="../tags/tag4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10" Type="http://schemas.openxmlformats.org/officeDocument/2006/relationships/image" Target="../media/image3.svg"/><Relationship Id="rId4" Type="http://schemas.openxmlformats.org/officeDocument/2006/relationships/tags" Target="../tags/tag44.xml"/><Relationship Id="rId9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10" Type="http://schemas.openxmlformats.org/officeDocument/2006/relationships/image" Target="../media/image3.svg"/><Relationship Id="rId4" Type="http://schemas.openxmlformats.org/officeDocument/2006/relationships/tags" Target="../tags/tag50.xml"/><Relationship Id="rId9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3.svg"/><Relationship Id="rId4" Type="http://schemas.openxmlformats.org/officeDocument/2006/relationships/tags" Target="../tags/tag56.xml"/><Relationship Id="rId9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3.svg"/><Relationship Id="rId4" Type="http://schemas.openxmlformats.org/officeDocument/2006/relationships/tags" Target="../tags/tag62.xml"/><Relationship Id="rId9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8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image" Target="../media/image9.sv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0.sv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0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7" Type="http://schemas.openxmlformats.org/officeDocument/2006/relationships/image" Target="../media/image12.sv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9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6.sv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7" Type="http://schemas.openxmlformats.org/officeDocument/2006/relationships/image" Target="../media/image12.svg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7" Type="http://schemas.openxmlformats.org/officeDocument/2006/relationships/image" Target="../media/image6.svg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tags" Target="../tags/tag17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1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10" Type="http://schemas.openxmlformats.org/officeDocument/2006/relationships/image" Target="../media/image5.svg"/><Relationship Id="rId4" Type="http://schemas.openxmlformats.org/officeDocument/2006/relationships/tags" Target="../tags/tag187.xml"/><Relationship Id="rId9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10" Type="http://schemas.openxmlformats.org/officeDocument/2006/relationships/image" Target="../media/image6.svg"/><Relationship Id="rId4" Type="http://schemas.openxmlformats.org/officeDocument/2006/relationships/tags" Target="../tags/tag195.xml"/><Relationship Id="rId9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0.xml"/><Relationship Id="rId4" Type="http://schemas.openxmlformats.org/officeDocument/2006/relationships/image" Target="../media/image2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1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image" Target="../media/image2.svg"/><Relationship Id="rId5" Type="http://schemas.openxmlformats.org/officeDocument/2006/relationships/tags" Target="../tags/tag206.xml"/><Relationship Id="rId10" Type="http://schemas.openxmlformats.org/officeDocument/2006/relationships/image" Target="../media/image1.svg"/><Relationship Id="rId4" Type="http://schemas.openxmlformats.org/officeDocument/2006/relationships/tags" Target="../tags/tag205.xml"/><Relationship Id="rId9" Type="http://schemas.openxmlformats.org/officeDocument/2006/relationships/image" Target="../media/image16.sv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10" Type="http://schemas.openxmlformats.org/officeDocument/2006/relationships/image" Target="../media/image9.svg"/><Relationship Id="rId4" Type="http://schemas.openxmlformats.org/officeDocument/2006/relationships/tags" Target="../tags/tag212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Intro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908C39C-20D9-C1AE-3AF7-BF60ABC2BCDB}"/>
              </a:ext>
            </a:extLst>
          </p:cNvPr>
          <p:cNvSpPr/>
          <p:nvPr userDrawn="1"/>
        </p:nvSpPr>
        <p:spPr>
          <a:xfrm>
            <a:off x="0" y="6383734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3D07AA-59AE-F6B7-D242-02D2D6FC51A2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0" name="Lines locked">
            <a:extLst>
              <a:ext uri="{FF2B5EF4-FFF2-40B4-BE49-F238E27FC236}">
                <a16:creationId xmlns:a16="http://schemas.microsoft.com/office/drawing/2014/main" id="{F67FE508-3830-9902-E356-983AED62310A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97200"/>
            <a:ext cx="12192000" cy="3064803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53C9551-6F6E-0A0F-ADB5-07A7CBCB151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D708CF01-DE81-2B96-B06E-68D3EBBCF51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A3D21425-E4F5-BA03-474C-634D8486FCC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id="{9CB8B1BA-77D6-DC8F-4FB3-8865EE53647B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8">
              <a:extLst>
                <a:ext uri="{FF2B5EF4-FFF2-40B4-BE49-F238E27FC236}">
                  <a16:creationId xmlns:a16="http://schemas.microsoft.com/office/drawing/2014/main" id="{D030864B-0F9B-6746-C7BC-71EADCBCBCB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9">
              <a:extLst>
                <a:ext uri="{FF2B5EF4-FFF2-40B4-BE49-F238E27FC236}">
                  <a16:creationId xmlns:a16="http://schemas.microsoft.com/office/drawing/2014/main" id="{7013969C-746A-E6E4-1BF7-DE8C1165F8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0">
              <a:extLst>
                <a:ext uri="{FF2B5EF4-FFF2-40B4-BE49-F238E27FC236}">
                  <a16:creationId xmlns:a16="http://schemas.microsoft.com/office/drawing/2014/main" id="{BBE85AFA-3329-2D8B-E57C-B7BAAB975F6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802953B5-2C95-1400-CCFC-CA2BE75E6C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Logo ISUZU GROUP">
            <a:extLst>
              <a:ext uri="{FF2B5EF4-FFF2-40B4-BE49-F238E27FC236}">
                <a16:creationId xmlns:a16="http://schemas.microsoft.com/office/drawing/2014/main" id="{0A1AC8C0-B0DF-5EB5-B8D1-D1B625AF406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723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Intro -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04CACB78-F145-CCD3-C94E-42968604B927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D2641F76-BA10-207F-18FC-B54093DBB52D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F3B74E68-3BB9-E2F0-E168-57BA58530B5D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BA00D4DA-1DBD-CD92-6AEE-A77F06D8515E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BC6DCA0A-34BC-3633-D2DC-4B1A1F15DCF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1EE1E8DC-4741-59F2-A8E6-298ECF2113C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74F83E0D-01EF-7069-2D94-C62DE4FBC4FF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D1D9E5A-8933-E89E-ED6D-EAF0796E45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CF2E09C8-5701-0216-6D7A-C912342756F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AAB9B8E5-4885-3A73-E68B-AF083B0730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2439F794-4FCA-C0D2-50C2-BE58C0D6B0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BA01A36E-7597-E539-C829-E80A72D63800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CC4D5812-E907-84D8-6980-29394C9031E7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3104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Intro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61CB4AEE-A8F6-0A59-6370-5F8EDCC0863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0559B8ED-E8EC-BD7C-95E5-3DD3F053D826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3D4C52BD-F63C-DE34-7DA8-63082B32CEAC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04D936A5-1222-BA67-8DA2-1EA0BAD68A74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4AF0AB7-CFFA-EDE3-7487-128BEA647526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8ED1AA4-B47C-6727-B932-89897A7B77A8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B0A5A0A6-4D21-88DD-230F-43AA227C7637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E4B9F16-8B29-16B7-FC6A-666A69766D1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26B37C67-1164-37CE-99B5-42F168F6284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9EF7511A-1B6F-89F4-FAFD-59E22DD0A204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B8253061-C7BC-B14A-819C-1028890CAAB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F2469B7B-E942-BD44-AFFF-7B0D88D6E546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9598EB09-A4E7-966C-0B1B-A068B46F0A0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0555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Intro - Red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184176-FD9C-7D44-D04F-A7BCD747E8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3" name="Swirl Locked">
            <a:extLst>
              <a:ext uri="{FF2B5EF4-FFF2-40B4-BE49-F238E27FC236}">
                <a16:creationId xmlns:a16="http://schemas.microsoft.com/office/drawing/2014/main" id="{B9CFDEC6-D613-779F-38D5-4342A03080A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9AFC8E-90B8-5EAE-CAA6-F0671E1A679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3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3DD10703-BFB7-BA06-D79E-0E466DC91DCB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1" name="LOGO RED">
            <a:extLst>
              <a:ext uri="{FF2B5EF4-FFF2-40B4-BE49-F238E27FC236}">
                <a16:creationId xmlns:a16="http://schemas.microsoft.com/office/drawing/2014/main" id="{676CD286-833A-B6E2-8F5E-6B14694E1327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F2A69CE2-34C0-30DB-BA6B-987F20FAAFA2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4906BA23-992C-22DD-AC9A-24F3E85D064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CA0FB64B-E80E-4232-A797-DEB90F49D9B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6AD1A22E-AA84-8E4E-D00D-BDD257FF2417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0">
              <a:extLst>
                <a:ext uri="{FF2B5EF4-FFF2-40B4-BE49-F238E27FC236}">
                  <a16:creationId xmlns:a16="http://schemas.microsoft.com/office/drawing/2014/main" id="{7E8D1ECF-DB51-1F21-121B-FB9CA529C9E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3" name="Logo ISUZU GROUP">
            <a:extLst>
              <a:ext uri="{FF2B5EF4-FFF2-40B4-BE49-F238E27FC236}">
                <a16:creationId xmlns:a16="http://schemas.microsoft.com/office/drawing/2014/main" id="{36A20C74-B1A7-1C8F-52FE-7695F2FB7DAD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6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4797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Intro - Blu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E073B85-40ED-7765-75EF-AF816BBF208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A21C5C6E-FDCB-487C-C3C5-FF3E86349BF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9F537AC7-658C-D162-6007-1E9565B7A8E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43" name="LOGO RED">
            <a:extLst>
              <a:ext uri="{FF2B5EF4-FFF2-40B4-BE49-F238E27FC236}">
                <a16:creationId xmlns:a16="http://schemas.microsoft.com/office/drawing/2014/main" id="{7BB6A81C-59AF-1A7F-1F70-2823C6E2CD8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83C764B0-72E9-0200-59D3-615D264EAE3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27">
              <a:extLst>
                <a:ext uri="{FF2B5EF4-FFF2-40B4-BE49-F238E27FC236}">
                  <a16:creationId xmlns:a16="http://schemas.microsoft.com/office/drawing/2014/main" id="{1B376E21-E84C-BDA4-9E24-F43B5749F68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28">
              <a:extLst>
                <a:ext uri="{FF2B5EF4-FFF2-40B4-BE49-F238E27FC236}">
                  <a16:creationId xmlns:a16="http://schemas.microsoft.com/office/drawing/2014/main" id="{02D5C511-4AD3-1E2A-1BBF-4B94EB7BAC4D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29">
              <a:extLst>
                <a:ext uri="{FF2B5EF4-FFF2-40B4-BE49-F238E27FC236}">
                  <a16:creationId xmlns:a16="http://schemas.microsoft.com/office/drawing/2014/main" id="{398C2C81-8C5B-76F1-22D5-DC6AC362A8C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30">
              <a:extLst>
                <a:ext uri="{FF2B5EF4-FFF2-40B4-BE49-F238E27FC236}">
                  <a16:creationId xmlns:a16="http://schemas.microsoft.com/office/drawing/2014/main" id="{0CA427C0-4023-3500-CBFE-0D1707219FF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9" name="Logo ISUZU GROUP">
            <a:extLst>
              <a:ext uri="{FF2B5EF4-FFF2-40B4-BE49-F238E27FC236}">
                <a16:creationId xmlns:a16="http://schemas.microsoft.com/office/drawing/2014/main" id="{AB84F571-B13A-7E3A-F24D-EC81F9B3121C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46649C2D-FFF2-49F8-90B7-96CFAF91C5B3}"/>
              </a:ext>
            </a:extLst>
          </p:cNvPr>
          <p:cNvGrpSpPr/>
          <p:nvPr userDrawn="1">
            <p:custDataLst>
              <p:tags r:id="rId6"/>
            </p:custDataLst>
          </p:nvPr>
        </p:nvGrpSpPr>
        <p:grpSpPr>
          <a:xfrm>
            <a:off x="0" y="3695341"/>
            <a:ext cx="12193209" cy="3162659"/>
            <a:chOff x="0" y="3699103"/>
            <a:chExt cx="12193209" cy="3162659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652CF7D2-44A5-085F-4CB4-7C7165D6647A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2C2DD17B-9DC9-16E4-3846-B2155A9FAC62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5">
              <a:extLst>
                <a:ext uri="{FF2B5EF4-FFF2-40B4-BE49-F238E27FC236}">
                  <a16:creationId xmlns:a16="http://schemas.microsoft.com/office/drawing/2014/main" id="{1EBC45D8-6C0A-F2AE-F9B9-9764B9E35FDC}"/>
                </a:ext>
              </a:extLst>
            </p:cNvPr>
            <p:cNvSpPr/>
            <p:nvPr userDrawn="1">
              <p:custDataLst>
                <p:tags r:id="rId9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534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Intro - Red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1" name="Swirl Locked">
            <a:extLst>
              <a:ext uri="{FF2B5EF4-FFF2-40B4-BE49-F238E27FC236}">
                <a16:creationId xmlns:a16="http://schemas.microsoft.com/office/drawing/2014/main" id="{1F381FEE-8E63-7CD6-E3CC-BC2A3EDFE25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</p:spTree>
    <p:extLst>
      <p:ext uri="{BB962C8B-B14F-4D97-AF65-F5344CB8AC3E}">
        <p14:creationId xmlns:p14="http://schemas.microsoft.com/office/powerpoint/2010/main" val="93078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 Intro - Red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ED771AD-A64E-2A03-C862-3E55A9C4E93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889FAF5-7AC5-C6FC-5E2B-AB33DC2AA073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396B22A5-DA25-A831-F2B2-2ACBA2887A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BC0041CD-D4F8-6ECC-A104-A945A55CF40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1884800-C0A3-CE77-2AC4-08E7D10843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7" name="Logo ISUZU GROUP">
            <a:extLst>
              <a:ext uri="{FF2B5EF4-FFF2-40B4-BE49-F238E27FC236}">
                <a16:creationId xmlns:a16="http://schemas.microsoft.com/office/drawing/2014/main" id="{949EAAC2-57E6-F525-52DE-8E3C83C69A59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776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 Intro - Blu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0" name="Swirl Locked">
            <a:extLst>
              <a:ext uri="{FF2B5EF4-FFF2-40B4-BE49-F238E27FC236}">
                <a16:creationId xmlns:a16="http://schemas.microsoft.com/office/drawing/2014/main" id="{9E7F9BD1-2AAD-9AD7-E744-920B665A26F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9413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 Intro - Blu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D91F24B3-F07E-E64C-A785-3CCB0344DB4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Swirl Locked">
            <a:extLst>
              <a:ext uri="{FF2B5EF4-FFF2-40B4-BE49-F238E27FC236}">
                <a16:creationId xmlns:a16="http://schemas.microsoft.com/office/drawing/2014/main" id="{E0F15026-6184-A986-FF59-9369B74E9BA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5F10EBB-9A88-B7A7-1B08-8884C5512638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B5EB7971-0020-30F5-0DD1-28E1FC106BC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4E89846-739C-C28F-B6B1-B9C87B66716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0EA28C34-5276-ED46-6CA9-92B3A9F1AB82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4700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To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868D06-771D-4147-3C89-0A5D6188153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Lines Locked">
            <a:extLst>
              <a:ext uri="{FF2B5EF4-FFF2-40B4-BE49-F238E27FC236}">
                <a16:creationId xmlns:a16="http://schemas.microsoft.com/office/drawing/2014/main" id="{6497DA9D-4B07-7DAF-6752-29F401ED7997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2279642" y="2567027"/>
            <a:ext cx="6857999" cy="1723951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D4C8BC0D-535F-1CA2-14D5-8BC02A47E2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6263B7D-4CB1-8A08-53FA-61EBDE58467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667F77-52E8-2872-DE79-26B333A9121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766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ToC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wirl Locked">
            <a:extLst>
              <a:ext uri="{FF2B5EF4-FFF2-40B4-BE49-F238E27FC236}">
                <a16:creationId xmlns:a16="http://schemas.microsoft.com/office/drawing/2014/main" id="{568E3E55-F4A5-3FA9-4E00-4E7534A19CBA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209B29BD-3EA5-FA35-6E92-54D58354920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665D82C6-5E46-A233-A86C-52E900CC23C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99C363D3-4FE8-9360-32BC-00CA39F52BE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Title 6">
            <a:extLst>
              <a:ext uri="{FF2B5EF4-FFF2-40B4-BE49-F238E27FC236}">
                <a16:creationId xmlns:a16="http://schemas.microsoft.com/office/drawing/2014/main" id="{2C806783-2618-0C42-985C-78FA2C0843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CA7D30C-B39C-6E45-2110-A4B5009FFFDF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595F35-D759-104A-554A-B232AFBA544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9532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ToC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ked">
            <a:extLst>
              <a:ext uri="{FF2B5EF4-FFF2-40B4-BE49-F238E27FC236}">
                <a16:creationId xmlns:a16="http://schemas.microsoft.com/office/drawing/2014/main" id="{E0974985-8BDB-B28D-F193-B71979F13D05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65C72D6B-2A48-0A69-C499-B3208745699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3E2BB04E-0434-6A5F-5BC4-739D377C4EA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96AD288-79D7-65DA-78D4-6BACB4C47CB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8" name="Title 6">
            <a:extLst>
              <a:ext uri="{FF2B5EF4-FFF2-40B4-BE49-F238E27FC236}">
                <a16:creationId xmlns:a16="http://schemas.microsoft.com/office/drawing/2014/main" id="{E5C851E5-C86C-60A3-0A02-2429FF7933B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C8B85A9D-30D5-A72B-03F1-65DE470A115D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CE8FA6-8A43-3817-6BD3-1E715D9EDE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9617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Chapt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5C17AE5C-CA5D-29BA-2770-6135ABBF176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B5091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DFB1040D-CC45-E18B-6DDD-D7306EB09FF7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0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4E7BC9-9FD5-9217-6AD6-4196B54CA65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752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Chapt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olor 4">
            <a:extLst>
              <a:ext uri="{FF2B5EF4-FFF2-40B4-BE49-F238E27FC236}">
                <a16:creationId xmlns:a16="http://schemas.microsoft.com/office/drawing/2014/main" id="{3DA5557C-E058-9A1B-D5B0-733BC1700FD5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00266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C0233031-230C-DA82-EEF2-7B26FAEFCE3B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-15383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7691C5-9D1D-97C3-835A-61A1FCA1BB9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74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Chapter - Red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C0FB7F5-5864-79B4-142F-D30C62FAE3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CF6419C-CB04-3BB8-CCB2-635AC3F35A12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54720B-F73A-A501-42D0-21E6A07CE4E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B3D184C-527C-EC75-4AA5-0AC7E6C5D2E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9FE5F715-89EB-A8FB-2D2E-EA8BEC9AD334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831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 Chapter - Blue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98A11EE-460D-6559-0017-5D84D545E44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03A479DD-95E5-1C8B-D864-0AB29400F4B9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4A571C4-4D31-D173-F041-72701864667F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3584D62-8455-C6C5-2C94-2413CA6CD42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85F825F1-AE64-3E33-509B-7194EDEA298F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474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Content - Red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E7154BA-BA7F-A234-44F8-8341BE7D4DF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60770129-267A-C977-51EF-8652222538C9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59F3EF14-2548-345B-DEF8-247C84141C4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90C1F0-3320-2F5F-7546-50D91CC6841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32DC8B-9619-34B0-DA00-20E629D7AF18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C07084-AFDE-2C8E-466E-BE2226D2F8F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D7D464A-25F1-E274-D7DC-2C7D023E3FB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389B50F-A6C5-43DD-B54E-5911B9CD9B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91B5D1-4E0C-8668-FD18-7FFF163B3EC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8CAD-FD0E-1DE9-7208-D34DEAD51D0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0327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Content - Blue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652AE0B-7B9F-EB88-6744-8470770B874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9FC68AC8-56D4-5277-086D-EC798597B28C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F1735E8D-E7F4-D4FF-A47E-7EF4F78E1C7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2D0A98-E556-5892-B381-503254ADADCE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B2AE9-7A1C-3EFA-A949-1E51887838F9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2B95D8-9587-2ED3-65BB-8C1910C417B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F9F478-9FD7-1328-6DA0-D75C316A3B5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FED1AD4-4F49-2096-439E-F08E65A4C7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260DF2-0D0D-FA9B-ABD9-FF88C229B359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00266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C57D0F-4723-D185-6E9A-571398BDA0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4849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Content - Red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0CB287-6B11-0281-2980-D7A58D79CDE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4895D6BE-CA90-C7FB-555B-4AEE30AAAA8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C8B4A9E-ABE7-7412-0D2F-82D4C6999B23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8D06B6F-734F-2C4F-AFC4-E57AB2929DA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0360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Content - Blue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EB2FB9-0D78-9D89-F603-E214D2334DFE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F328A3C-A6C7-7893-2917-7B6DF46496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>
            <a:lvl1pPr>
              <a:defRPr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8CD858-7918-EFA6-44C2-FBD282B6F5B6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EB5280-9E5F-3974-1807-5836370C06B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8373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 Content - Red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AF86E-1EC9-D3FD-1F00-49AE6C22B0A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2E3B6BA-F758-3D5E-5F55-41F02DCAA90A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5CAE5929-D15F-38A7-AA5E-89958F2AC86B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3AC62D4E-1069-6EB0-79C9-6C82F48E705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7F5762D3-8F19-A86F-0A2A-AD5F9995194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D1F9DFD6-DC24-7B8C-9D0D-92E8A6769F6B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DE91A95E-49B1-62A7-B6EF-31DD83A6E291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C6D5FA6F-9167-D231-9C77-D78236E8B047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1EA1618-506C-22D4-BF96-48271B214ED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23D74A6-54D4-CDDF-FF12-E7FE260D7CA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103593-214C-B16F-1D1D-5312189A5F27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719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6 Content - Blue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B1A7B4-C90B-5174-1E18-489F4C9F1216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40D543-9FD2-04C8-8230-253D9B4D8D32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27E896B1-DDFF-2917-33A4-41974FF41CAA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E88779C5-8006-E264-C412-A6D4D8331B6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C411DA21-17AA-E315-72C6-0FCF4A9EB364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636FB7E2-7087-8579-7E48-BB43079D376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954D36C4-63EF-F55E-8E18-848E87B8CED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38D6AF16-2077-10B4-321E-E591A0BC0B83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6CBA4E6-9222-A131-2B39-13F8355932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D8EC7F7-71D9-BB94-7D9B-CDF63FE0869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009649-17B7-3ED0-CF23-A3B4C108B76E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42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7 Content - 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AC64CF-1299-C15C-FC48-420729449EF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EFC0F43E-3187-0C9B-4850-8079E4A838D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2AAFDEAE-1A99-5DB9-801C-798CA9CA0FE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360DB9-2039-F224-83A2-05E319B4927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E377815F-FD13-8E44-7C90-F69CA0024926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BC096D12-1469-4702-5122-1BF481D021B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A83E24C6-9106-E91F-417C-663D75582D1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0E3DA47C-B0BE-7CBE-67AC-5203509064C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455B15-4F69-02F2-00C1-CB4527EF23A8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7577CDC-5F30-9BCB-642A-A8BD3604738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A0846D-97D9-9368-4536-C40678C606B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9825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8 Content -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CC747F-C021-9627-1002-F20551B96F5C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B2B548E9-28F5-0D3B-2956-58AD4706B64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5D022BFB-1C44-185F-D0FE-0BC991B012B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CFE24F-391A-96C0-AA31-696793FCC33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F21CBE1F-6DA1-B80A-4A90-6BE141AEA49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72BBCD8B-B836-5AB1-4D92-0355B2AECA4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0C42678C-061F-48E4-E13F-05FF8967780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554A9659-5F49-427B-70DD-355785CD8DE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B5DBA0-4A39-6FEC-C950-D4B80820EC54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7121083-B5B5-85EC-DDBF-0899173E614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9A462E-B13B-F36B-B938-6565B5A150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768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9 Content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8D586E-96A9-7AD5-B507-819C045271B5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4" name="LOGO RED">
            <a:extLst>
              <a:ext uri="{FF2B5EF4-FFF2-40B4-BE49-F238E27FC236}">
                <a16:creationId xmlns:a16="http://schemas.microsoft.com/office/drawing/2014/main" id="{75A73315-05DF-960C-CA3D-2EA4C9D2531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5" name="Freeform: Shape 2">
              <a:extLst>
                <a:ext uri="{FF2B5EF4-FFF2-40B4-BE49-F238E27FC236}">
                  <a16:creationId xmlns:a16="http://schemas.microsoft.com/office/drawing/2014/main" id="{DC5EFCEC-C45D-50C9-2C4A-8A39DD9D92E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525CC2C4-8DBA-B64E-AC9A-F9FFE754305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DDF28C2A-5CC8-5527-4056-78E1AEDAEA12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02249847-FA22-A46F-BB41-E0B3BCB438D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815FCFBF-2035-00B9-1735-A3695C4847D1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B337B6-F6BB-5847-E1E4-C4DE60B654D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335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0 Content - Red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EB08F3-EA50-E32B-B5BE-63A53DD3D5A0}"/>
              </a:ext>
            </a:extLst>
          </p:cNvPr>
          <p:cNvSpPr/>
          <p:nvPr userDrawn="1"/>
        </p:nvSpPr>
        <p:spPr>
          <a:xfrm>
            <a:off x="10349001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38DEDB97-F1F9-7A36-8CFC-00AC051ACD0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rot="16200000" flipH="1">
            <a:off x="8516631" y="3182631"/>
            <a:ext cx="6857866" cy="492871"/>
          </a:xfrm>
          <a:custGeom>
            <a:avLst/>
            <a:gdLst>
              <a:gd name="connsiteX0" fmla="*/ 0 w 4859940"/>
              <a:gd name="connsiteY0" fmla="*/ 0 h 349281"/>
              <a:gd name="connsiteX1" fmla="*/ 4859941 w 4859940"/>
              <a:gd name="connsiteY1" fmla="*/ 0 h 349281"/>
              <a:gd name="connsiteX2" fmla="*/ 4859941 w 4859940"/>
              <a:gd name="connsiteY2" fmla="*/ 349282 h 349281"/>
              <a:gd name="connsiteX3" fmla="*/ 0 w 4859940"/>
              <a:gd name="connsiteY3" fmla="*/ 349282 h 349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9940" h="349281">
                <a:moveTo>
                  <a:pt x="0" y="0"/>
                </a:moveTo>
                <a:lnTo>
                  <a:pt x="4859941" y="0"/>
                </a:lnTo>
                <a:lnTo>
                  <a:pt x="4859941" y="349282"/>
                </a:lnTo>
                <a:lnTo>
                  <a:pt x="0" y="349282"/>
                </a:lnTo>
                <a:close/>
              </a:path>
            </a:pathLst>
          </a:custGeom>
          <a:solidFill>
            <a:srgbClr val="C7465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8FA3B11-8BF7-9E80-2AF4-346AAECFE6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 flipH="1">
            <a:off x="11699129" y="0"/>
            <a:ext cx="428625" cy="2283580"/>
          </a:xfrm>
          <a:custGeom>
            <a:avLst/>
            <a:gdLst>
              <a:gd name="connsiteX0" fmla="*/ 303752 w 303752"/>
              <a:gd name="connsiteY0" fmla="*/ 1618298 h 1618297"/>
              <a:gd name="connsiteX1" fmla="*/ 0 w 303752"/>
              <a:gd name="connsiteY1" fmla="*/ 0 h 1618297"/>
              <a:gd name="connsiteX2" fmla="*/ 303752 w 303752"/>
              <a:gd name="connsiteY2" fmla="*/ 0 h 1618297"/>
              <a:gd name="connsiteX3" fmla="*/ 303752 w 303752"/>
              <a:gd name="connsiteY3" fmla="*/ 1618298 h 1618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52" h="1618297">
                <a:moveTo>
                  <a:pt x="303752" y="1618298"/>
                </a:moveTo>
                <a:cubicBezTo>
                  <a:pt x="129445" y="1104233"/>
                  <a:pt x="20955" y="543687"/>
                  <a:pt x="0" y="0"/>
                </a:cubicBezTo>
                <a:lnTo>
                  <a:pt x="303752" y="0"/>
                </a:lnTo>
                <a:lnTo>
                  <a:pt x="303752" y="1618298"/>
                </a:lnTo>
                <a:close/>
              </a:path>
            </a:pathLst>
          </a:custGeom>
          <a:solidFill>
            <a:srgbClr val="B5091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8A1B6884-A343-1B3C-BD01-9F530D8CB4A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flipH="1">
            <a:off x="10413255" y="2283580"/>
            <a:ext cx="1285874" cy="4574420"/>
          </a:xfrm>
          <a:custGeom>
            <a:avLst/>
            <a:gdLst>
              <a:gd name="connsiteX0" fmla="*/ 0 w 911256"/>
              <a:gd name="connsiteY0" fmla="*/ 754190 h 3241738"/>
              <a:gd name="connsiteX1" fmla="*/ 0 w 911256"/>
              <a:gd name="connsiteY1" fmla="*/ 3241739 h 3241738"/>
              <a:gd name="connsiteX2" fmla="*/ 911257 w 911256"/>
              <a:gd name="connsiteY2" fmla="*/ 3241739 h 3241738"/>
              <a:gd name="connsiteX3" fmla="*/ 607505 w 911256"/>
              <a:gd name="connsiteY3" fmla="*/ 1622965 h 3241738"/>
              <a:gd name="connsiteX4" fmla="*/ 0 w 911256"/>
              <a:gd name="connsiteY4" fmla="*/ 0 h 3241738"/>
              <a:gd name="connsiteX5" fmla="*/ 0 w 911256"/>
              <a:gd name="connsiteY5" fmla="*/ 754190 h 3241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256" h="3241738">
                <a:moveTo>
                  <a:pt x="0" y="754190"/>
                </a:moveTo>
                <a:lnTo>
                  <a:pt x="0" y="3241739"/>
                </a:lnTo>
                <a:cubicBezTo>
                  <a:pt x="0" y="3241739"/>
                  <a:pt x="911257" y="3241739"/>
                  <a:pt x="911257" y="3241739"/>
                </a:cubicBezTo>
                <a:cubicBezTo>
                  <a:pt x="882301" y="2665476"/>
                  <a:pt x="756761" y="2123313"/>
                  <a:pt x="607505" y="1622965"/>
                </a:cubicBezTo>
                <a:cubicBezTo>
                  <a:pt x="446151" y="1082135"/>
                  <a:pt x="104299" y="307562"/>
                  <a:pt x="0" y="0"/>
                </a:cubicBezTo>
                <a:lnTo>
                  <a:pt x="0" y="754190"/>
                </a:lnTo>
                <a:close/>
              </a:path>
            </a:pathLst>
          </a:custGeom>
          <a:solidFill>
            <a:srgbClr val="D36B7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C9450B-5DA7-E0B2-815D-F4809EB8C06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BC70152F-A979-52FB-2AF5-D70B2428AA2D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2D27A781-81B4-9F12-D963-3CAD2ABBE6C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DC1DF749-A040-7B54-4423-6D551BBDBD3D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B751A44A-502F-9127-51CE-989B31E654C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362E80C3-2171-509F-79BF-97B167AE80E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D3569F7E-3EF9-DB35-5C90-F4F87A99C21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FCD9F39-0AB0-8FA7-3115-957974C7277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8F7046-898E-BC31-63F3-9A65B751179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950AC0-C8CD-83CD-62BE-B1AA0CEA35A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15282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1 Content - Blu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518AC1-210C-F4EC-57DD-33359881F0F8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0510AF-D356-0E9D-BAD5-50552AF88CB2}"/>
              </a:ext>
            </a:extLst>
          </p:cNvPr>
          <p:cNvSpPr/>
          <p:nvPr userDrawn="1"/>
        </p:nvSpPr>
        <p:spPr>
          <a:xfrm>
            <a:off x="10344473" y="-135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852B7CE3-EE5F-3956-8582-45533859E0B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 flipH="1">
            <a:off x="10413255" y="0"/>
            <a:ext cx="1778745" cy="6858000"/>
            <a:chOff x="0" y="0"/>
            <a:chExt cx="1778745" cy="6858000"/>
          </a:xfrm>
        </p:grpSpPr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1D34ED51-DF7D-A873-4EB6-B7627C66DCE8}"/>
                </a:ext>
              </a:extLst>
            </p:cNvPr>
            <p:cNvSpPr/>
            <p:nvPr userDrawn="1"/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9CCB3507-F00F-4068-4C59-442388BAAA27}"/>
                </a:ext>
              </a:extLst>
            </p:cNvPr>
            <p:cNvSpPr/>
            <p:nvPr userDrawn="1"/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BF371865-3772-5BFC-B112-D6B0D6D26D3D}"/>
                </a:ext>
              </a:extLst>
            </p:cNvPr>
            <p:cNvSpPr/>
            <p:nvPr userDrawn="1"/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LOGO RED">
            <a:extLst>
              <a:ext uri="{FF2B5EF4-FFF2-40B4-BE49-F238E27FC236}">
                <a16:creationId xmlns:a16="http://schemas.microsoft.com/office/drawing/2014/main" id="{47C4783F-6471-A120-2B1F-D8BF38BD467E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6" name="Freeform: Shape 11">
              <a:extLst>
                <a:ext uri="{FF2B5EF4-FFF2-40B4-BE49-F238E27FC236}">
                  <a16:creationId xmlns:a16="http://schemas.microsoft.com/office/drawing/2014/main" id="{B373D8FD-3947-C2D0-6A72-76B99B63E4D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E99D7D60-1CE5-72D8-B696-CE8922302A4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B7222C11-FA44-9163-A22F-A07508755CC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93E4D58-FFDB-09C5-4E30-4654A74F89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9EBFD03A-BEBC-2E40-C1A1-DA75A282C9B8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B36BA760-8215-7C18-C4BB-7B205483136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490C9E-D8E0-ED65-B609-3E25D80451BB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A698E78-8A6B-5ADF-8568-3DF6D68EB05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7901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2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led">
            <a:extLst>
              <a:ext uri="{FF2B5EF4-FFF2-40B4-BE49-F238E27FC236}">
                <a16:creationId xmlns:a16="http://schemas.microsoft.com/office/drawing/2014/main" id="{7041ADA1-E2DA-EB91-B1CB-BCDB6A9C489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B5091F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2F2145-BEE8-DC47-42CB-C2C5B3D152B8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12762F33-AE97-3CE8-D409-61A8A98C5EE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" name="LOGO RED">
            <a:extLst>
              <a:ext uri="{FF2B5EF4-FFF2-40B4-BE49-F238E27FC236}">
                <a16:creationId xmlns:a16="http://schemas.microsoft.com/office/drawing/2014/main" id="{892D3793-E0F5-CF71-7D19-38D290FFD1FF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44711" y="4267371"/>
            <a:ext cx="1407869" cy="245006"/>
            <a:chOff x="3245241" y="3110528"/>
            <a:chExt cx="5696307" cy="991307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257C6D-BED5-26F9-7C5F-4608532BBBD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3A285E-6638-96E5-92AD-2F6F61F80CD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74CB8F-39A3-8E56-FE69-7F5D0390F0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CD6EAB8-CBFC-C3D0-AF4B-280BC19686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697AC1-1B46-01CE-9540-AE69A16DDA5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" name="LOGO RED">
            <a:extLst>
              <a:ext uri="{FF2B5EF4-FFF2-40B4-BE49-F238E27FC236}">
                <a16:creationId xmlns:a16="http://schemas.microsoft.com/office/drawing/2014/main" id="{4CEF6F39-B053-C199-0BBA-3D706843C14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6" name="Freeform: Shape 2">
              <a:extLst>
                <a:ext uri="{FF2B5EF4-FFF2-40B4-BE49-F238E27FC236}">
                  <a16:creationId xmlns:a16="http://schemas.microsoft.com/office/drawing/2014/main" id="{9CF1AF8E-ADCA-BE00-73E9-3D1805801F2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9">
              <a:extLst>
                <a:ext uri="{FF2B5EF4-FFF2-40B4-BE49-F238E27FC236}">
                  <a16:creationId xmlns:a16="http://schemas.microsoft.com/office/drawing/2014/main" id="{733A9E80-F5AE-1F7F-32C0-77D5D10B4AC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717040FA-D1CD-471E-2B11-94E19016449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1">
              <a:extLst>
                <a:ext uri="{FF2B5EF4-FFF2-40B4-BE49-F238E27FC236}">
                  <a16:creationId xmlns:a16="http://schemas.microsoft.com/office/drawing/2014/main" id="{2A8B17BD-3928-03F8-2DCF-9E2A2D548AE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60AAAD6C-6AE9-EDFA-C999-51289D76423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itle 3">
            <a:extLst>
              <a:ext uri="{FF2B5EF4-FFF2-40B4-BE49-F238E27FC236}">
                <a16:creationId xmlns:a16="http://schemas.microsoft.com/office/drawing/2014/main" id="{691554F2-45CA-0293-704D-2FD437776C8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A9553C-F58F-E1C5-03F3-80D5183BAC5E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62C2398-E1FA-1EED-A095-106BA766B9B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289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3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59BE98FB-BA27-5A5A-5861-2FE7BFF791C1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002664"/>
          </a:solidFill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EA7645E0-1173-5175-BD54-BD17A4B24B8E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32CB8E9C-790C-017F-C721-1685D601B63B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2C23386-E17B-5BDE-FF1E-6974B1394342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EB90C65B-7A37-94D3-7CFC-CD436EDC214B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47E64FA9-2A54-9848-E911-78B128796A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9">
              <a:extLst>
                <a:ext uri="{FF2B5EF4-FFF2-40B4-BE49-F238E27FC236}">
                  <a16:creationId xmlns:a16="http://schemas.microsoft.com/office/drawing/2014/main" id="{DB656FC0-04BE-35C7-9FD7-7C9FF4EC0EB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0">
              <a:extLst>
                <a:ext uri="{FF2B5EF4-FFF2-40B4-BE49-F238E27FC236}">
                  <a16:creationId xmlns:a16="http://schemas.microsoft.com/office/drawing/2014/main" id="{D8FB9D93-1453-A489-4C16-FD7D3D474B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8815ECDD-5159-3E07-2917-E952DBB67A5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A3D83ADA-E36D-D9AC-9E91-E7C849DBA27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8B8B531D-6501-7ED0-6D56-3497E89222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6C51B6-DCAC-C041-7838-582A628F5A5F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08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4 Content - Title, text, Red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251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853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1584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5 Content - Title, text, Red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5341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80259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6 Content - Title, text, Blue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9954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E58B3A6-DE59-D3AD-631B-7104D5A5BFC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85303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7 Content - Title, text, Blue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3D3D20E-C554-E371-F3FA-FFA2DAACD4E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5754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8 Content - Titl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82700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9 Content - Titl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442351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0 Content - Title, Wav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71C35F-172A-5B90-5976-EE7BB712464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2E925-F8EB-D193-F3DD-B954B717E80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B36530-686C-8B0E-0177-02C28259FC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8B1A80-4895-0D85-082B-F3D036A1FB1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B97806A-E3F7-05F2-C694-BE501DF82C3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Recolor 3">
            <a:extLst>
              <a:ext uri="{FF2B5EF4-FFF2-40B4-BE49-F238E27FC236}">
                <a16:creationId xmlns:a16="http://schemas.microsoft.com/office/drawing/2014/main" id="{B744EFA9-74E3-DAE9-718E-269A7E74B22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Recolor 1">
            <a:extLst>
              <a:ext uri="{FF2B5EF4-FFF2-40B4-BE49-F238E27FC236}">
                <a16:creationId xmlns:a16="http://schemas.microsoft.com/office/drawing/2014/main" id="{D3B8D502-F0F1-50F5-DDED-3773CBAE1DB4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DC2627B8-99FA-AAFE-12EB-643F5BEB86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55394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1 Content - Title, Wav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E34577E-A1C1-5B33-43E5-EC4352D82D7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922D0F4-CCC3-90A6-8996-9FB13364D8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AA943FF-0115-2296-3AF6-766B74ADEC5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73C672A2-160A-A13D-741D-793ACB9CAEF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A31C1398-4AF9-9766-30F1-B8A82607E85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Recolor 3">
            <a:extLst>
              <a:ext uri="{FF2B5EF4-FFF2-40B4-BE49-F238E27FC236}">
                <a16:creationId xmlns:a16="http://schemas.microsoft.com/office/drawing/2014/main" id="{0EB27B04-F8B3-1F2C-11EA-1264AE4C842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1">
            <a:extLst>
              <a:ext uri="{FF2B5EF4-FFF2-40B4-BE49-F238E27FC236}">
                <a16:creationId xmlns:a16="http://schemas.microsoft.com/office/drawing/2014/main" id="{9BCCF247-FB88-324E-1B31-9A0DB9D8825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F63C480B-FAB5-C846-C250-17FA4293E40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228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END - Red symbol JP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79FCF0F0-71C4-F66E-6475-D16BE4E344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1984902"/>
            <a:ext cx="6408712" cy="2308194"/>
          </a:xfrm>
          <a:prstGeom prst="rect">
            <a:avLst/>
          </a:prstGeom>
        </p:spPr>
      </p:pic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A71724-42DF-B905-839D-8F0AEDD5561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78643E-3E1A-2209-C85D-B43450DB205C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3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END - Red symbol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A5E05D-E336-E5D3-5C64-34EC347C7077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AD7A53-D4FC-2E1B-0ED3-B14502BA94D1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9" name="図 8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F8D8EBF6-C225-DAA2-8FD5-D2AEFAFFA0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2004743"/>
            <a:ext cx="6408712" cy="22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 END -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">
            <a:extLst>
              <a:ext uri="{FF2B5EF4-FFF2-40B4-BE49-F238E27FC236}">
                <a16:creationId xmlns:a16="http://schemas.microsoft.com/office/drawing/2014/main" id="{11378A08-C6BE-6D65-4DE3-3839DE2B5AE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453587" y="717860"/>
            <a:ext cx="3259619" cy="56725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D5C54E-9D44-AF42-3D5A-2EA9540DDB4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Lines locked">
            <a:extLst>
              <a:ext uri="{FF2B5EF4-FFF2-40B4-BE49-F238E27FC236}">
                <a16:creationId xmlns:a16="http://schemas.microsoft.com/office/drawing/2014/main" id="{2648F619-0335-3E65-6113-E86D6437ED43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691253"/>
            <a:ext cx="12192000" cy="3064803"/>
          </a:xfrm>
          <a:prstGeom prst="rect">
            <a:avLst/>
          </a:prstGeom>
        </p:spPr>
      </p:pic>
      <p:sp>
        <p:nvSpPr>
          <p:cNvPr id="10" name="Logo ISUZU GROUP">
            <a:extLst>
              <a:ext uri="{FF2B5EF4-FFF2-40B4-BE49-F238E27FC236}">
                <a16:creationId xmlns:a16="http://schemas.microsoft.com/office/drawing/2014/main" id="{3D8D0F4E-6E36-3CB8-A800-8A84F5F522D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テキスト プレースホルダー 3">
            <a:extLst>
              <a:ext uri="{FF2B5EF4-FFF2-40B4-BE49-F238E27FC236}">
                <a16:creationId xmlns:a16="http://schemas.microsoft.com/office/drawing/2014/main" id="{98806B19-72E7-AB86-4EA0-13418424690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3587" y="1958799"/>
            <a:ext cx="5076688" cy="4146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FontTx/>
              <a:buNone/>
              <a:defRPr sz="22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Contact address</a:t>
            </a:r>
          </a:p>
        </p:txBody>
      </p:sp>
      <p:sp>
        <p:nvSpPr>
          <p:cNvPr id="19" name="テキスト プレースホルダー 3">
            <a:extLst>
              <a:ext uri="{FF2B5EF4-FFF2-40B4-BE49-F238E27FC236}">
                <a16:creationId xmlns:a16="http://schemas.microsoft.com/office/drawing/2014/main" id="{EABEF0F1-6631-18B7-22FB-78A972082F05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5"/>
            </p:custDataLst>
          </p:nvPr>
        </p:nvSpPr>
        <p:spPr>
          <a:xfrm>
            <a:off x="453587" y="2453635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Full Name</a:t>
            </a:r>
            <a:endParaRPr kumimoji="1" lang="ja-JP" altLang="en-US"/>
          </a:p>
        </p:txBody>
      </p:sp>
      <p:sp>
        <p:nvSpPr>
          <p:cNvPr id="20" name="テキスト プレースホルダー 3">
            <a:extLst>
              <a:ext uri="{FF2B5EF4-FFF2-40B4-BE49-F238E27FC236}">
                <a16:creationId xmlns:a16="http://schemas.microsoft.com/office/drawing/2014/main" id="{A56789F0-9B9E-2AAD-12FB-A04118D8C12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453587" y="2930499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Phone</a:t>
            </a:r>
            <a:endParaRPr kumimoji="1" lang="ja-JP" altLang="en-US"/>
          </a:p>
        </p:txBody>
      </p:sp>
      <p:sp>
        <p:nvSpPr>
          <p:cNvPr id="21" name="テキスト プレースホルダー 3">
            <a:extLst>
              <a:ext uri="{FF2B5EF4-FFF2-40B4-BE49-F238E27FC236}">
                <a16:creationId xmlns:a16="http://schemas.microsoft.com/office/drawing/2014/main" id="{6FC3E352-2D9B-226F-802E-F4484031C5A5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7"/>
            </p:custDataLst>
          </p:nvPr>
        </p:nvSpPr>
        <p:spPr>
          <a:xfrm>
            <a:off x="453587" y="3407364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E-Mail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9C18C4-731B-F286-4B32-F6EF4C43453A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59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9 Content - Red,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CDAF7-0CFF-63E6-C5B6-39AC172CF70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ACD458E-6DF0-47C5-B367-BFE8153D2A09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6C78-CB1A-9841-2E87-D5E93664BC1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 lang="en-US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5FC8D54-C7E8-ADDC-49C0-EA212AF060F0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3"/>
            </p:custDataLst>
          </p:nvPr>
        </p:nvSpPr>
        <p:spPr>
          <a:xfrm>
            <a:off x="8016000" y="0"/>
            <a:ext cx="417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8A95-7A82-11FF-EEE1-A9BAA23FD51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5EA36FB-EA35-45B6-87A5-93E7705983E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" name="LOGO RED">
            <a:extLst>
              <a:ext uri="{FF2B5EF4-FFF2-40B4-BE49-F238E27FC236}">
                <a16:creationId xmlns:a16="http://schemas.microsoft.com/office/drawing/2014/main" id="{03A8A8B6-DDB7-8BF4-9EE0-BE3C51713173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83CB0A-C4DA-13D2-CDBB-FB40A62D7C3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8198D47-9CD4-0141-0572-412B7C7E302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01FFC8C-4752-C65D-C8C0-FEEE8E1A484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1DD9917-D946-A2F1-AD1C-721079DBF45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BD519E9-8AC8-4423-CD78-966EC81D918A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8" name="Swirl">
            <a:extLst>
              <a:ext uri="{FF2B5EF4-FFF2-40B4-BE49-F238E27FC236}">
                <a16:creationId xmlns:a16="http://schemas.microsoft.com/office/drawing/2014/main" id="{7D2CF1AA-308B-80F9-002D-8E15F606E86B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2E9EC317-F009-80DC-4997-E14711B85C1B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7"/>
            </p:custDataLst>
          </p:nvPr>
        </p:nvSpPr>
        <p:spPr>
          <a:xfrm>
            <a:off x="457200" y="1196975"/>
            <a:ext cx="6046208" cy="5111749"/>
          </a:xfrm>
        </p:spPr>
        <p:txBody>
          <a:bodyPr lIns="0"/>
          <a:lstStyle/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A5F45-9EF8-D384-7F08-1E7DBE6C0B5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457200" y="419954"/>
            <a:ext cx="6046210" cy="518746"/>
          </a:xfrm>
        </p:spPr>
        <p:txBody>
          <a:bodyPr tIns="93600" anchor="t" anchorCtr="0"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23925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AE600-C2A6-1EDB-B246-A18C04F0670A}"/>
              </a:ext>
            </a:extLst>
          </p:cNvPr>
          <p:cNvSpPr>
            <a:spLocks noGrp="1"/>
          </p:cNvSpPr>
          <p:nvPr>
            <p:ph type="title"/>
            <p:custDataLst>
              <p:tags r:id="rId43"/>
            </p:custDataLst>
          </p:nvPr>
        </p:nvSpPr>
        <p:spPr>
          <a:xfrm>
            <a:off x="457200" y="419954"/>
            <a:ext cx="11277600" cy="518746"/>
          </a:xfrm>
          <a:prstGeom prst="rect">
            <a:avLst/>
          </a:prstGeom>
        </p:spPr>
        <p:txBody>
          <a:bodyPr vert="horz" lIns="0" tIns="108000" rIns="0" bIns="0" rtlCol="0" anchor="ctr">
            <a:noAutofit/>
          </a:bodyPr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097CC-E049-FF7A-0DA3-BE73850E959E}"/>
              </a:ext>
            </a:extLst>
          </p:cNvPr>
          <p:cNvSpPr>
            <a:spLocks noGrp="1"/>
          </p:cNvSpPr>
          <p:nvPr>
            <p:ph type="body" idx="1"/>
            <p:custDataLst>
              <p:tags r:id="rId44"/>
            </p:custDataLst>
          </p:nvPr>
        </p:nvSpPr>
        <p:spPr>
          <a:xfrm>
            <a:off x="457200" y="1196975"/>
            <a:ext cx="11277600" cy="511175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GB" altLang="ja-JP"/>
              <a:t>Text</a:t>
            </a:r>
            <a:endParaRPr lang="ja-JP" altLang="en-US"/>
          </a:p>
          <a:p>
            <a:pPr lvl="1"/>
            <a:r>
              <a:rPr lang="en-GB" altLang="ja-JP"/>
              <a:t>Text</a:t>
            </a:r>
          </a:p>
          <a:p>
            <a:pPr lvl="2"/>
            <a:r>
              <a:rPr lang="en-GB" altLang="ja-JP"/>
              <a:t>Text</a:t>
            </a:r>
          </a:p>
          <a:p>
            <a:pPr lvl="3"/>
            <a:r>
              <a:rPr lang="en-GB" altLang="ja-JP"/>
              <a:t>Text</a:t>
            </a:r>
          </a:p>
          <a:p>
            <a:pPr lvl="4"/>
            <a:r>
              <a:rPr lang="en-GB" altLang="ja-JP"/>
              <a:t>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1B75F-BB6F-7E47-4AAE-6F750726F45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529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90" r:id="rId5"/>
    <p:sldLayoutId id="2147483728" r:id="rId6"/>
    <p:sldLayoutId id="2147483731" r:id="rId7"/>
    <p:sldLayoutId id="2147483729" r:id="rId8"/>
    <p:sldLayoutId id="2147483730" r:id="rId9"/>
    <p:sldLayoutId id="2147483664" r:id="rId10"/>
    <p:sldLayoutId id="2147483691" r:id="rId11"/>
    <p:sldLayoutId id="2147483692" r:id="rId12"/>
    <p:sldLayoutId id="2147483651" r:id="rId13"/>
    <p:sldLayoutId id="2147483668" r:id="rId14"/>
    <p:sldLayoutId id="2147483733" r:id="rId15"/>
    <p:sldLayoutId id="2147483732" r:id="rId16"/>
    <p:sldLayoutId id="2147483689" r:id="rId17"/>
    <p:sldLayoutId id="2147483710" r:id="rId18"/>
    <p:sldLayoutId id="2147483669" r:id="rId19"/>
    <p:sldLayoutId id="2147483734" r:id="rId20"/>
    <p:sldLayoutId id="2147483670" r:id="rId21"/>
    <p:sldLayoutId id="2147483712" r:id="rId22"/>
    <p:sldLayoutId id="2147483671" r:id="rId23"/>
    <p:sldLayoutId id="2147483713" r:id="rId24"/>
    <p:sldLayoutId id="2147483672" r:id="rId25"/>
    <p:sldLayoutId id="2147483673" r:id="rId26"/>
    <p:sldLayoutId id="2147483674" r:id="rId27"/>
    <p:sldLayoutId id="2147483675" r:id="rId28"/>
    <p:sldLayoutId id="2147483714" r:id="rId29"/>
    <p:sldLayoutId id="2147483723" r:id="rId30"/>
    <p:sldLayoutId id="2147483724" r:id="rId31"/>
    <p:sldLayoutId id="2147483725" r:id="rId32"/>
    <p:sldLayoutId id="2147483726" r:id="rId33"/>
    <p:sldLayoutId id="2147483735" r:id="rId34"/>
    <p:sldLayoutId id="2147483717" r:id="rId35"/>
    <p:sldLayoutId id="2147483693" r:id="rId36"/>
    <p:sldLayoutId id="2147483718" r:id="rId37"/>
    <p:sldLayoutId id="2147483682" r:id="rId38"/>
    <p:sldLayoutId id="2147483727" r:id="rId39"/>
    <p:sldLayoutId id="2147483694" r:id="rId40"/>
    <p:sldLayoutId id="2147483736" r:id="rId4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914400" rtl="0" eaLnBrk="1" latinLnBrk="0" hangingPunct="1">
        <a:lnSpc>
          <a:spcPct val="90000"/>
        </a:lnSpc>
        <a:spcBef>
          <a:spcPts val="1000"/>
        </a:spcBef>
        <a:buSzPct val="12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400" indent="-237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12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754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1.xml"/><Relationship Id="rId1" Type="http://schemas.openxmlformats.org/officeDocument/2006/relationships/tags" Target="../tags/tag2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9E02-D02F-76A5-088E-BAA8F6392D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Periodic Maintenance Service (PMS)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0FB0C-108E-D693-57E6-D6E78737E7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18 August 2026</a:t>
            </a:r>
          </a:p>
          <a:p>
            <a:r>
              <a:rPr lang="en-US" dirty="0"/>
              <a:t>ISUZU TRUCK UK LTD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BAACD-2830-5861-7AC3-7F3D6FD5E1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582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arts and filters&#10;&#10;Description automatically generated with medium confidence">
            <a:extLst>
              <a:ext uri="{FF2B5EF4-FFF2-40B4-BE49-F238E27FC236}">
                <a16:creationId xmlns:a16="http://schemas.microsoft.com/office/drawing/2014/main" id="{E9D8DEE0-51E6-8380-3A32-8B9341D43E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6000" y="10"/>
            <a:ext cx="4176000" cy="6857990"/>
          </a:xfrm>
          <a:prstGeom prst="rect">
            <a:avLst/>
          </a:prstGeom>
          <a:noFill/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7210E31-C06E-D1AF-2F9B-19C9F12285B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39173" y="0"/>
            <a:ext cx="16992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20629-3C20-4ABE-8902-9C3C1AEC68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196975"/>
            <a:ext cx="6046208" cy="5111749"/>
          </a:xfrm>
        </p:spPr>
        <p:txBody>
          <a:bodyPr>
            <a:normAutofit/>
          </a:bodyPr>
          <a:lstStyle/>
          <a:p>
            <a:r>
              <a:rPr lang="en-GB" dirty="0"/>
              <a:t>Maintenance Interval Implications</a:t>
            </a:r>
          </a:p>
          <a:p>
            <a:r>
              <a:rPr lang="en-GB" dirty="0"/>
              <a:t>PMS Project Outline</a:t>
            </a:r>
          </a:p>
          <a:p>
            <a:r>
              <a:rPr lang="en-GB" dirty="0"/>
              <a:t>ISZJ PMS Requests &amp; ITUK Response</a:t>
            </a:r>
          </a:p>
          <a:p>
            <a:r>
              <a:rPr lang="fr-FR" dirty="0"/>
              <a:t>Promotion Parts List – BVP Queries</a:t>
            </a:r>
            <a:endParaRPr lang="en-GB" dirty="0"/>
          </a:p>
          <a:p>
            <a:r>
              <a:rPr lang="en-GB" dirty="0"/>
              <a:t>Parts \ Service Flow</a:t>
            </a:r>
          </a:p>
          <a:p>
            <a:r>
              <a:rPr lang="en-GB" dirty="0"/>
              <a:t>Connected Pathway</a:t>
            </a:r>
          </a:p>
          <a:p>
            <a:r>
              <a:rPr lang="en-GB" dirty="0"/>
              <a:t>Maintenance Package Pathway</a:t>
            </a:r>
          </a:p>
          <a:p>
            <a:r>
              <a:rPr lang="en-GB" dirty="0"/>
              <a:t>KPI Proposal</a:t>
            </a:r>
          </a:p>
          <a:p>
            <a:r>
              <a:rPr lang="en-GB" dirty="0"/>
              <a:t>Implementation Roadmap</a:t>
            </a:r>
          </a:p>
          <a:p>
            <a:r>
              <a:rPr lang="en-GB" dirty="0"/>
              <a:t>PMS Part Numbers By Model</a:t>
            </a:r>
          </a:p>
          <a:p>
            <a:r>
              <a:rPr lang="en-GB" dirty="0"/>
              <a:t>Support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B21D8E-77A8-47E1-88AC-3EA6BCB8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9954"/>
            <a:ext cx="6046210" cy="518746"/>
          </a:xfrm>
        </p:spPr>
        <p:txBody>
          <a:bodyPr anchor="t">
            <a:noAutofit/>
          </a:bodyPr>
          <a:lstStyle/>
          <a:p>
            <a:r>
              <a:rPr lang="en-US" dirty="0"/>
              <a:t>Contents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E0EBCBEE-3530-1C12-9F14-A8B94BED8A4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 flipH="1">
            <a:off x="6693519" y="0"/>
            <a:ext cx="1778745" cy="6858000"/>
            <a:chOff x="0" y="0"/>
            <a:chExt cx="1778745" cy="6858000"/>
          </a:xfrm>
        </p:grpSpPr>
        <p:sp>
          <p:nvSpPr>
            <p:cNvPr id="3" name="Freeform: Shape 17">
              <a:extLst>
                <a:ext uri="{FF2B5EF4-FFF2-40B4-BE49-F238E27FC236}">
                  <a16:creationId xmlns:a16="http://schemas.microsoft.com/office/drawing/2014/main" id="{C9AB5119-5C07-ABAF-8957-542591383845}"/>
                </a:ext>
              </a:extLst>
            </p:cNvPr>
            <p:cNvSpPr/>
            <p:nvPr userDrawn="1"/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18">
              <a:extLst>
                <a:ext uri="{FF2B5EF4-FFF2-40B4-BE49-F238E27FC236}">
                  <a16:creationId xmlns:a16="http://schemas.microsoft.com/office/drawing/2014/main" id="{21A27B1A-7E6E-FB8B-B6C5-3E9B6EF9DCFB}"/>
                </a:ext>
              </a:extLst>
            </p:cNvPr>
            <p:cNvSpPr/>
            <p:nvPr userDrawn="1"/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9">
              <a:extLst>
                <a:ext uri="{FF2B5EF4-FFF2-40B4-BE49-F238E27FC236}">
                  <a16:creationId xmlns:a16="http://schemas.microsoft.com/office/drawing/2014/main" id="{52103686-BB18-0B50-6472-7CF1AECB5368}"/>
                </a:ext>
              </a:extLst>
            </p:cNvPr>
            <p:cNvSpPr/>
            <p:nvPr userDrawn="1"/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000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1583-CDAF-BAD3-71B4-E971E1DE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4B11C43-0578-FD3C-F095-32F26DEE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Maintenance Interval Implications</a:t>
            </a: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E71CDFF4-1087-2E50-13B2-73EB5CCA2F84}"/>
              </a:ext>
            </a:extLst>
          </p:cNvPr>
          <p:cNvSpPr/>
          <p:nvPr/>
        </p:nvSpPr>
        <p:spPr>
          <a:xfrm>
            <a:off x="768096" y="1764792"/>
            <a:ext cx="1417320" cy="347472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1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272C12E-D644-E54C-B6BB-C92322EBE6BD}"/>
              </a:ext>
            </a:extLst>
          </p:cNvPr>
          <p:cNvSpPr/>
          <p:nvPr/>
        </p:nvSpPr>
        <p:spPr>
          <a:xfrm>
            <a:off x="2478024" y="1764792"/>
            <a:ext cx="2103120" cy="347472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engine</a:t>
            </a:r>
            <a:endParaRPr lang="en-US" sz="1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906F11E-DC2D-5E02-3859-DE63A7791C32}"/>
              </a:ext>
            </a:extLst>
          </p:cNvPr>
          <p:cNvSpPr/>
          <p:nvPr/>
        </p:nvSpPr>
        <p:spPr>
          <a:xfrm>
            <a:off x="4928616" y="1764792"/>
            <a:ext cx="1965960" cy="347472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 basis</a:t>
            </a:r>
            <a:endParaRPr lang="en-US" sz="14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1874A2DE-4AC5-BD00-B008-5AC853229F46}"/>
              </a:ext>
            </a:extLst>
          </p:cNvPr>
          <p:cNvSpPr/>
          <p:nvPr/>
        </p:nvSpPr>
        <p:spPr>
          <a:xfrm>
            <a:off x="7214616" y="1764792"/>
            <a:ext cx="4206240" cy="347472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implication</a:t>
            </a:r>
            <a:endParaRPr lang="en-US" sz="14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A58D12D-4401-C43B-991D-0102BB8270E3}"/>
              </a:ext>
            </a:extLst>
          </p:cNvPr>
          <p:cNvSpPr/>
          <p:nvPr/>
        </p:nvSpPr>
        <p:spPr>
          <a:xfrm>
            <a:off x="768096" y="2194560"/>
            <a:ext cx="14173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N35.125</a:t>
            </a:r>
            <a:endParaRPr lang="en-US" sz="12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FF7F5086-B5C6-CB90-8983-C5D6EAD3437E}"/>
              </a:ext>
            </a:extLst>
          </p:cNvPr>
          <p:cNvSpPr/>
          <p:nvPr/>
        </p:nvSpPr>
        <p:spPr>
          <a:xfrm>
            <a:off x="2478024" y="2194560"/>
            <a:ext cx="21031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NLR87 / RZ4E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A5C737-A83D-AAB9-1A2D-997C6B3E71C4}"/>
              </a:ext>
            </a:extLst>
          </p:cNvPr>
          <p:cNvSpPr/>
          <p:nvPr/>
        </p:nvSpPr>
        <p:spPr>
          <a:xfrm>
            <a:off x="4928616" y="2194560"/>
            <a:ext cx="19659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 km</a:t>
            </a:r>
            <a:endParaRPr lang="en-US" sz="12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726FF82-2A6E-8E31-7BD2-FAB163B59924}"/>
              </a:ext>
            </a:extLst>
          </p:cNvPr>
          <p:cNvSpPr/>
          <p:nvPr/>
        </p:nvSpPr>
        <p:spPr>
          <a:xfrm>
            <a:off x="7214616" y="2194560"/>
            <a:ext cx="420624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service-reminder campaign only</a:t>
            </a: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FC51DBA-CEEF-5D3F-C96C-0A737339DD52}"/>
              </a:ext>
            </a:extLst>
          </p:cNvPr>
          <p:cNvSpPr/>
          <p:nvPr/>
        </p:nvSpPr>
        <p:spPr>
          <a:xfrm>
            <a:off x="768096" y="2852928"/>
            <a:ext cx="14173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N35.150</a:t>
            </a:r>
            <a:endParaRPr lang="en-US" sz="12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1EE2464-C849-380A-C248-4C007F151586}"/>
              </a:ext>
            </a:extLst>
          </p:cNvPr>
          <p:cNvSpPr/>
          <p:nvPr/>
        </p:nvSpPr>
        <p:spPr>
          <a:xfrm>
            <a:off x="2478024" y="2852928"/>
            <a:ext cx="21031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NLR88 / 4JZ1</a:t>
            </a: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175FB7E3-31E5-E8F2-7AD9-2CD92F487E39}"/>
              </a:ext>
            </a:extLst>
          </p:cNvPr>
          <p:cNvSpPr/>
          <p:nvPr/>
        </p:nvSpPr>
        <p:spPr>
          <a:xfrm>
            <a:off x="4928616" y="2852928"/>
            <a:ext cx="19659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up to 40,000 km</a:t>
            </a:r>
            <a:endParaRPr lang="en-US" sz="12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5584B52A-EB90-7993-5C85-49D41BEFE712}"/>
              </a:ext>
            </a:extLst>
          </p:cNvPr>
          <p:cNvSpPr/>
          <p:nvPr/>
        </p:nvSpPr>
        <p:spPr>
          <a:xfrm>
            <a:off x="7214616" y="2852928"/>
            <a:ext cx="420624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Secondary, where customer data is reliable</a:t>
            </a:r>
            <a:endParaRPr lang="en-US" sz="12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8A952D4B-4E8A-9B7C-37E4-EDA5F739556B}"/>
              </a:ext>
            </a:extLst>
          </p:cNvPr>
          <p:cNvSpPr/>
          <p:nvPr/>
        </p:nvSpPr>
        <p:spPr>
          <a:xfrm>
            <a:off x="768096" y="3511296"/>
            <a:ext cx="141732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N75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68E2AF44-2DCB-29DD-0BD6-942016BB5F62}"/>
              </a:ext>
            </a:extLst>
          </p:cNvPr>
          <p:cNvSpPr/>
          <p:nvPr/>
        </p:nvSpPr>
        <p:spPr>
          <a:xfrm>
            <a:off x="2478024" y="3511296"/>
            <a:ext cx="210312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NPR75 / 4HK1</a:t>
            </a:r>
            <a:endParaRPr lang="en-US" sz="12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DED672C7-A30B-E7F0-40C0-683A09B3CEB1}"/>
              </a:ext>
            </a:extLst>
          </p:cNvPr>
          <p:cNvSpPr/>
          <p:nvPr/>
        </p:nvSpPr>
        <p:spPr>
          <a:xfrm>
            <a:off x="4928616" y="3511296"/>
            <a:ext cx="196596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1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 km</a:t>
            </a:r>
            <a:endParaRPr lang="en-US" sz="12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EF2D04B-4D39-838E-4768-B14A0E145F5B}"/>
              </a:ext>
            </a:extLst>
          </p:cNvPr>
          <p:cNvSpPr/>
          <p:nvPr/>
        </p:nvSpPr>
        <p:spPr>
          <a:xfrm>
            <a:off x="7214616" y="3511296"/>
            <a:ext cx="420624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target - fleet, R&amp;M and safety events</a:t>
            </a:r>
            <a:endParaRPr lang="en-US" sz="12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2DEE2EC0-A1C1-3706-7E85-B670621B6A60}"/>
              </a:ext>
            </a:extLst>
          </p:cNvPr>
          <p:cNvSpPr/>
          <p:nvPr/>
        </p:nvSpPr>
        <p:spPr>
          <a:xfrm>
            <a:off x="768096" y="4169664"/>
            <a:ext cx="141732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N75</a:t>
            </a:r>
            <a:endParaRPr lang="en-US" sz="1200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14007A3A-FB53-9E80-446E-63C8D2E07D94}"/>
              </a:ext>
            </a:extLst>
          </p:cNvPr>
          <p:cNvSpPr/>
          <p:nvPr/>
        </p:nvSpPr>
        <p:spPr>
          <a:xfrm>
            <a:off x="2478024" y="4169664"/>
            <a:ext cx="210312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NPR88 / 4JZ1</a:t>
            </a:r>
            <a:endParaRPr lang="en-US" sz="12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47AB76DD-5B61-2029-C040-0CDE5F85FC15}"/>
              </a:ext>
            </a:extLst>
          </p:cNvPr>
          <p:cNvSpPr/>
          <p:nvPr/>
        </p:nvSpPr>
        <p:spPr>
          <a:xfrm>
            <a:off x="4928616" y="4169664"/>
            <a:ext cx="196596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1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 km</a:t>
            </a:r>
            <a:endParaRPr lang="en-US" sz="1200" dirty="0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E5435093-96EF-3873-8855-96DAFDF1F511}"/>
              </a:ext>
            </a:extLst>
          </p:cNvPr>
          <p:cNvSpPr/>
          <p:nvPr/>
        </p:nvSpPr>
        <p:spPr>
          <a:xfrm>
            <a:off x="7214616" y="4169664"/>
            <a:ext cx="420624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target - fleet, R&amp;M and safety events</a:t>
            </a:r>
            <a:endParaRPr lang="en-US" sz="1200" dirty="0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D4EDCA8D-AE8E-1EF5-F248-07F35D659911}"/>
              </a:ext>
            </a:extLst>
          </p:cNvPr>
          <p:cNvSpPr/>
          <p:nvPr/>
        </p:nvSpPr>
        <p:spPr>
          <a:xfrm>
            <a:off x="3369564" y="5426964"/>
            <a:ext cx="5084064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use old NLR85 / 4JJ1 assumptions as the basis for the launch plan.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013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65B0-6B49-734C-F65D-7FA1D889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3E61837-8488-9EB4-981A-3F119A0C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Project Outline - Protect Uptime and TCO</a:t>
            </a:r>
          </a:p>
        </p:txBody>
      </p:sp>
      <p:sp>
        <p:nvSpPr>
          <p:cNvPr id="109" name="Text 5">
            <a:extLst>
              <a:ext uri="{FF2B5EF4-FFF2-40B4-BE49-F238E27FC236}">
                <a16:creationId xmlns:a16="http://schemas.microsoft.com/office/drawing/2014/main" id="{3C8CCA7B-BBBF-DF32-3C0D-78AA50C61A0D}"/>
              </a:ext>
            </a:extLst>
          </p:cNvPr>
          <p:cNvSpPr/>
          <p:nvPr/>
        </p:nvSpPr>
        <p:spPr>
          <a:xfrm>
            <a:off x="695400" y="1069283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251"/>
                </a:solidFill>
              </a:rPr>
              <a:t>Our proposal translates the ISZJ PMS objectives into a UK-ready operating model that can be launched from October.</a:t>
            </a:r>
            <a:endParaRPr lang="en-US" sz="1500" dirty="0"/>
          </a:p>
        </p:txBody>
      </p:sp>
      <p:sp>
        <p:nvSpPr>
          <p:cNvPr id="111" name="Shape 6">
            <a:extLst>
              <a:ext uri="{FF2B5EF4-FFF2-40B4-BE49-F238E27FC236}">
                <a16:creationId xmlns:a16="http://schemas.microsoft.com/office/drawing/2014/main" id="{A6E41EA1-6176-544D-79A2-716040C7637B}"/>
              </a:ext>
            </a:extLst>
          </p:cNvPr>
          <p:cNvSpPr/>
          <p:nvPr/>
        </p:nvSpPr>
        <p:spPr>
          <a:xfrm>
            <a:off x="512064" y="1536192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0026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3" name="Shape 7">
            <a:extLst>
              <a:ext uri="{FF2B5EF4-FFF2-40B4-BE49-F238E27FC236}">
                <a16:creationId xmlns:a16="http://schemas.microsoft.com/office/drawing/2014/main" id="{13471A27-2149-8529-9D55-B83453E3CF3F}"/>
              </a:ext>
            </a:extLst>
          </p:cNvPr>
          <p:cNvSpPr/>
          <p:nvPr/>
        </p:nvSpPr>
        <p:spPr>
          <a:xfrm>
            <a:off x="621792" y="1691640"/>
            <a:ext cx="384048" cy="384048"/>
          </a:xfrm>
          <a:prstGeom prst="ellipse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5" name="Text 8">
            <a:extLst>
              <a:ext uri="{FF2B5EF4-FFF2-40B4-BE49-F238E27FC236}">
                <a16:creationId xmlns:a16="http://schemas.microsoft.com/office/drawing/2014/main" id="{2EB0E842-4D2A-A779-005C-58A5A7044879}"/>
              </a:ext>
            </a:extLst>
          </p:cNvPr>
          <p:cNvSpPr/>
          <p:nvPr/>
        </p:nvSpPr>
        <p:spPr>
          <a:xfrm>
            <a:off x="621792" y="18196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7" name="Text 9">
            <a:extLst>
              <a:ext uri="{FF2B5EF4-FFF2-40B4-BE49-F238E27FC236}">
                <a16:creationId xmlns:a16="http://schemas.microsoft.com/office/drawing/2014/main" id="{077070D0-ACA6-BCAC-E4DB-9ADB053102CE}"/>
              </a:ext>
            </a:extLst>
          </p:cNvPr>
          <p:cNvSpPr/>
          <p:nvPr/>
        </p:nvSpPr>
        <p:spPr>
          <a:xfrm>
            <a:off x="1106424" y="1682496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Target the reachable opportunity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9" name="Text 10">
            <a:extLst>
              <a:ext uri="{FF2B5EF4-FFF2-40B4-BE49-F238E27FC236}">
                <a16:creationId xmlns:a16="http://schemas.microsoft.com/office/drawing/2014/main" id="{E4E1FAA5-AE36-3B42-8F7A-3D2413321B59}"/>
              </a:ext>
            </a:extLst>
          </p:cNvPr>
          <p:cNvSpPr/>
          <p:nvPr/>
        </p:nvSpPr>
        <p:spPr>
          <a:xfrm>
            <a:off x="676656" y="2377440"/>
            <a:ext cx="227685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Start with N75 fleet / R&amp;M / safety-event customers where workshops already have repeated touchpoints. Followed by N35 customers currently not using the network.</a:t>
            </a:r>
          </a:p>
        </p:txBody>
      </p:sp>
      <p:sp>
        <p:nvSpPr>
          <p:cNvPr id="121" name="Shape 11">
            <a:extLst>
              <a:ext uri="{FF2B5EF4-FFF2-40B4-BE49-F238E27FC236}">
                <a16:creationId xmlns:a16="http://schemas.microsoft.com/office/drawing/2014/main" id="{9453FD4A-C91D-83E3-FFB5-DFE58DE98DC5}"/>
              </a:ext>
            </a:extLst>
          </p:cNvPr>
          <p:cNvSpPr/>
          <p:nvPr/>
        </p:nvSpPr>
        <p:spPr>
          <a:xfrm>
            <a:off x="3374136" y="1536192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2158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3" name="Shape 12">
            <a:extLst>
              <a:ext uri="{FF2B5EF4-FFF2-40B4-BE49-F238E27FC236}">
                <a16:creationId xmlns:a16="http://schemas.microsoft.com/office/drawing/2014/main" id="{5B8C75C0-7371-9DFC-3278-3200B6EFD629}"/>
              </a:ext>
            </a:extLst>
          </p:cNvPr>
          <p:cNvSpPr/>
          <p:nvPr/>
        </p:nvSpPr>
        <p:spPr>
          <a:xfrm>
            <a:off x="3483864" y="1691640"/>
            <a:ext cx="384048" cy="384048"/>
          </a:xfrm>
          <a:prstGeom prst="ellipse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25" name="Text 13">
            <a:extLst>
              <a:ext uri="{FF2B5EF4-FFF2-40B4-BE49-F238E27FC236}">
                <a16:creationId xmlns:a16="http://schemas.microsoft.com/office/drawing/2014/main" id="{DED4DEA5-032E-8C66-9A20-CBEB87E2B07B}"/>
              </a:ext>
            </a:extLst>
          </p:cNvPr>
          <p:cNvSpPr/>
          <p:nvPr/>
        </p:nvSpPr>
        <p:spPr>
          <a:xfrm>
            <a:off x="3483864" y="18196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7" name="Text 14">
            <a:extLst>
              <a:ext uri="{FF2B5EF4-FFF2-40B4-BE49-F238E27FC236}">
                <a16:creationId xmlns:a16="http://schemas.microsoft.com/office/drawing/2014/main" id="{E9A4F149-555F-447A-B55C-AB2EA5FE3065}"/>
              </a:ext>
            </a:extLst>
          </p:cNvPr>
          <p:cNvSpPr/>
          <p:nvPr/>
        </p:nvSpPr>
        <p:spPr>
          <a:xfrm>
            <a:off x="3968496" y="1682496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Sell the right items first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294A6A81-7008-521A-F016-48B9C15CD704}"/>
              </a:ext>
            </a:extLst>
          </p:cNvPr>
          <p:cNvSpPr/>
          <p:nvPr/>
        </p:nvSpPr>
        <p:spPr>
          <a:xfrm>
            <a:off x="3538728" y="2377440"/>
            <a:ext cx="227685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Air Filter and Brake are the headline items; Oil and Fuel are the 40,000 km PMS pack foundation.</a:t>
            </a:r>
          </a:p>
        </p:txBody>
      </p:sp>
      <p:sp>
        <p:nvSpPr>
          <p:cNvPr id="131" name="Shape 16">
            <a:extLst>
              <a:ext uri="{FF2B5EF4-FFF2-40B4-BE49-F238E27FC236}">
                <a16:creationId xmlns:a16="http://schemas.microsoft.com/office/drawing/2014/main" id="{895DFC8A-CE22-5459-F26B-EC6C1B5A6C8C}"/>
              </a:ext>
            </a:extLst>
          </p:cNvPr>
          <p:cNvSpPr/>
          <p:nvPr/>
        </p:nvSpPr>
        <p:spPr>
          <a:xfrm>
            <a:off x="6236208" y="1536192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0026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3" name="Shape 17">
            <a:extLst>
              <a:ext uri="{FF2B5EF4-FFF2-40B4-BE49-F238E27FC236}">
                <a16:creationId xmlns:a16="http://schemas.microsoft.com/office/drawing/2014/main" id="{C2A96274-27B3-AC9C-6032-90AF18049201}"/>
              </a:ext>
            </a:extLst>
          </p:cNvPr>
          <p:cNvSpPr/>
          <p:nvPr/>
        </p:nvSpPr>
        <p:spPr>
          <a:xfrm>
            <a:off x="6345936" y="1691640"/>
            <a:ext cx="384048" cy="384048"/>
          </a:xfrm>
          <a:prstGeom prst="ellipse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5" name="Text 18">
            <a:extLst>
              <a:ext uri="{FF2B5EF4-FFF2-40B4-BE49-F238E27FC236}">
                <a16:creationId xmlns:a16="http://schemas.microsoft.com/office/drawing/2014/main" id="{ED161418-A505-B334-3133-07A04F421F75}"/>
              </a:ext>
            </a:extLst>
          </p:cNvPr>
          <p:cNvSpPr/>
          <p:nvPr/>
        </p:nvSpPr>
        <p:spPr>
          <a:xfrm>
            <a:off x="6345936" y="18196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7" name="Text 19">
            <a:extLst>
              <a:ext uri="{FF2B5EF4-FFF2-40B4-BE49-F238E27FC236}">
                <a16:creationId xmlns:a16="http://schemas.microsoft.com/office/drawing/2014/main" id="{D2E0C651-EBE8-31D3-A1D0-52485C917E08}"/>
              </a:ext>
            </a:extLst>
          </p:cNvPr>
          <p:cNvSpPr/>
          <p:nvPr/>
        </p:nvSpPr>
        <p:spPr>
          <a:xfrm>
            <a:off x="6830568" y="1682496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Standardise dealer execution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9" name="Text 20">
            <a:extLst>
              <a:ext uri="{FF2B5EF4-FFF2-40B4-BE49-F238E27FC236}">
                <a16:creationId xmlns:a16="http://schemas.microsoft.com/office/drawing/2014/main" id="{7C0A888E-329D-5A77-F3D2-489C5CAF2F1C}"/>
              </a:ext>
            </a:extLst>
          </p:cNvPr>
          <p:cNvSpPr/>
          <p:nvPr/>
        </p:nvSpPr>
        <p:spPr>
          <a:xfrm>
            <a:off x="6400800" y="2377440"/>
            <a:ext cx="227685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Use PMS Standards: Service Advisor proposal, Technician check sheet and Parts Stock.</a:t>
            </a:r>
          </a:p>
        </p:txBody>
      </p:sp>
      <p:sp>
        <p:nvSpPr>
          <p:cNvPr id="141" name="Shape 21">
            <a:extLst>
              <a:ext uri="{FF2B5EF4-FFF2-40B4-BE49-F238E27FC236}">
                <a16:creationId xmlns:a16="http://schemas.microsoft.com/office/drawing/2014/main" id="{6F19B447-1553-5448-B780-5B4E26C0FAFF}"/>
              </a:ext>
            </a:extLst>
          </p:cNvPr>
          <p:cNvSpPr/>
          <p:nvPr/>
        </p:nvSpPr>
        <p:spPr>
          <a:xfrm>
            <a:off x="9098280" y="1536192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2158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3" name="Shape 22">
            <a:extLst>
              <a:ext uri="{FF2B5EF4-FFF2-40B4-BE49-F238E27FC236}">
                <a16:creationId xmlns:a16="http://schemas.microsoft.com/office/drawing/2014/main" id="{AB97CA08-6279-7632-9C14-7D16E399D1F7}"/>
              </a:ext>
            </a:extLst>
          </p:cNvPr>
          <p:cNvSpPr/>
          <p:nvPr/>
        </p:nvSpPr>
        <p:spPr>
          <a:xfrm>
            <a:off x="9208008" y="1691640"/>
            <a:ext cx="384048" cy="384048"/>
          </a:xfrm>
          <a:prstGeom prst="ellipse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5" name="Text 23">
            <a:extLst>
              <a:ext uri="{FF2B5EF4-FFF2-40B4-BE49-F238E27FC236}">
                <a16:creationId xmlns:a16="http://schemas.microsoft.com/office/drawing/2014/main" id="{21B0431E-F397-FF7F-6DE1-4A09B6F3DD7A}"/>
              </a:ext>
            </a:extLst>
          </p:cNvPr>
          <p:cNvSpPr/>
          <p:nvPr/>
        </p:nvSpPr>
        <p:spPr>
          <a:xfrm>
            <a:off x="9208008" y="18196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47" name="Text 24">
            <a:extLst>
              <a:ext uri="{FF2B5EF4-FFF2-40B4-BE49-F238E27FC236}">
                <a16:creationId xmlns:a16="http://schemas.microsoft.com/office/drawing/2014/main" id="{941AC1E1-D1F6-89CD-75CF-14B62D425E2B}"/>
              </a:ext>
            </a:extLst>
          </p:cNvPr>
          <p:cNvSpPr/>
          <p:nvPr/>
        </p:nvSpPr>
        <p:spPr>
          <a:xfrm>
            <a:off x="9692640" y="1682496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Move to connected triggers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9" name="Text 25">
            <a:extLst>
              <a:ext uri="{FF2B5EF4-FFF2-40B4-BE49-F238E27FC236}">
                <a16:creationId xmlns:a16="http://schemas.microsoft.com/office/drawing/2014/main" id="{D2B40E65-00DF-CCCF-F9DC-8BC99C6C5B5E}"/>
              </a:ext>
            </a:extLst>
          </p:cNvPr>
          <p:cNvSpPr/>
          <p:nvPr/>
        </p:nvSpPr>
        <p:spPr>
          <a:xfrm>
            <a:off x="9262872" y="2377440"/>
            <a:ext cx="227685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Use odometer + geofence + history to create due-work reminders and feed maintenance packages for future models.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76124F0-C0CB-59B1-FF41-1E42F33B4ACD}"/>
              </a:ext>
            </a:extLst>
          </p:cNvPr>
          <p:cNvSpPr/>
          <p:nvPr/>
        </p:nvSpPr>
        <p:spPr>
          <a:xfrm>
            <a:off x="1874520" y="4288536"/>
            <a:ext cx="347472" cy="347472"/>
          </a:xfrm>
          <a:prstGeom prst="ellipse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B245E11-35C9-BC47-09F6-103FC0DA44B2}"/>
              </a:ext>
            </a:extLst>
          </p:cNvPr>
          <p:cNvSpPr/>
          <p:nvPr/>
        </p:nvSpPr>
        <p:spPr>
          <a:xfrm>
            <a:off x="2313432" y="427024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N75 fleet events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21F40A-13F0-EF1D-4DB0-7577E8054442}"/>
              </a:ext>
            </a:extLst>
          </p:cNvPr>
          <p:cNvSpPr/>
          <p:nvPr/>
        </p:nvSpPr>
        <p:spPr>
          <a:xfrm>
            <a:off x="2313432" y="4517136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R&amp;M, service-contract and dealer safety-inspection schedules.</a:t>
            </a:r>
            <a:endParaRPr lang="en-US" sz="1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B40517F-78B0-4027-4C2D-4C762BEF274D}"/>
              </a:ext>
            </a:extLst>
          </p:cNvPr>
          <p:cNvSpPr/>
          <p:nvPr/>
        </p:nvSpPr>
        <p:spPr>
          <a:xfrm>
            <a:off x="1874520" y="4910328"/>
            <a:ext cx="347472" cy="347472"/>
          </a:xfrm>
          <a:prstGeom prst="ellipse">
            <a:avLst/>
          </a:prstGeom>
          <a:solidFill>
            <a:srgbClr val="335183"/>
          </a:solidFill>
          <a:ln>
            <a:solidFill>
              <a:srgbClr val="33518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EAFA9C0-D568-26FF-6D36-29B1F16B1BE4}"/>
              </a:ext>
            </a:extLst>
          </p:cNvPr>
          <p:cNvSpPr/>
          <p:nvPr/>
        </p:nvSpPr>
        <p:spPr>
          <a:xfrm>
            <a:off x="2313432" y="489204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Pre-check VIN / engine / mileage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B6392A2-A7CF-1BD8-7C6B-19F02487050B}"/>
              </a:ext>
            </a:extLst>
          </p:cNvPr>
          <p:cNvSpPr/>
          <p:nvPr/>
        </p:nvSpPr>
        <p:spPr>
          <a:xfrm>
            <a:off x="2313432" y="5138928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NPR75 or NPR88 and the correct 40,000 km pack.</a:t>
            </a:r>
            <a:endParaRPr lang="en-US" sz="10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A81AFB5-04D0-0E5A-1CE6-DB69E8968A98}"/>
              </a:ext>
            </a:extLst>
          </p:cNvPr>
          <p:cNvSpPr/>
          <p:nvPr/>
        </p:nvSpPr>
        <p:spPr>
          <a:xfrm>
            <a:off x="6492240" y="4306824"/>
            <a:ext cx="347472" cy="347472"/>
          </a:xfrm>
          <a:prstGeom prst="ellipse">
            <a:avLst/>
          </a:prstGeom>
          <a:solidFill>
            <a:srgbClr val="008FB8"/>
          </a:solidFill>
          <a:ln>
            <a:solidFill>
              <a:srgbClr val="008F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3EE9B0D-0B46-5ADA-05F1-C09E98597A6F}"/>
              </a:ext>
            </a:extLst>
          </p:cNvPr>
          <p:cNvSpPr/>
          <p:nvPr/>
        </p:nvSpPr>
        <p:spPr>
          <a:xfrm>
            <a:off x="6931152" y="4288536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PMS filter pack</a:t>
            </a:r>
            <a:endParaRPr lang="en-US" sz="12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61F5786E-24DA-979A-EBBE-98407A2227CD}"/>
              </a:ext>
            </a:extLst>
          </p:cNvPr>
          <p:cNvSpPr/>
          <p:nvPr/>
        </p:nvSpPr>
        <p:spPr>
          <a:xfrm>
            <a:off x="6931152" y="4535424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 + Fuel + Air filters ready before the workshop visit.</a:t>
            </a:r>
            <a:endParaRPr lang="en-US" sz="10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4D6BD0C-CACF-2DAF-AE77-788F8A511B8A}"/>
              </a:ext>
            </a:extLst>
          </p:cNvPr>
          <p:cNvSpPr/>
          <p:nvPr/>
        </p:nvSpPr>
        <p:spPr>
          <a:xfrm>
            <a:off x="6492240" y="4928616"/>
            <a:ext cx="347472" cy="347472"/>
          </a:xfrm>
          <a:prstGeom prst="ellipse">
            <a:avLst/>
          </a:prstGeom>
          <a:solidFill>
            <a:srgbClr val="ED1C24"/>
          </a:solidFill>
          <a:ln>
            <a:solidFill>
              <a:srgbClr val="ED1C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59E8D37D-7908-2997-786D-9606D546ECFF}"/>
              </a:ext>
            </a:extLst>
          </p:cNvPr>
          <p:cNvSpPr/>
          <p:nvPr/>
        </p:nvSpPr>
        <p:spPr>
          <a:xfrm>
            <a:off x="6931152" y="491032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brakes during safety event</a:t>
            </a:r>
            <a:endParaRPr lang="en-US" sz="12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0460EF30-8CE9-7D45-6EE1-D262A21417B7}"/>
              </a:ext>
            </a:extLst>
          </p:cNvPr>
          <p:cNvSpPr/>
          <p:nvPr/>
        </p:nvSpPr>
        <p:spPr>
          <a:xfrm>
            <a:off x="6931152" y="5157216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pad condition and convert where replacement is needed.</a:t>
            </a:r>
            <a:endParaRPr lang="en-US" sz="10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B8269728-09CA-B8BD-B78F-0F5243E3267F}"/>
              </a:ext>
            </a:extLst>
          </p:cNvPr>
          <p:cNvSpPr/>
          <p:nvPr/>
        </p:nvSpPr>
        <p:spPr>
          <a:xfrm>
            <a:off x="6492240" y="5559552"/>
            <a:ext cx="347472" cy="347472"/>
          </a:xfrm>
          <a:prstGeom prst="ellipse">
            <a:avLst/>
          </a:prstGeom>
          <a:solidFill>
            <a:srgbClr val="F26B43"/>
          </a:solidFill>
          <a:ln>
            <a:solidFill>
              <a:srgbClr val="F26B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12AB2CD8-928E-0483-D2EB-DA91ECD4AEBA}"/>
              </a:ext>
            </a:extLst>
          </p:cNvPr>
          <p:cNvSpPr/>
          <p:nvPr/>
        </p:nvSpPr>
        <p:spPr>
          <a:xfrm>
            <a:off x="6931152" y="5541264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Quote, convert or follow up</a:t>
            </a:r>
            <a:endParaRPr lang="en-US" sz="12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BDA18781-F0DD-F9A2-CE58-63CD10066747}"/>
              </a:ext>
            </a:extLst>
          </p:cNvPr>
          <p:cNvSpPr/>
          <p:nvPr/>
        </p:nvSpPr>
        <p:spPr>
          <a:xfrm>
            <a:off x="6931152" y="5797296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declined work as the next PMS reminder opportunity.</a:t>
            </a:r>
            <a:endParaRPr lang="en-US" sz="1000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97DB1E9E-3472-C9B4-D19F-4B824448860B}"/>
              </a:ext>
            </a:extLst>
          </p:cNvPr>
          <p:cNvSpPr/>
          <p:nvPr/>
        </p:nvSpPr>
        <p:spPr>
          <a:xfrm>
            <a:off x="2843022" y="6309925"/>
            <a:ext cx="650595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 PMS parts with the fleet safety-event cycle to protect uptime and avoid repeat workshop visits.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9049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84E43-11AF-C723-EBD2-84D82104B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E84073-9A11-FE21-32F6-2D423774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UK launch must be N75-led</a:t>
            </a:r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41E068FA-2F1D-F9DD-DD89-8C5BD12C7D93}"/>
              </a:ext>
            </a:extLst>
          </p:cNvPr>
          <p:cNvSpPr/>
          <p:nvPr/>
        </p:nvSpPr>
        <p:spPr>
          <a:xfrm>
            <a:off x="566928" y="13350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44251"/>
                </a:solidFill>
              </a:rPr>
              <a:t>7.5t operators are professional, compliance-led and highly sensitive to downtime and whole-life cost. </a:t>
            </a:r>
            <a:br>
              <a:rPr lang="en-US" sz="1450" dirty="0">
                <a:solidFill>
                  <a:srgbClr val="344251"/>
                </a:solidFill>
              </a:rPr>
            </a:br>
            <a:r>
              <a:rPr lang="en-US" sz="1450" dirty="0">
                <a:solidFill>
                  <a:srgbClr val="344251"/>
                </a:solidFill>
              </a:rPr>
              <a:t>The campaign must create uptime value, not just additional parts sales.</a:t>
            </a:r>
            <a:endParaRPr lang="en-US" sz="1450" dirty="0"/>
          </a:p>
        </p:txBody>
      </p:sp>
      <p:sp>
        <p:nvSpPr>
          <p:cNvPr id="89" name="Shape 6">
            <a:extLst>
              <a:ext uri="{FF2B5EF4-FFF2-40B4-BE49-F238E27FC236}">
                <a16:creationId xmlns:a16="http://schemas.microsoft.com/office/drawing/2014/main" id="{858356C4-6438-1580-AB2A-413DF8EE5E57}"/>
              </a:ext>
            </a:extLst>
          </p:cNvPr>
          <p:cNvSpPr/>
          <p:nvPr/>
        </p:nvSpPr>
        <p:spPr>
          <a:xfrm>
            <a:off x="658368" y="1975104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21585A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17454857-56C5-B5FA-37BF-7B2580935746}"/>
              </a:ext>
            </a:extLst>
          </p:cNvPr>
          <p:cNvSpPr/>
          <p:nvPr/>
        </p:nvSpPr>
        <p:spPr>
          <a:xfrm>
            <a:off x="658368" y="1975104"/>
            <a:ext cx="54864" cy="868680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5" name="Text 8">
            <a:extLst>
              <a:ext uri="{FF2B5EF4-FFF2-40B4-BE49-F238E27FC236}">
                <a16:creationId xmlns:a16="http://schemas.microsoft.com/office/drawing/2014/main" id="{B819DB96-06DC-9C8F-A85C-82153ADF8868}"/>
              </a:ext>
            </a:extLst>
          </p:cNvPr>
          <p:cNvSpPr/>
          <p:nvPr/>
        </p:nvSpPr>
        <p:spPr>
          <a:xfrm>
            <a:off x="822960" y="207568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N75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F3CE3C83-9285-D94F-F33C-120D836EA996}"/>
              </a:ext>
            </a:extLst>
          </p:cNvPr>
          <p:cNvSpPr/>
          <p:nvPr/>
        </p:nvSpPr>
        <p:spPr>
          <a:xfrm>
            <a:off x="822960" y="2596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7.5t fleet focus</a:t>
            </a:r>
          </a:p>
        </p:txBody>
      </p:sp>
      <p:sp>
        <p:nvSpPr>
          <p:cNvPr id="100" name="Text 10">
            <a:extLst>
              <a:ext uri="{FF2B5EF4-FFF2-40B4-BE49-F238E27FC236}">
                <a16:creationId xmlns:a16="http://schemas.microsoft.com/office/drawing/2014/main" id="{27B67E83-1B87-CBD0-1D57-28BAF9E43666}"/>
              </a:ext>
            </a:extLst>
          </p:cNvPr>
          <p:cNvSpPr/>
          <p:nvPr/>
        </p:nvSpPr>
        <p:spPr>
          <a:xfrm>
            <a:off x="704088" y="2999232"/>
            <a:ext cx="2331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</a:rPr>
              <a:t>Easier to identify through R&amp;M, service contracts and safety inspections</a:t>
            </a:r>
            <a:endParaRPr lang="en-US" sz="1200" dirty="0"/>
          </a:p>
        </p:txBody>
      </p:sp>
      <p:sp>
        <p:nvSpPr>
          <p:cNvPr id="103" name="Shape 11">
            <a:extLst>
              <a:ext uri="{FF2B5EF4-FFF2-40B4-BE49-F238E27FC236}">
                <a16:creationId xmlns:a16="http://schemas.microsoft.com/office/drawing/2014/main" id="{9D476582-BEEE-B1AE-DEF9-FE19373BF6F7}"/>
              </a:ext>
            </a:extLst>
          </p:cNvPr>
          <p:cNvSpPr/>
          <p:nvPr/>
        </p:nvSpPr>
        <p:spPr>
          <a:xfrm>
            <a:off x="3447288" y="1975104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02664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5" name="Shape 12">
            <a:extLst>
              <a:ext uri="{FF2B5EF4-FFF2-40B4-BE49-F238E27FC236}">
                <a16:creationId xmlns:a16="http://schemas.microsoft.com/office/drawing/2014/main" id="{35AA38C9-1584-A75A-4278-913727C1F3FD}"/>
              </a:ext>
            </a:extLst>
          </p:cNvPr>
          <p:cNvSpPr/>
          <p:nvPr/>
        </p:nvSpPr>
        <p:spPr>
          <a:xfrm>
            <a:off x="3447288" y="1975104"/>
            <a:ext cx="54864" cy="868680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9" name="Text 13">
            <a:extLst>
              <a:ext uri="{FF2B5EF4-FFF2-40B4-BE49-F238E27FC236}">
                <a16:creationId xmlns:a16="http://schemas.microsoft.com/office/drawing/2014/main" id="{C0AAD910-22B6-1A65-FCFF-5B693E186DE2}"/>
              </a:ext>
            </a:extLst>
          </p:cNvPr>
          <p:cNvSpPr/>
          <p:nvPr/>
        </p:nvSpPr>
        <p:spPr>
          <a:xfrm>
            <a:off x="3611880" y="207568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40k km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2" name="Text 14">
            <a:extLst>
              <a:ext uri="{FF2B5EF4-FFF2-40B4-BE49-F238E27FC236}">
                <a16:creationId xmlns:a16="http://schemas.microsoft.com/office/drawing/2014/main" id="{3E67768C-1177-8BD1-B7F5-F7C1BFB0CF82}"/>
              </a:ext>
            </a:extLst>
          </p:cNvPr>
          <p:cNvSpPr/>
          <p:nvPr/>
        </p:nvSpPr>
        <p:spPr>
          <a:xfrm>
            <a:off x="3611880" y="2596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Maintenance basis</a:t>
            </a:r>
          </a:p>
        </p:txBody>
      </p:sp>
      <p:sp>
        <p:nvSpPr>
          <p:cNvPr id="114" name="Text 15">
            <a:extLst>
              <a:ext uri="{FF2B5EF4-FFF2-40B4-BE49-F238E27FC236}">
                <a16:creationId xmlns:a16="http://schemas.microsoft.com/office/drawing/2014/main" id="{F2A8DEB1-EBE4-E463-0A2E-6BD7768C1EF6}"/>
              </a:ext>
            </a:extLst>
          </p:cNvPr>
          <p:cNvSpPr/>
          <p:nvPr/>
        </p:nvSpPr>
        <p:spPr>
          <a:xfrm>
            <a:off x="3493008" y="2999232"/>
            <a:ext cx="2331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</a:rPr>
              <a:t>NPR75 / 4HK1 and NPR88 / 4JZ1 campaign pack logic</a:t>
            </a:r>
            <a:endParaRPr lang="en-US" sz="1200" dirty="0"/>
          </a:p>
        </p:txBody>
      </p:sp>
      <p:sp>
        <p:nvSpPr>
          <p:cNvPr id="116" name="Shape 16">
            <a:extLst>
              <a:ext uri="{FF2B5EF4-FFF2-40B4-BE49-F238E27FC236}">
                <a16:creationId xmlns:a16="http://schemas.microsoft.com/office/drawing/2014/main" id="{341D2B58-40C7-2F1E-F911-DB711AD7034B}"/>
              </a:ext>
            </a:extLst>
          </p:cNvPr>
          <p:cNvSpPr/>
          <p:nvPr/>
        </p:nvSpPr>
        <p:spPr>
          <a:xfrm>
            <a:off x="6236208" y="1975104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21585A"/>
          </a:solidFill>
          <a:ln w="12700">
            <a:solidFill>
              <a:srgbClr val="E6EEEE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8" name="Shape 17">
            <a:extLst>
              <a:ext uri="{FF2B5EF4-FFF2-40B4-BE49-F238E27FC236}">
                <a16:creationId xmlns:a16="http://schemas.microsoft.com/office/drawing/2014/main" id="{AA6932B5-5205-227F-3E1B-4638733B9AE8}"/>
              </a:ext>
            </a:extLst>
          </p:cNvPr>
          <p:cNvSpPr/>
          <p:nvPr/>
        </p:nvSpPr>
        <p:spPr>
          <a:xfrm>
            <a:off x="6236208" y="1975104"/>
            <a:ext cx="54864" cy="868680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0" name="Text 18">
            <a:extLst>
              <a:ext uri="{FF2B5EF4-FFF2-40B4-BE49-F238E27FC236}">
                <a16:creationId xmlns:a16="http://schemas.microsoft.com/office/drawing/2014/main" id="{0BA928FA-863E-654A-5C41-DA1213EC0EB8}"/>
              </a:ext>
            </a:extLst>
          </p:cNvPr>
          <p:cNvSpPr/>
          <p:nvPr/>
        </p:nvSpPr>
        <p:spPr>
          <a:xfrm>
            <a:off x="6400800" y="207568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6-8 wks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0DD4311C-1977-5CED-4E24-4779A0C19038}"/>
              </a:ext>
            </a:extLst>
          </p:cNvPr>
          <p:cNvSpPr/>
          <p:nvPr/>
        </p:nvSpPr>
        <p:spPr>
          <a:xfrm>
            <a:off x="6400800" y="2596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Safety events</a:t>
            </a:r>
          </a:p>
        </p:txBody>
      </p:sp>
      <p:sp>
        <p:nvSpPr>
          <p:cNvPr id="124" name="Text 20">
            <a:extLst>
              <a:ext uri="{FF2B5EF4-FFF2-40B4-BE49-F238E27FC236}">
                <a16:creationId xmlns:a16="http://schemas.microsoft.com/office/drawing/2014/main" id="{92B718F3-FC4A-46F0-3DDD-25B08F8D3C00}"/>
              </a:ext>
            </a:extLst>
          </p:cNvPr>
          <p:cNvSpPr/>
          <p:nvPr/>
        </p:nvSpPr>
        <p:spPr>
          <a:xfrm>
            <a:off x="6281928" y="2999232"/>
            <a:ext cx="2331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</a:rPr>
              <a:t>Regular inspection cycle gives practical brake conversion trigger</a:t>
            </a:r>
            <a:endParaRPr lang="en-US" sz="1200" dirty="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4135278B-4C0C-5B29-77DD-8ADEBA3031D0}"/>
              </a:ext>
            </a:extLst>
          </p:cNvPr>
          <p:cNvSpPr/>
          <p:nvPr/>
        </p:nvSpPr>
        <p:spPr>
          <a:xfrm>
            <a:off x="9025128" y="1975104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B5091F"/>
          </a:solidFill>
          <a:ln w="12700">
            <a:solidFill>
              <a:srgbClr val="F7E4E7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8" name="Shape 22">
            <a:extLst>
              <a:ext uri="{FF2B5EF4-FFF2-40B4-BE49-F238E27FC236}">
                <a16:creationId xmlns:a16="http://schemas.microsoft.com/office/drawing/2014/main" id="{0327A699-2541-20D7-DA42-E3620B0D1A9B}"/>
              </a:ext>
            </a:extLst>
          </p:cNvPr>
          <p:cNvSpPr/>
          <p:nvPr/>
        </p:nvSpPr>
        <p:spPr>
          <a:xfrm>
            <a:off x="9025128" y="1975104"/>
            <a:ext cx="54864" cy="868680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30" name="Text 23">
            <a:extLst>
              <a:ext uri="{FF2B5EF4-FFF2-40B4-BE49-F238E27FC236}">
                <a16:creationId xmlns:a16="http://schemas.microsoft.com/office/drawing/2014/main" id="{96BE0C9B-3F3F-A695-11BD-A6EC9BA5D07A}"/>
              </a:ext>
            </a:extLst>
          </p:cNvPr>
          <p:cNvSpPr/>
          <p:nvPr/>
        </p:nvSpPr>
        <p:spPr>
          <a:xfrm>
            <a:off x="9189720" y="207568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TCO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32" name="Text 24">
            <a:extLst>
              <a:ext uri="{FF2B5EF4-FFF2-40B4-BE49-F238E27FC236}">
                <a16:creationId xmlns:a16="http://schemas.microsoft.com/office/drawing/2014/main" id="{F4318E6D-AB9B-1CD5-D505-EBD854AA6D12}"/>
              </a:ext>
            </a:extLst>
          </p:cNvPr>
          <p:cNvSpPr/>
          <p:nvPr/>
        </p:nvSpPr>
        <p:spPr>
          <a:xfrm>
            <a:off x="9189720" y="25968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Primary risk</a:t>
            </a:r>
          </a:p>
        </p:txBody>
      </p:sp>
      <p:sp>
        <p:nvSpPr>
          <p:cNvPr id="134" name="Text 25">
            <a:extLst>
              <a:ext uri="{FF2B5EF4-FFF2-40B4-BE49-F238E27FC236}">
                <a16:creationId xmlns:a16="http://schemas.microsoft.com/office/drawing/2014/main" id="{A60D46AF-0A5A-B5D2-F6AA-B6B5989550FA}"/>
              </a:ext>
            </a:extLst>
          </p:cNvPr>
          <p:cNvSpPr/>
          <p:nvPr/>
        </p:nvSpPr>
        <p:spPr>
          <a:xfrm>
            <a:off x="9070848" y="2999232"/>
            <a:ext cx="2331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</a:rPr>
              <a:t>Avoid pushing cost into loyal S1/S2 customers without value explanation</a:t>
            </a:r>
            <a:endParaRPr lang="en-US" sz="1200" dirty="0"/>
          </a:p>
        </p:txBody>
      </p:sp>
      <p:sp>
        <p:nvSpPr>
          <p:cNvPr id="136" name="Shape 26">
            <a:extLst>
              <a:ext uri="{FF2B5EF4-FFF2-40B4-BE49-F238E27FC236}">
                <a16:creationId xmlns:a16="http://schemas.microsoft.com/office/drawing/2014/main" id="{27A41754-10BD-E413-47F6-8F047D780645}"/>
              </a:ext>
            </a:extLst>
          </p:cNvPr>
          <p:cNvSpPr/>
          <p:nvPr/>
        </p:nvSpPr>
        <p:spPr>
          <a:xfrm>
            <a:off x="649224" y="3986784"/>
            <a:ext cx="5390687" cy="1865376"/>
          </a:xfrm>
          <a:prstGeom prst="roundRect">
            <a:avLst>
              <a:gd name="adj" fmla="val 4444"/>
            </a:avLst>
          </a:prstGeom>
          <a:solidFill>
            <a:srgbClr val="002664"/>
          </a:solidFill>
          <a:ln w="12700">
            <a:solidFill>
              <a:srgbClr val="F3F5F6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38" name="Text 27">
            <a:extLst>
              <a:ext uri="{FF2B5EF4-FFF2-40B4-BE49-F238E27FC236}">
                <a16:creationId xmlns:a16="http://schemas.microsoft.com/office/drawing/2014/main" id="{EBFDFCF6-F292-7E8D-9752-52DA3D20A054}"/>
              </a:ext>
            </a:extLst>
          </p:cNvPr>
          <p:cNvSpPr/>
          <p:nvPr/>
        </p:nvSpPr>
        <p:spPr>
          <a:xfrm>
            <a:off x="868679" y="4151376"/>
            <a:ext cx="49249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chemeClr val="bg1"/>
                </a:solidFill>
              </a:rPr>
              <a:t>Service Interval Context</a:t>
            </a:r>
          </a:p>
        </p:txBody>
      </p:sp>
      <p:sp>
        <p:nvSpPr>
          <p:cNvPr id="140" name="Text 28">
            <a:extLst>
              <a:ext uri="{FF2B5EF4-FFF2-40B4-BE49-F238E27FC236}">
                <a16:creationId xmlns:a16="http://schemas.microsoft.com/office/drawing/2014/main" id="{A7F62B35-BD74-6D8C-D983-54205517AA02}"/>
              </a:ext>
            </a:extLst>
          </p:cNvPr>
          <p:cNvSpPr/>
          <p:nvPr/>
        </p:nvSpPr>
        <p:spPr>
          <a:xfrm>
            <a:off x="886968" y="4581144"/>
            <a:ext cx="4983480" cy="984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ISUZU N75 is more frequent than DAF, Mercedes/MAN and Iveco.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At 50,000 km/year, ISUZU is shown at approx. 1.25 services/year versus DAF at 0.5.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This makes PMS messaging more sensitive: we must position reliability and compliance benefits clearly.</a:t>
            </a:r>
          </a:p>
        </p:txBody>
      </p:sp>
      <p:sp>
        <p:nvSpPr>
          <p:cNvPr id="142" name="Shape 29">
            <a:extLst>
              <a:ext uri="{FF2B5EF4-FFF2-40B4-BE49-F238E27FC236}">
                <a16:creationId xmlns:a16="http://schemas.microsoft.com/office/drawing/2014/main" id="{0F1245D4-09AE-230D-AE99-BDE90B705B7A}"/>
              </a:ext>
            </a:extLst>
          </p:cNvPr>
          <p:cNvSpPr/>
          <p:nvPr/>
        </p:nvSpPr>
        <p:spPr>
          <a:xfrm>
            <a:off x="6364224" y="3986784"/>
            <a:ext cx="5059680" cy="1865376"/>
          </a:xfrm>
          <a:prstGeom prst="roundRect">
            <a:avLst>
              <a:gd name="adj" fmla="val 4444"/>
            </a:avLst>
          </a:prstGeom>
          <a:solidFill>
            <a:srgbClr val="002664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44" name="Text 30">
            <a:extLst>
              <a:ext uri="{FF2B5EF4-FFF2-40B4-BE49-F238E27FC236}">
                <a16:creationId xmlns:a16="http://schemas.microsoft.com/office/drawing/2014/main" id="{4F10DDBA-6D7B-F664-0DE4-5FB4558CD691}"/>
              </a:ext>
            </a:extLst>
          </p:cNvPr>
          <p:cNvSpPr/>
          <p:nvPr/>
        </p:nvSpPr>
        <p:spPr>
          <a:xfrm>
            <a:off x="6565392" y="4151376"/>
            <a:ext cx="4828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chemeClr val="bg1"/>
                </a:solidFill>
              </a:rPr>
              <a:t>Model Implication</a:t>
            </a:r>
            <a:endParaRPr lang="en-US" sz="1500" u="sng" dirty="0">
              <a:solidFill>
                <a:schemeClr val="bg1"/>
              </a:solidFill>
            </a:endParaRPr>
          </a:p>
        </p:txBody>
      </p:sp>
      <p:sp>
        <p:nvSpPr>
          <p:cNvPr id="146" name="Text 31">
            <a:extLst>
              <a:ext uri="{FF2B5EF4-FFF2-40B4-BE49-F238E27FC236}">
                <a16:creationId xmlns:a16="http://schemas.microsoft.com/office/drawing/2014/main" id="{A9BC7289-C32F-8D80-C796-380381F65656}"/>
              </a:ext>
            </a:extLst>
          </p:cNvPr>
          <p:cNvSpPr/>
          <p:nvPr/>
        </p:nvSpPr>
        <p:spPr>
          <a:xfrm>
            <a:off x="6601967" y="4581144"/>
            <a:ext cx="4586955" cy="984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Do not use old NLR85 / 4JJ1 assumptions as the launch basis.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N35 is Phase 2: use only where customer contact and mileage data are reliable.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N75 gives a measurable, event-led pilot with lower execution risk.</a:t>
            </a:r>
          </a:p>
        </p:txBody>
      </p:sp>
    </p:spTree>
    <p:extLst>
      <p:ext uri="{BB962C8B-B14F-4D97-AF65-F5344CB8AC3E}">
        <p14:creationId xmlns:p14="http://schemas.microsoft.com/office/powerpoint/2010/main" val="3904805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57DEC-A8A7-382D-F760-83445E31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7B1404-19B0-828D-9613-AFA346B28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UK launch must be N75-led</a:t>
            </a:r>
          </a:p>
        </p:txBody>
      </p:sp>
      <p:sp>
        <p:nvSpPr>
          <p:cNvPr id="79" name="Text 5">
            <a:extLst>
              <a:ext uri="{FF2B5EF4-FFF2-40B4-BE49-F238E27FC236}">
                <a16:creationId xmlns:a16="http://schemas.microsoft.com/office/drawing/2014/main" id="{310C380F-9E2C-CA71-28D0-ABA5E54B691D}"/>
              </a:ext>
            </a:extLst>
          </p:cNvPr>
          <p:cNvSpPr/>
          <p:nvPr/>
        </p:nvSpPr>
        <p:spPr>
          <a:xfrm>
            <a:off x="685800" y="1271016"/>
            <a:ext cx="11119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4251"/>
                </a:solidFill>
              </a:rPr>
              <a:t>The launch should not be a generic discount campaign. It should be a dealer workflow that attaches PMS parts to real N75 workshop events.</a:t>
            </a:r>
            <a:endParaRPr lang="en-US" sz="1400" dirty="0"/>
          </a:p>
        </p:txBody>
      </p:sp>
      <p:sp>
        <p:nvSpPr>
          <p:cNvPr id="82" name="Shape 6">
            <a:extLst>
              <a:ext uri="{FF2B5EF4-FFF2-40B4-BE49-F238E27FC236}">
                <a16:creationId xmlns:a16="http://schemas.microsoft.com/office/drawing/2014/main" id="{8C219117-A070-0B17-665C-EDB1F088A3C0}"/>
              </a:ext>
            </a:extLst>
          </p:cNvPr>
          <p:cNvSpPr/>
          <p:nvPr/>
        </p:nvSpPr>
        <p:spPr>
          <a:xfrm>
            <a:off x="685800" y="1956816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2158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5" name="Shape 7">
            <a:extLst>
              <a:ext uri="{FF2B5EF4-FFF2-40B4-BE49-F238E27FC236}">
                <a16:creationId xmlns:a16="http://schemas.microsoft.com/office/drawing/2014/main" id="{3295249C-BB03-E744-8E39-21961CAC8E7C}"/>
              </a:ext>
            </a:extLst>
          </p:cNvPr>
          <p:cNvSpPr/>
          <p:nvPr/>
        </p:nvSpPr>
        <p:spPr>
          <a:xfrm>
            <a:off x="822960" y="2139696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E883FDBB-565B-892D-7873-F7E2FE40DADE}"/>
              </a:ext>
            </a:extLst>
          </p:cNvPr>
          <p:cNvSpPr/>
          <p:nvPr/>
        </p:nvSpPr>
        <p:spPr>
          <a:xfrm>
            <a:off x="822960" y="218998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Headline</a:t>
            </a:r>
            <a:endParaRPr lang="en-US" sz="1000" dirty="0"/>
          </a:p>
        </p:txBody>
      </p:sp>
      <p:sp>
        <p:nvSpPr>
          <p:cNvPr id="89" name="Text 9">
            <a:extLst>
              <a:ext uri="{FF2B5EF4-FFF2-40B4-BE49-F238E27FC236}">
                <a16:creationId xmlns:a16="http://schemas.microsoft.com/office/drawing/2014/main" id="{6A97A2F3-7022-25D2-E73E-68E46FBAB7E2}"/>
              </a:ext>
            </a:extLst>
          </p:cNvPr>
          <p:cNvSpPr/>
          <p:nvPr/>
        </p:nvSpPr>
        <p:spPr>
          <a:xfrm>
            <a:off x="822960" y="2569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Air Filter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91" name="Text 10">
            <a:extLst>
              <a:ext uri="{FF2B5EF4-FFF2-40B4-BE49-F238E27FC236}">
                <a16:creationId xmlns:a16="http://schemas.microsoft.com/office/drawing/2014/main" id="{C0C13A2E-9F88-726B-FCED-B3C2289C2D64}"/>
              </a:ext>
            </a:extLst>
          </p:cNvPr>
          <p:cNvSpPr/>
          <p:nvPr/>
        </p:nvSpPr>
        <p:spPr>
          <a:xfrm>
            <a:off x="886968" y="30815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Low coverage / easy attach</a:t>
            </a:r>
          </a:p>
        </p:txBody>
      </p:sp>
      <p:sp>
        <p:nvSpPr>
          <p:cNvPr id="93" name="Shape 11">
            <a:extLst>
              <a:ext uri="{FF2B5EF4-FFF2-40B4-BE49-F238E27FC236}">
                <a16:creationId xmlns:a16="http://schemas.microsoft.com/office/drawing/2014/main" id="{F0757D0F-D933-0505-4F9F-1BD3FF39CDE5}"/>
              </a:ext>
            </a:extLst>
          </p:cNvPr>
          <p:cNvSpPr/>
          <p:nvPr/>
        </p:nvSpPr>
        <p:spPr>
          <a:xfrm>
            <a:off x="3502152" y="1956816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2158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5" name="Shape 12">
            <a:extLst>
              <a:ext uri="{FF2B5EF4-FFF2-40B4-BE49-F238E27FC236}">
                <a16:creationId xmlns:a16="http://schemas.microsoft.com/office/drawing/2014/main" id="{BF981FDD-2420-5CD4-F514-65E18F5A9349}"/>
              </a:ext>
            </a:extLst>
          </p:cNvPr>
          <p:cNvSpPr/>
          <p:nvPr/>
        </p:nvSpPr>
        <p:spPr>
          <a:xfrm>
            <a:off x="3639312" y="2139696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7" name="Text 13">
            <a:extLst>
              <a:ext uri="{FF2B5EF4-FFF2-40B4-BE49-F238E27FC236}">
                <a16:creationId xmlns:a16="http://schemas.microsoft.com/office/drawing/2014/main" id="{FD6BAFA4-8DB5-AD79-38A2-5893B0094032}"/>
              </a:ext>
            </a:extLst>
          </p:cNvPr>
          <p:cNvSpPr/>
          <p:nvPr/>
        </p:nvSpPr>
        <p:spPr>
          <a:xfrm>
            <a:off x="3639312" y="218998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Headline</a:t>
            </a:r>
            <a:endParaRPr lang="en-US" sz="1000" dirty="0"/>
          </a:p>
        </p:txBody>
      </p:sp>
      <p:sp>
        <p:nvSpPr>
          <p:cNvPr id="99" name="Text 14">
            <a:extLst>
              <a:ext uri="{FF2B5EF4-FFF2-40B4-BE49-F238E27FC236}">
                <a16:creationId xmlns:a16="http://schemas.microsoft.com/office/drawing/2014/main" id="{F35B87F7-A645-8D76-CE60-AF122458B48F}"/>
              </a:ext>
            </a:extLst>
          </p:cNvPr>
          <p:cNvSpPr/>
          <p:nvPr/>
        </p:nvSpPr>
        <p:spPr>
          <a:xfrm>
            <a:off x="3639312" y="2569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Brake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01" name="Text 15">
            <a:extLst>
              <a:ext uri="{FF2B5EF4-FFF2-40B4-BE49-F238E27FC236}">
                <a16:creationId xmlns:a16="http://schemas.microsoft.com/office/drawing/2014/main" id="{0A05D528-C4F3-E2F8-0D79-868B3A0263E2}"/>
              </a:ext>
            </a:extLst>
          </p:cNvPr>
          <p:cNvSpPr/>
          <p:nvPr/>
        </p:nvSpPr>
        <p:spPr>
          <a:xfrm>
            <a:off x="3703320" y="30815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Safety-critical conversion</a:t>
            </a:r>
          </a:p>
        </p:txBody>
      </p:sp>
      <p:sp>
        <p:nvSpPr>
          <p:cNvPr id="103" name="Shape 16">
            <a:extLst>
              <a:ext uri="{FF2B5EF4-FFF2-40B4-BE49-F238E27FC236}">
                <a16:creationId xmlns:a16="http://schemas.microsoft.com/office/drawing/2014/main" id="{14B8ED67-3E76-DB2A-D74E-8F8FE141735F}"/>
              </a:ext>
            </a:extLst>
          </p:cNvPr>
          <p:cNvSpPr/>
          <p:nvPr/>
        </p:nvSpPr>
        <p:spPr>
          <a:xfrm>
            <a:off x="6318504" y="1956816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0026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A0FEE46C-983D-5340-80AF-08DCF2B7160D}"/>
              </a:ext>
            </a:extLst>
          </p:cNvPr>
          <p:cNvSpPr/>
          <p:nvPr/>
        </p:nvSpPr>
        <p:spPr>
          <a:xfrm>
            <a:off x="6455664" y="2139696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B5091F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7" name="Text 18">
            <a:extLst>
              <a:ext uri="{FF2B5EF4-FFF2-40B4-BE49-F238E27FC236}">
                <a16:creationId xmlns:a16="http://schemas.microsoft.com/office/drawing/2014/main" id="{58353C82-66B1-2E88-8E3B-87B80B9D5D0E}"/>
              </a:ext>
            </a:extLst>
          </p:cNvPr>
          <p:cNvSpPr/>
          <p:nvPr/>
        </p:nvSpPr>
        <p:spPr>
          <a:xfrm>
            <a:off x="6455664" y="218998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8FC2A67A-B1CC-4B4D-E67E-D5875AE56937}"/>
              </a:ext>
            </a:extLst>
          </p:cNvPr>
          <p:cNvSpPr/>
          <p:nvPr/>
        </p:nvSpPr>
        <p:spPr>
          <a:xfrm>
            <a:off x="6455664" y="2569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Oil + Fuel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11" name="Text 20">
            <a:extLst>
              <a:ext uri="{FF2B5EF4-FFF2-40B4-BE49-F238E27FC236}">
                <a16:creationId xmlns:a16="http://schemas.microsoft.com/office/drawing/2014/main" id="{9B22C000-7D7F-6FDC-D25A-64599D456FC3}"/>
              </a:ext>
            </a:extLst>
          </p:cNvPr>
          <p:cNvSpPr/>
          <p:nvPr/>
        </p:nvSpPr>
        <p:spPr>
          <a:xfrm>
            <a:off x="6519672" y="30815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Build the 40,000 km PMS pack</a:t>
            </a:r>
          </a:p>
        </p:txBody>
      </p:sp>
      <p:sp>
        <p:nvSpPr>
          <p:cNvPr id="113" name="Shape 21">
            <a:extLst>
              <a:ext uri="{FF2B5EF4-FFF2-40B4-BE49-F238E27FC236}">
                <a16:creationId xmlns:a16="http://schemas.microsoft.com/office/drawing/2014/main" id="{594FB3B5-7B20-55E0-1999-69E0BC257D4A}"/>
              </a:ext>
            </a:extLst>
          </p:cNvPr>
          <p:cNvSpPr/>
          <p:nvPr/>
        </p:nvSpPr>
        <p:spPr>
          <a:xfrm>
            <a:off x="9134856" y="1956816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B5091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5" name="Shape 22">
            <a:extLst>
              <a:ext uri="{FF2B5EF4-FFF2-40B4-BE49-F238E27FC236}">
                <a16:creationId xmlns:a16="http://schemas.microsoft.com/office/drawing/2014/main" id="{385F20C2-FB9C-7B88-6CBF-12BC67D714F9}"/>
              </a:ext>
            </a:extLst>
          </p:cNvPr>
          <p:cNvSpPr/>
          <p:nvPr/>
        </p:nvSpPr>
        <p:spPr>
          <a:xfrm>
            <a:off x="9272016" y="2139696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344251"/>
          </a:solidFill>
          <a:ln w="12700">
            <a:solidFill>
              <a:srgbClr val="34425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7" name="Text 23">
            <a:extLst>
              <a:ext uri="{FF2B5EF4-FFF2-40B4-BE49-F238E27FC236}">
                <a16:creationId xmlns:a16="http://schemas.microsoft.com/office/drawing/2014/main" id="{BF1CE3F9-8AC3-F494-CEE1-BE85BBD5B86A}"/>
              </a:ext>
            </a:extLst>
          </p:cNvPr>
          <p:cNvSpPr/>
          <p:nvPr/>
        </p:nvSpPr>
        <p:spPr>
          <a:xfrm>
            <a:off x="9272016" y="218998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Controlled</a:t>
            </a:r>
            <a:endParaRPr lang="en-US" sz="1000" dirty="0"/>
          </a:p>
        </p:txBody>
      </p:sp>
      <p:sp>
        <p:nvSpPr>
          <p:cNvPr id="119" name="Text 24">
            <a:extLst>
              <a:ext uri="{FF2B5EF4-FFF2-40B4-BE49-F238E27FC236}">
                <a16:creationId xmlns:a16="http://schemas.microsoft.com/office/drawing/2014/main" id="{6BB7580D-1118-9FCC-7830-20776FB79016}"/>
              </a:ext>
            </a:extLst>
          </p:cNvPr>
          <p:cNvSpPr/>
          <p:nvPr/>
        </p:nvSpPr>
        <p:spPr>
          <a:xfrm>
            <a:off x="9272016" y="2569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Clutch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1" name="Text 25">
            <a:extLst>
              <a:ext uri="{FF2B5EF4-FFF2-40B4-BE49-F238E27FC236}">
                <a16:creationId xmlns:a16="http://schemas.microsoft.com/office/drawing/2014/main" id="{F35FF33B-696F-7535-BA14-E77D9EB243D5}"/>
              </a:ext>
            </a:extLst>
          </p:cNvPr>
          <p:cNvSpPr/>
          <p:nvPr/>
        </p:nvSpPr>
        <p:spPr>
          <a:xfrm>
            <a:off x="9336024" y="30815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VIN-specific manual only</a:t>
            </a:r>
          </a:p>
        </p:txBody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F8761473-2493-34A9-05DD-F191A53C964F}"/>
              </a:ext>
            </a:extLst>
          </p:cNvPr>
          <p:cNvSpPr/>
          <p:nvPr/>
        </p:nvSpPr>
        <p:spPr>
          <a:xfrm>
            <a:off x="914400" y="4517136"/>
            <a:ext cx="10012680" cy="566928"/>
          </a:xfrm>
          <a:prstGeom prst="rightArrow">
            <a:avLst/>
          </a:prstGeom>
          <a:solidFill>
            <a:srgbClr val="002664">
              <a:alpha val="95000"/>
            </a:srgbClr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25" name="Text 27">
            <a:extLst>
              <a:ext uri="{FF2B5EF4-FFF2-40B4-BE49-F238E27FC236}">
                <a16:creationId xmlns:a16="http://schemas.microsoft.com/office/drawing/2014/main" id="{2774CEBB-5B68-75E9-1CED-B3E2BF36D383}"/>
              </a:ext>
            </a:extLst>
          </p:cNvPr>
          <p:cNvSpPr/>
          <p:nvPr/>
        </p:nvSpPr>
        <p:spPr>
          <a:xfrm>
            <a:off x="1097280" y="470001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N75 fleet / R&amp;M / Service-Contract / Safety-Inspection Records</a:t>
            </a:r>
            <a:endParaRPr lang="en-US" sz="1200" dirty="0"/>
          </a:p>
        </p:txBody>
      </p:sp>
      <p:sp>
        <p:nvSpPr>
          <p:cNvPr id="127" name="Text 28">
            <a:extLst>
              <a:ext uri="{FF2B5EF4-FFF2-40B4-BE49-F238E27FC236}">
                <a16:creationId xmlns:a16="http://schemas.microsoft.com/office/drawing/2014/main" id="{96A3F89C-4C52-3B6B-475E-EF1E70AE89F2}"/>
              </a:ext>
            </a:extLst>
          </p:cNvPr>
          <p:cNvSpPr/>
          <p:nvPr/>
        </p:nvSpPr>
        <p:spPr>
          <a:xfrm>
            <a:off x="8229600" y="4700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October Launch Pilot</a:t>
            </a:r>
            <a:endParaRPr lang="en-US" sz="1200" dirty="0"/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EE1DA252-A459-64E7-EA31-EA05FB224DBF}"/>
              </a:ext>
            </a:extLst>
          </p:cNvPr>
          <p:cNvSpPr/>
          <p:nvPr/>
        </p:nvSpPr>
        <p:spPr>
          <a:xfrm>
            <a:off x="982980" y="54498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N35 becomes Phase 2: use service reminders only where customer contact and mileage data are reliable.</a:t>
            </a:r>
          </a:p>
        </p:txBody>
      </p:sp>
    </p:spTree>
    <p:extLst>
      <p:ext uri="{BB962C8B-B14F-4D97-AF65-F5344CB8AC3E}">
        <p14:creationId xmlns:p14="http://schemas.microsoft.com/office/powerpoint/2010/main" val="4277376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DE2A9-7E04-6F4C-0E61-7467CDF8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5B950C3-7B71-25B6-61C2-7E35E3DA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Phase 2: PMS Target Customers – N35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C8458AD-7CA2-6861-FE4B-60E66A7718A1}"/>
              </a:ext>
            </a:extLst>
          </p:cNvPr>
          <p:cNvSpPr/>
          <p:nvPr/>
        </p:nvSpPr>
        <p:spPr>
          <a:xfrm>
            <a:off x="777240" y="1792224"/>
            <a:ext cx="3337560" cy="384048"/>
          </a:xfrm>
          <a:prstGeom prst="roundRect">
            <a:avLst/>
          </a:prstGeom>
          <a:solidFill>
            <a:srgbClr val="002664"/>
          </a:solidFill>
          <a:ln w="10160">
            <a:solidFill>
              <a:srgbClr val="D8DEE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NLR87 / RZ4E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B04AF19-A5D0-8078-1AD3-F4353ACEABD6}"/>
              </a:ext>
            </a:extLst>
          </p:cNvPr>
          <p:cNvSpPr/>
          <p:nvPr/>
        </p:nvSpPr>
        <p:spPr>
          <a:xfrm>
            <a:off x="777240" y="2212848"/>
            <a:ext cx="3337560" cy="722376"/>
          </a:xfrm>
          <a:prstGeom prst="rect">
            <a:avLst/>
          </a:prstGeom>
          <a:solidFill>
            <a:srgbClr val="002664"/>
          </a:solidFill>
          <a:ln>
            <a:solidFill>
              <a:srgbClr val="D8DEE8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N35.125 - 20,000 km basis. Use service reminders only where customer contact and mileage data are reliable.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DCB035D-34F6-74AC-B5B0-67F67DC1C8F9}"/>
              </a:ext>
            </a:extLst>
          </p:cNvPr>
          <p:cNvSpPr/>
          <p:nvPr/>
        </p:nvSpPr>
        <p:spPr>
          <a:xfrm>
            <a:off x="4370832" y="1792224"/>
            <a:ext cx="3337560" cy="384048"/>
          </a:xfrm>
          <a:prstGeom prst="roundRect">
            <a:avLst/>
          </a:prstGeom>
          <a:solidFill>
            <a:srgbClr val="344251"/>
          </a:solidFill>
          <a:ln w="10160">
            <a:solidFill>
              <a:srgbClr val="D8DEE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NLR88 / 4JZ1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D945878-B41E-9959-F1CD-0A35CC2AF8E0}"/>
              </a:ext>
            </a:extLst>
          </p:cNvPr>
          <p:cNvSpPr/>
          <p:nvPr/>
        </p:nvSpPr>
        <p:spPr>
          <a:xfrm>
            <a:off x="4370832" y="2212848"/>
            <a:ext cx="3337560" cy="722376"/>
          </a:xfrm>
          <a:prstGeom prst="rect">
            <a:avLst/>
          </a:prstGeom>
          <a:solidFill>
            <a:srgbClr val="344251"/>
          </a:solidFill>
          <a:ln>
            <a:solidFill>
              <a:srgbClr val="D8DEE8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N35.150 - flexible interval up to 40,000 km. Use PMS pack offers for identifiable customers.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CA5DE501-1D65-79AE-62F6-B9AA16C7A0A1}"/>
              </a:ext>
            </a:extLst>
          </p:cNvPr>
          <p:cNvSpPr/>
          <p:nvPr/>
        </p:nvSpPr>
        <p:spPr>
          <a:xfrm>
            <a:off x="7964424" y="1792224"/>
            <a:ext cx="3246120" cy="384048"/>
          </a:xfrm>
          <a:prstGeom prst="roundRect">
            <a:avLst/>
          </a:prstGeom>
          <a:solidFill>
            <a:schemeClr val="accent3"/>
          </a:solidFill>
          <a:ln w="10160">
            <a:solidFill>
              <a:srgbClr val="D8DEE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NLR85 / 4JJ1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F207CA0-56EF-6066-BD20-A73C14EE3C3F}"/>
              </a:ext>
            </a:extLst>
          </p:cNvPr>
          <p:cNvSpPr/>
          <p:nvPr/>
        </p:nvSpPr>
        <p:spPr>
          <a:xfrm>
            <a:off x="7964424" y="2212848"/>
            <a:ext cx="3246120" cy="722376"/>
          </a:xfrm>
          <a:prstGeom prst="rect">
            <a:avLst/>
          </a:prstGeom>
          <a:solidFill>
            <a:schemeClr val="accent3"/>
          </a:solidFill>
          <a:ln>
            <a:solidFill>
              <a:srgbClr val="D8DEE8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N35.120 model. Do not use as the calculation basis for the main launch campaign.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DDF6CC0-9EC1-2CF9-DCA2-A8E7522974F1}"/>
              </a:ext>
            </a:extLst>
          </p:cNvPr>
          <p:cNvSpPr/>
          <p:nvPr/>
        </p:nvSpPr>
        <p:spPr>
          <a:xfrm>
            <a:off x="6096000" y="4022056"/>
            <a:ext cx="3329654" cy="384048"/>
          </a:xfrm>
          <a:prstGeom prst="roundRect">
            <a:avLst/>
          </a:prstGeom>
          <a:solidFill>
            <a:srgbClr val="002664"/>
          </a:solidFill>
          <a:ln w="10160">
            <a:solidFill>
              <a:srgbClr val="D8DEE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N35 message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5DE9311-663B-E8D1-D4F5-04D2A64387D0}"/>
              </a:ext>
            </a:extLst>
          </p:cNvPr>
          <p:cNvSpPr/>
          <p:nvPr/>
        </p:nvSpPr>
        <p:spPr>
          <a:xfrm>
            <a:off x="6085043" y="4507992"/>
            <a:ext cx="3329654" cy="466344"/>
          </a:xfrm>
          <a:prstGeom prst="rect">
            <a:avLst/>
          </a:prstGeom>
          <a:solidFill>
            <a:srgbClr val="002664"/>
          </a:solidFill>
          <a:ln>
            <a:solidFill>
              <a:srgbClr val="D8DEE8">
                <a:alpha val="0"/>
              </a:srgbClr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"Do the full PMS filter set, not just the oil filter."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A9B3E5-D957-CE1B-9EF9-688ED6C7065F}"/>
              </a:ext>
            </a:extLst>
          </p:cNvPr>
          <p:cNvSpPr/>
          <p:nvPr/>
        </p:nvSpPr>
        <p:spPr>
          <a:xfrm>
            <a:off x="2404307" y="3412526"/>
            <a:ext cx="1314935" cy="121905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b="1" dirty="0">
                <a:solidFill>
                  <a:schemeClr val="tx1"/>
                </a:solidFill>
              </a:rPr>
              <a:t>S1 (New Customer)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/>
                </a:solidFill>
              </a:rPr>
              <a:t>First time purchase for ISUZU Vehicles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4BE945-8C9A-2B66-0606-94F3F9592F33}"/>
              </a:ext>
            </a:extLst>
          </p:cNvPr>
          <p:cNvSpPr/>
          <p:nvPr/>
        </p:nvSpPr>
        <p:spPr>
          <a:xfrm>
            <a:off x="4114800" y="3412526"/>
            <a:ext cx="1314935" cy="121905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b="1" dirty="0">
                <a:solidFill>
                  <a:schemeClr val="tx1"/>
                </a:solidFill>
              </a:rPr>
              <a:t>S2 (Continuous Use of ISUZU Service Shop)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/>
                </a:solidFill>
              </a:rPr>
              <a:t>Customers have a clear intention to use ISUZU Service Shop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30E256-6D94-ED3C-F6DE-95CCA72D3849}"/>
              </a:ext>
            </a:extLst>
          </p:cNvPr>
          <p:cNvSpPr/>
          <p:nvPr/>
        </p:nvSpPr>
        <p:spPr>
          <a:xfrm>
            <a:off x="2404307" y="4875396"/>
            <a:ext cx="1314935" cy="121905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b="1" dirty="0">
                <a:solidFill>
                  <a:schemeClr val="tx1"/>
                </a:solidFill>
              </a:rPr>
              <a:t>S3 (Non-continuous use of ISUZU Service Shop)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/>
                </a:solidFill>
              </a:rPr>
              <a:t>Customers are likely to use ISUZU Service Shop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E22BAE-830E-38E5-D32F-E5DB44937768}"/>
              </a:ext>
            </a:extLst>
          </p:cNvPr>
          <p:cNvSpPr/>
          <p:nvPr/>
        </p:nvSpPr>
        <p:spPr>
          <a:xfrm>
            <a:off x="4114801" y="4875396"/>
            <a:ext cx="1314935" cy="121905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b="1" dirty="0">
                <a:solidFill>
                  <a:schemeClr val="tx1"/>
                </a:solidFill>
              </a:rPr>
              <a:t>S4 (No History to Use ISUZU Service Shop)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/>
                </a:solidFill>
              </a:rPr>
              <a:t>Customers clearly have no intention to use ISUZU Service Shop</a:t>
            </a: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17B035ED-0726-35C3-C14A-B789FD1DEB08}"/>
              </a:ext>
            </a:extLst>
          </p:cNvPr>
          <p:cNvSpPr/>
          <p:nvPr/>
        </p:nvSpPr>
        <p:spPr>
          <a:xfrm>
            <a:off x="2302488" y="4775601"/>
            <a:ext cx="3246120" cy="1462870"/>
          </a:xfrm>
          <a:prstGeom prst="roundRect">
            <a:avLst>
              <a:gd name="adj" fmla="val 3149"/>
            </a:avLst>
          </a:prstGeom>
          <a:noFill/>
          <a:ln w="476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549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3A50-1CD2-068C-FF4C-6D25C6C4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2F8B728-7EE3-B9FE-C83E-92C2A61B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ISZJ PMS Requests &amp; ITUK Response</a:t>
            </a:r>
            <a:endParaRPr lang="en-GB" sz="2800" dirty="0"/>
          </a:p>
        </p:txBody>
      </p:sp>
      <p:sp>
        <p:nvSpPr>
          <p:cNvPr id="112" name="Shape 5">
            <a:extLst>
              <a:ext uri="{FF2B5EF4-FFF2-40B4-BE49-F238E27FC236}">
                <a16:creationId xmlns:a16="http://schemas.microsoft.com/office/drawing/2014/main" id="{13565C87-1DED-1C26-7220-9B7AEE4A5FA0}"/>
              </a:ext>
            </a:extLst>
          </p:cNvPr>
          <p:cNvSpPr/>
          <p:nvPr/>
        </p:nvSpPr>
        <p:spPr>
          <a:xfrm>
            <a:off x="438913" y="1683198"/>
            <a:ext cx="3140226" cy="374201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14" name="Text 6">
            <a:extLst>
              <a:ext uri="{FF2B5EF4-FFF2-40B4-BE49-F238E27FC236}">
                <a16:creationId xmlns:a16="http://schemas.microsoft.com/office/drawing/2014/main" id="{45F1F271-A216-7CA6-6A67-740A0AD243E3}"/>
              </a:ext>
            </a:extLst>
          </p:cNvPr>
          <p:cNvSpPr/>
          <p:nvPr/>
        </p:nvSpPr>
        <p:spPr>
          <a:xfrm>
            <a:off x="524745" y="1735250"/>
            <a:ext cx="2972747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1400" dirty="0"/>
          </a:p>
        </p:txBody>
      </p:sp>
      <p:sp>
        <p:nvSpPr>
          <p:cNvPr id="116" name="Shape 7">
            <a:extLst>
              <a:ext uri="{FF2B5EF4-FFF2-40B4-BE49-F238E27FC236}">
                <a16:creationId xmlns:a16="http://schemas.microsoft.com/office/drawing/2014/main" id="{532C1252-7108-F4FD-3AB6-7E20B63D4C97}"/>
              </a:ext>
            </a:extLst>
          </p:cNvPr>
          <p:cNvSpPr/>
          <p:nvPr/>
        </p:nvSpPr>
        <p:spPr>
          <a:xfrm>
            <a:off x="3182112" y="1683198"/>
            <a:ext cx="6236207" cy="374201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18" name="Text 8">
            <a:extLst>
              <a:ext uri="{FF2B5EF4-FFF2-40B4-BE49-F238E27FC236}">
                <a16:creationId xmlns:a16="http://schemas.microsoft.com/office/drawing/2014/main" id="{A2A8F2A4-06EF-30C1-63F5-87F1948E150C}"/>
              </a:ext>
            </a:extLst>
          </p:cNvPr>
          <p:cNvSpPr/>
          <p:nvPr/>
        </p:nvSpPr>
        <p:spPr>
          <a:xfrm>
            <a:off x="3261767" y="1735250"/>
            <a:ext cx="6065643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ITUK response</a:t>
            </a:r>
            <a:endParaRPr lang="en-US" sz="1400" dirty="0"/>
          </a:p>
        </p:txBody>
      </p:sp>
      <p:sp>
        <p:nvSpPr>
          <p:cNvPr id="120" name="Shape 9">
            <a:extLst>
              <a:ext uri="{FF2B5EF4-FFF2-40B4-BE49-F238E27FC236}">
                <a16:creationId xmlns:a16="http://schemas.microsoft.com/office/drawing/2014/main" id="{FEE358DA-328E-72E4-13EE-B52941C1CEAB}"/>
              </a:ext>
            </a:extLst>
          </p:cNvPr>
          <p:cNvSpPr/>
          <p:nvPr/>
        </p:nvSpPr>
        <p:spPr>
          <a:xfrm>
            <a:off x="9418320" y="1683198"/>
            <a:ext cx="2350008" cy="374201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22" name="Text 10">
            <a:extLst>
              <a:ext uri="{FF2B5EF4-FFF2-40B4-BE49-F238E27FC236}">
                <a16:creationId xmlns:a16="http://schemas.microsoft.com/office/drawing/2014/main" id="{E3176BAE-54A4-6E8E-73DA-DA042564EC1B}"/>
              </a:ext>
            </a:extLst>
          </p:cNvPr>
          <p:cNvSpPr/>
          <p:nvPr/>
        </p:nvSpPr>
        <p:spPr>
          <a:xfrm>
            <a:off x="9457962" y="1735250"/>
            <a:ext cx="2228717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124" name="Shape 11">
            <a:extLst>
              <a:ext uri="{FF2B5EF4-FFF2-40B4-BE49-F238E27FC236}">
                <a16:creationId xmlns:a16="http://schemas.microsoft.com/office/drawing/2014/main" id="{220BE9E1-9377-A0CB-F415-E78C515D8D55}"/>
              </a:ext>
            </a:extLst>
          </p:cNvPr>
          <p:cNvSpPr/>
          <p:nvPr/>
        </p:nvSpPr>
        <p:spPr>
          <a:xfrm>
            <a:off x="438913" y="2073342"/>
            <a:ext cx="3140226" cy="605849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26" name="Text 12">
            <a:extLst>
              <a:ext uri="{FF2B5EF4-FFF2-40B4-BE49-F238E27FC236}">
                <a16:creationId xmlns:a16="http://schemas.microsoft.com/office/drawing/2014/main" id="{2ED546CC-6027-A469-381C-2E69F7F87A7A}"/>
              </a:ext>
            </a:extLst>
          </p:cNvPr>
          <p:cNvSpPr/>
          <p:nvPr/>
        </p:nvSpPr>
        <p:spPr>
          <a:xfrm>
            <a:off x="524745" y="2125394"/>
            <a:ext cx="2972747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Target volume scenario</a:t>
            </a:r>
            <a:endParaRPr lang="en-US" sz="1200" dirty="0"/>
          </a:p>
        </p:txBody>
      </p:sp>
      <p:sp>
        <p:nvSpPr>
          <p:cNvPr id="128" name="Shape 13">
            <a:extLst>
              <a:ext uri="{FF2B5EF4-FFF2-40B4-BE49-F238E27FC236}">
                <a16:creationId xmlns:a16="http://schemas.microsoft.com/office/drawing/2014/main" id="{417E6382-2846-E4A6-3A83-98CF2253C04E}"/>
              </a:ext>
            </a:extLst>
          </p:cNvPr>
          <p:cNvSpPr/>
          <p:nvPr/>
        </p:nvSpPr>
        <p:spPr>
          <a:xfrm>
            <a:off x="3182112" y="2073342"/>
            <a:ext cx="6236207" cy="605849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30" name="Text 14">
            <a:extLst>
              <a:ext uri="{FF2B5EF4-FFF2-40B4-BE49-F238E27FC236}">
                <a16:creationId xmlns:a16="http://schemas.microsoft.com/office/drawing/2014/main" id="{0DCD6CE5-A78F-82EE-6A22-A639D7493535}"/>
              </a:ext>
            </a:extLst>
          </p:cNvPr>
          <p:cNvSpPr/>
          <p:nvPr/>
        </p:nvSpPr>
        <p:spPr>
          <a:xfrm>
            <a:off x="3261767" y="2125394"/>
            <a:ext cx="6065643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Use practical 2025 ITUK Parts Sales + UIO data for targeting.</a:t>
            </a:r>
            <a:endParaRPr lang="en-US" sz="1200" dirty="0"/>
          </a:p>
        </p:txBody>
      </p:sp>
      <p:sp>
        <p:nvSpPr>
          <p:cNvPr id="132" name="Shape 15">
            <a:extLst>
              <a:ext uri="{FF2B5EF4-FFF2-40B4-BE49-F238E27FC236}">
                <a16:creationId xmlns:a16="http://schemas.microsoft.com/office/drawing/2014/main" id="{33C86F72-6B07-CEB8-7DD5-12A16DB74322}"/>
              </a:ext>
            </a:extLst>
          </p:cNvPr>
          <p:cNvSpPr/>
          <p:nvPr/>
        </p:nvSpPr>
        <p:spPr>
          <a:xfrm>
            <a:off x="9418320" y="2073342"/>
            <a:ext cx="2350008" cy="605849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34" name="Text 16">
            <a:extLst>
              <a:ext uri="{FF2B5EF4-FFF2-40B4-BE49-F238E27FC236}">
                <a16:creationId xmlns:a16="http://schemas.microsoft.com/office/drawing/2014/main" id="{C0401923-D3D6-060F-63EE-6B87486538A4}"/>
              </a:ext>
            </a:extLst>
          </p:cNvPr>
          <p:cNvSpPr/>
          <p:nvPr/>
        </p:nvSpPr>
        <p:spPr>
          <a:xfrm>
            <a:off x="9457962" y="2125394"/>
            <a:ext cx="2228717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Baseline Coverage model</a:t>
            </a:r>
            <a:endParaRPr lang="en-US" sz="1200" dirty="0"/>
          </a:p>
        </p:txBody>
      </p:sp>
      <p:sp>
        <p:nvSpPr>
          <p:cNvPr id="136" name="Shape 17">
            <a:extLst>
              <a:ext uri="{FF2B5EF4-FFF2-40B4-BE49-F238E27FC236}">
                <a16:creationId xmlns:a16="http://schemas.microsoft.com/office/drawing/2014/main" id="{C13BFC91-32AA-84C4-1CE3-B0158461B2F5}"/>
              </a:ext>
            </a:extLst>
          </p:cNvPr>
          <p:cNvSpPr/>
          <p:nvPr/>
        </p:nvSpPr>
        <p:spPr>
          <a:xfrm>
            <a:off x="438913" y="2695134"/>
            <a:ext cx="3140226" cy="605849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38" name="Text 18">
            <a:extLst>
              <a:ext uri="{FF2B5EF4-FFF2-40B4-BE49-F238E27FC236}">
                <a16:creationId xmlns:a16="http://schemas.microsoft.com/office/drawing/2014/main" id="{FD86E5E8-9B6A-81B1-5D00-090BBD29B72A}"/>
              </a:ext>
            </a:extLst>
          </p:cNvPr>
          <p:cNvSpPr/>
          <p:nvPr/>
        </p:nvSpPr>
        <p:spPr>
          <a:xfrm>
            <a:off x="524745" y="2747186"/>
            <a:ext cx="2972747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Finalise promotion programme for Oct launch</a:t>
            </a:r>
            <a:endParaRPr lang="en-US" sz="1200" dirty="0"/>
          </a:p>
        </p:txBody>
      </p:sp>
      <p:sp>
        <p:nvSpPr>
          <p:cNvPr id="140" name="Shape 19">
            <a:extLst>
              <a:ext uri="{FF2B5EF4-FFF2-40B4-BE49-F238E27FC236}">
                <a16:creationId xmlns:a16="http://schemas.microsoft.com/office/drawing/2014/main" id="{15754BD6-EE2F-9A7D-5259-785B5B57C973}"/>
              </a:ext>
            </a:extLst>
          </p:cNvPr>
          <p:cNvSpPr/>
          <p:nvPr/>
        </p:nvSpPr>
        <p:spPr>
          <a:xfrm>
            <a:off x="3182112" y="2695134"/>
            <a:ext cx="6236207" cy="605849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42" name="Text 20">
            <a:extLst>
              <a:ext uri="{FF2B5EF4-FFF2-40B4-BE49-F238E27FC236}">
                <a16:creationId xmlns:a16="http://schemas.microsoft.com/office/drawing/2014/main" id="{F998B830-41C6-0E6E-939D-96659B19EA41}"/>
              </a:ext>
            </a:extLst>
          </p:cNvPr>
          <p:cNvSpPr/>
          <p:nvPr/>
        </p:nvSpPr>
        <p:spPr>
          <a:xfrm>
            <a:off x="3261767" y="2747186"/>
            <a:ext cx="6065643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Phase 1 N75 campaign with dealer baseline, one-page guide (Bulletin) and monthly league table.</a:t>
            </a:r>
            <a:endParaRPr lang="en-US" sz="1200" dirty="0"/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159C39FC-F28D-A441-0156-76218CAC205A}"/>
              </a:ext>
            </a:extLst>
          </p:cNvPr>
          <p:cNvSpPr/>
          <p:nvPr/>
        </p:nvSpPr>
        <p:spPr>
          <a:xfrm>
            <a:off x="9418320" y="2695134"/>
            <a:ext cx="2350008" cy="605849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46" name="Text 22">
            <a:extLst>
              <a:ext uri="{FF2B5EF4-FFF2-40B4-BE49-F238E27FC236}">
                <a16:creationId xmlns:a16="http://schemas.microsoft.com/office/drawing/2014/main" id="{530DC79A-6C57-8C60-6D79-88C9CCF5683D}"/>
              </a:ext>
            </a:extLst>
          </p:cNvPr>
          <p:cNvSpPr/>
          <p:nvPr/>
        </p:nvSpPr>
        <p:spPr>
          <a:xfrm>
            <a:off x="9457962" y="2747186"/>
            <a:ext cx="2228717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Implementation plan</a:t>
            </a:r>
            <a:endParaRPr lang="en-US" sz="1200" dirty="0"/>
          </a:p>
        </p:txBody>
      </p:sp>
      <p:sp>
        <p:nvSpPr>
          <p:cNvPr id="148" name="Shape 23">
            <a:extLst>
              <a:ext uri="{FF2B5EF4-FFF2-40B4-BE49-F238E27FC236}">
                <a16:creationId xmlns:a16="http://schemas.microsoft.com/office/drawing/2014/main" id="{210A98ED-2963-9228-6237-971BACB91209}"/>
              </a:ext>
            </a:extLst>
          </p:cNvPr>
          <p:cNvSpPr/>
          <p:nvPr/>
        </p:nvSpPr>
        <p:spPr>
          <a:xfrm>
            <a:off x="438913" y="3319272"/>
            <a:ext cx="3140226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50" name="Text 24">
            <a:extLst>
              <a:ext uri="{FF2B5EF4-FFF2-40B4-BE49-F238E27FC236}">
                <a16:creationId xmlns:a16="http://schemas.microsoft.com/office/drawing/2014/main" id="{1C6835DE-9187-904F-783C-87A7299CFFB4}"/>
              </a:ext>
            </a:extLst>
          </p:cNvPr>
          <p:cNvSpPr/>
          <p:nvPr/>
        </p:nvSpPr>
        <p:spPr>
          <a:xfrm>
            <a:off x="524745" y="3371322"/>
            <a:ext cx="297274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Review parts list / BVP / low demand</a:t>
            </a:r>
            <a:endParaRPr lang="en-US" sz="1200" dirty="0"/>
          </a:p>
        </p:txBody>
      </p:sp>
      <p:sp>
        <p:nvSpPr>
          <p:cNvPr id="152" name="Shape 25">
            <a:extLst>
              <a:ext uri="{FF2B5EF4-FFF2-40B4-BE49-F238E27FC236}">
                <a16:creationId xmlns:a16="http://schemas.microsoft.com/office/drawing/2014/main" id="{D8BB71B6-2F20-1775-FE37-5BB92363A2DB}"/>
              </a:ext>
            </a:extLst>
          </p:cNvPr>
          <p:cNvSpPr/>
          <p:nvPr/>
        </p:nvSpPr>
        <p:spPr>
          <a:xfrm>
            <a:off x="3182112" y="3319272"/>
            <a:ext cx="6236207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54" name="Text 26">
            <a:extLst>
              <a:ext uri="{FF2B5EF4-FFF2-40B4-BE49-F238E27FC236}">
                <a16:creationId xmlns:a16="http://schemas.microsoft.com/office/drawing/2014/main" id="{1558EC7D-ADE7-69FE-41B6-B1045FAF648F}"/>
              </a:ext>
            </a:extLst>
          </p:cNvPr>
          <p:cNvSpPr/>
          <p:nvPr/>
        </p:nvSpPr>
        <p:spPr>
          <a:xfrm>
            <a:off x="3261767" y="3371322"/>
            <a:ext cx="6065643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Resolve 1876102860, 5876102500, 8983104491, 8983752250 and EU R90 brake pad action.</a:t>
            </a:r>
            <a:endParaRPr lang="en-US" sz="1200" dirty="0"/>
          </a:p>
        </p:txBody>
      </p:sp>
      <p:sp>
        <p:nvSpPr>
          <p:cNvPr id="156" name="Shape 27">
            <a:extLst>
              <a:ext uri="{FF2B5EF4-FFF2-40B4-BE49-F238E27FC236}">
                <a16:creationId xmlns:a16="http://schemas.microsoft.com/office/drawing/2014/main" id="{8F094E5E-A878-286B-C9A3-649CB0CC9D6D}"/>
              </a:ext>
            </a:extLst>
          </p:cNvPr>
          <p:cNvSpPr/>
          <p:nvPr/>
        </p:nvSpPr>
        <p:spPr>
          <a:xfrm>
            <a:off x="9418320" y="3319272"/>
            <a:ext cx="2350008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58" name="Text 28">
            <a:extLst>
              <a:ext uri="{FF2B5EF4-FFF2-40B4-BE49-F238E27FC236}">
                <a16:creationId xmlns:a16="http://schemas.microsoft.com/office/drawing/2014/main" id="{7D230008-5EAD-CD8C-57F2-6B9897A00A55}"/>
              </a:ext>
            </a:extLst>
          </p:cNvPr>
          <p:cNvSpPr/>
          <p:nvPr/>
        </p:nvSpPr>
        <p:spPr>
          <a:xfrm>
            <a:off x="9457962" y="3371322"/>
            <a:ext cx="222871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BVP action list</a:t>
            </a:r>
            <a:endParaRPr lang="en-US" sz="1200" dirty="0"/>
          </a:p>
        </p:txBody>
      </p:sp>
      <p:sp>
        <p:nvSpPr>
          <p:cNvPr id="160" name="Shape 29">
            <a:extLst>
              <a:ext uri="{FF2B5EF4-FFF2-40B4-BE49-F238E27FC236}">
                <a16:creationId xmlns:a16="http://schemas.microsoft.com/office/drawing/2014/main" id="{7325077F-5B29-49B5-D61F-8BF050BD66BD}"/>
              </a:ext>
            </a:extLst>
          </p:cNvPr>
          <p:cNvSpPr/>
          <p:nvPr/>
        </p:nvSpPr>
        <p:spPr>
          <a:xfrm>
            <a:off x="438913" y="4032504"/>
            <a:ext cx="3140226" cy="694944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62" name="Text 30">
            <a:extLst>
              <a:ext uri="{FF2B5EF4-FFF2-40B4-BE49-F238E27FC236}">
                <a16:creationId xmlns:a16="http://schemas.microsoft.com/office/drawing/2014/main" id="{4D019EBF-884D-7462-BF77-A85798BEA802}"/>
              </a:ext>
            </a:extLst>
          </p:cNvPr>
          <p:cNvSpPr/>
          <p:nvPr/>
        </p:nvSpPr>
        <p:spPr>
          <a:xfrm>
            <a:off x="524745" y="4084554"/>
            <a:ext cx="297274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Discuss maintenance package / KPIs</a:t>
            </a:r>
            <a:endParaRPr lang="en-US" sz="1200" dirty="0"/>
          </a:p>
        </p:txBody>
      </p:sp>
      <p:sp>
        <p:nvSpPr>
          <p:cNvPr id="164" name="Shape 31">
            <a:extLst>
              <a:ext uri="{FF2B5EF4-FFF2-40B4-BE49-F238E27FC236}">
                <a16:creationId xmlns:a16="http://schemas.microsoft.com/office/drawing/2014/main" id="{7561446B-D5AA-93DA-EAE7-9F8A72F783DE}"/>
              </a:ext>
            </a:extLst>
          </p:cNvPr>
          <p:cNvSpPr/>
          <p:nvPr/>
        </p:nvSpPr>
        <p:spPr>
          <a:xfrm>
            <a:off x="3182112" y="4032504"/>
            <a:ext cx="6236207" cy="694944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66" name="Text 32">
            <a:extLst>
              <a:ext uri="{FF2B5EF4-FFF2-40B4-BE49-F238E27FC236}">
                <a16:creationId xmlns:a16="http://schemas.microsoft.com/office/drawing/2014/main" id="{216E4085-9997-5123-F2A1-6AEE0CF6EE6A}"/>
              </a:ext>
            </a:extLst>
          </p:cNvPr>
          <p:cNvSpPr/>
          <p:nvPr/>
        </p:nvSpPr>
        <p:spPr>
          <a:xfrm>
            <a:off x="3261767" y="4084554"/>
            <a:ext cx="6065643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Connect PMS to maintenance packages, contract rate, dealer events, genuine parts and fill-rate KPIs.</a:t>
            </a:r>
            <a:endParaRPr lang="en-US" sz="1200" dirty="0"/>
          </a:p>
        </p:txBody>
      </p:sp>
      <p:sp>
        <p:nvSpPr>
          <p:cNvPr id="168" name="Shape 33">
            <a:extLst>
              <a:ext uri="{FF2B5EF4-FFF2-40B4-BE49-F238E27FC236}">
                <a16:creationId xmlns:a16="http://schemas.microsoft.com/office/drawing/2014/main" id="{5BC608CA-6E39-C502-5F96-043117F9DA66}"/>
              </a:ext>
            </a:extLst>
          </p:cNvPr>
          <p:cNvSpPr/>
          <p:nvPr/>
        </p:nvSpPr>
        <p:spPr>
          <a:xfrm>
            <a:off x="9418320" y="4032504"/>
            <a:ext cx="2350008" cy="694944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70" name="Text 34">
            <a:extLst>
              <a:ext uri="{FF2B5EF4-FFF2-40B4-BE49-F238E27FC236}">
                <a16:creationId xmlns:a16="http://schemas.microsoft.com/office/drawing/2014/main" id="{1CE3D664-A91E-9B0D-A7DE-6FD03BCC432A}"/>
              </a:ext>
            </a:extLst>
          </p:cNvPr>
          <p:cNvSpPr/>
          <p:nvPr/>
        </p:nvSpPr>
        <p:spPr>
          <a:xfrm>
            <a:off x="9457962" y="4084554"/>
            <a:ext cx="222871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KPI’s</a:t>
            </a:r>
            <a:endParaRPr lang="en-US" sz="1200" dirty="0"/>
          </a:p>
        </p:txBody>
      </p:sp>
      <p:sp>
        <p:nvSpPr>
          <p:cNvPr id="172" name="Shape 35">
            <a:extLst>
              <a:ext uri="{FF2B5EF4-FFF2-40B4-BE49-F238E27FC236}">
                <a16:creationId xmlns:a16="http://schemas.microsoft.com/office/drawing/2014/main" id="{16C354FD-1320-4CF6-2689-43A5377BC9B2}"/>
              </a:ext>
            </a:extLst>
          </p:cNvPr>
          <p:cNvSpPr/>
          <p:nvPr/>
        </p:nvSpPr>
        <p:spPr>
          <a:xfrm>
            <a:off x="438913" y="4745736"/>
            <a:ext cx="3140226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74" name="Text 36">
            <a:extLst>
              <a:ext uri="{FF2B5EF4-FFF2-40B4-BE49-F238E27FC236}">
                <a16:creationId xmlns:a16="http://schemas.microsoft.com/office/drawing/2014/main" id="{8E497C1D-C22C-022E-9806-1F416F1253FD}"/>
              </a:ext>
            </a:extLst>
          </p:cNvPr>
          <p:cNvSpPr/>
          <p:nvPr/>
        </p:nvSpPr>
        <p:spPr>
          <a:xfrm>
            <a:off x="524745" y="4797786"/>
            <a:ext cx="297274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Use connected / odometer linkage</a:t>
            </a:r>
            <a:endParaRPr lang="en-US" sz="1200" dirty="0"/>
          </a:p>
        </p:txBody>
      </p:sp>
      <p:sp>
        <p:nvSpPr>
          <p:cNvPr id="176" name="Shape 37">
            <a:extLst>
              <a:ext uri="{FF2B5EF4-FFF2-40B4-BE49-F238E27FC236}">
                <a16:creationId xmlns:a16="http://schemas.microsoft.com/office/drawing/2014/main" id="{0CFC529A-E6AE-36B0-0EDD-7D405CC3B0FD}"/>
              </a:ext>
            </a:extLst>
          </p:cNvPr>
          <p:cNvSpPr/>
          <p:nvPr/>
        </p:nvSpPr>
        <p:spPr>
          <a:xfrm>
            <a:off x="3182112" y="4745736"/>
            <a:ext cx="6236207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78" name="Text 38">
            <a:extLst>
              <a:ext uri="{FF2B5EF4-FFF2-40B4-BE49-F238E27FC236}">
                <a16:creationId xmlns:a16="http://schemas.microsoft.com/office/drawing/2014/main" id="{31BB19DF-968C-ED68-D12B-B5F3F51ABC7A}"/>
              </a:ext>
            </a:extLst>
          </p:cNvPr>
          <p:cNvSpPr/>
          <p:nvPr/>
        </p:nvSpPr>
        <p:spPr>
          <a:xfrm>
            <a:off x="3261767" y="4797786"/>
            <a:ext cx="6065643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Odometer + geofence + history creates due-work trigger and S1-S4 classification.</a:t>
            </a:r>
            <a:endParaRPr lang="en-US" sz="1200" dirty="0"/>
          </a:p>
        </p:txBody>
      </p:sp>
      <p:sp>
        <p:nvSpPr>
          <p:cNvPr id="180" name="Shape 39">
            <a:extLst>
              <a:ext uri="{FF2B5EF4-FFF2-40B4-BE49-F238E27FC236}">
                <a16:creationId xmlns:a16="http://schemas.microsoft.com/office/drawing/2014/main" id="{A20A0438-B0F1-7CF9-8B08-4569F25D316A}"/>
              </a:ext>
            </a:extLst>
          </p:cNvPr>
          <p:cNvSpPr/>
          <p:nvPr/>
        </p:nvSpPr>
        <p:spPr>
          <a:xfrm>
            <a:off x="9418320" y="4745736"/>
            <a:ext cx="2350008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82" name="Text 40">
            <a:extLst>
              <a:ext uri="{FF2B5EF4-FFF2-40B4-BE49-F238E27FC236}">
                <a16:creationId xmlns:a16="http://schemas.microsoft.com/office/drawing/2014/main" id="{C3FDFA74-1F71-CCCF-BAD7-9E95C50BE270}"/>
              </a:ext>
            </a:extLst>
          </p:cNvPr>
          <p:cNvSpPr/>
          <p:nvPr/>
        </p:nvSpPr>
        <p:spPr>
          <a:xfrm>
            <a:off x="9457962" y="4797786"/>
            <a:ext cx="222871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Future Connected workflow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89587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2226-83AE-A1F9-5168-D3CC3353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C07B0A6-A365-2277-D9E9-4C7D28D6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Promotion Parts List – BVP Queries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DEC461D7-9D1B-195D-FEB8-B40AE30D6D9B}"/>
              </a:ext>
            </a:extLst>
          </p:cNvPr>
          <p:cNvSpPr/>
          <p:nvPr/>
        </p:nvSpPr>
        <p:spPr>
          <a:xfrm>
            <a:off x="640080" y="2066544"/>
            <a:ext cx="2011680" cy="384048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221EDC-DE1D-737F-9731-A5FC0F275977}"/>
              </a:ext>
            </a:extLst>
          </p:cNvPr>
          <p:cNvSpPr/>
          <p:nvPr/>
        </p:nvSpPr>
        <p:spPr>
          <a:xfrm>
            <a:off x="713232" y="212140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</a:t>
            </a:r>
            <a:endParaRPr lang="en-US" sz="12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FB20EF25-53B6-6A13-52D8-DB78E269B051}"/>
              </a:ext>
            </a:extLst>
          </p:cNvPr>
          <p:cNvSpPr/>
          <p:nvPr/>
        </p:nvSpPr>
        <p:spPr>
          <a:xfrm>
            <a:off x="2651760" y="2066544"/>
            <a:ext cx="3200400" cy="384048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A07433F-A6A7-C70F-54D8-A50CFF8A6DDE}"/>
              </a:ext>
            </a:extLst>
          </p:cNvPr>
          <p:cNvSpPr/>
          <p:nvPr/>
        </p:nvSpPr>
        <p:spPr>
          <a:xfrm>
            <a:off x="2724912" y="21214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</a:t>
            </a:r>
            <a:endParaRPr lang="en-US" sz="12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F69718A3-EE9C-2512-C487-FE6099871B20}"/>
              </a:ext>
            </a:extLst>
          </p:cNvPr>
          <p:cNvSpPr/>
          <p:nvPr/>
        </p:nvSpPr>
        <p:spPr>
          <a:xfrm>
            <a:off x="5852160" y="2066544"/>
            <a:ext cx="5669280" cy="384048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AAC5FCF-EA8A-099A-56DB-C55A1E28332E}"/>
              </a:ext>
            </a:extLst>
          </p:cNvPr>
          <p:cNvSpPr/>
          <p:nvPr/>
        </p:nvSpPr>
        <p:spPr>
          <a:xfrm>
            <a:off x="5925312" y="2121408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ITUK action</a:t>
            </a:r>
            <a:endParaRPr lang="en-US" sz="12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F06D333-AB9C-C350-4D3B-C46A4DCEA294}"/>
              </a:ext>
            </a:extLst>
          </p:cNvPr>
          <p:cNvSpPr/>
          <p:nvPr/>
        </p:nvSpPr>
        <p:spPr>
          <a:xfrm>
            <a:off x="640080" y="2450592"/>
            <a:ext cx="2011680" cy="65836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E6F43F20-D6CF-435C-F5C8-6F79DC6DB868}"/>
              </a:ext>
            </a:extLst>
          </p:cNvPr>
          <p:cNvSpPr/>
          <p:nvPr/>
        </p:nvSpPr>
        <p:spPr>
          <a:xfrm>
            <a:off x="713232" y="250545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1876102860</a:t>
            </a:r>
            <a:endParaRPr lang="en-US" sz="12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042B06D6-68C5-B7FB-03D8-9B0A4B32207A}"/>
              </a:ext>
            </a:extLst>
          </p:cNvPr>
          <p:cNvSpPr/>
          <p:nvPr/>
        </p:nvSpPr>
        <p:spPr>
          <a:xfrm>
            <a:off x="2651760" y="2450592"/>
            <a:ext cx="3200400" cy="65836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72082056-8FD0-C2F5-B8F0-4492A7A5141F}"/>
              </a:ext>
            </a:extLst>
          </p:cNvPr>
          <p:cNvSpPr/>
          <p:nvPr/>
        </p:nvSpPr>
        <p:spPr>
          <a:xfrm>
            <a:off x="2724912" y="2505456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BVP fuel filter: zero ITUK Parts Sales 2025</a:t>
            </a:r>
            <a:endParaRPr lang="en-US" sz="12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6D96C26-519E-EBB0-AFFD-50C7A5AADB85}"/>
              </a:ext>
            </a:extLst>
          </p:cNvPr>
          <p:cNvSpPr/>
          <p:nvPr/>
        </p:nvSpPr>
        <p:spPr>
          <a:xfrm>
            <a:off x="5852160" y="2450592"/>
            <a:ext cx="5669280" cy="65836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EFFA8950-378E-0B97-AF3E-4422F4ACA6BA}"/>
              </a:ext>
            </a:extLst>
          </p:cNvPr>
          <p:cNvSpPr/>
          <p:nvPr/>
        </p:nvSpPr>
        <p:spPr>
          <a:xfrm>
            <a:off x="5925312" y="2505456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BVP alternative 8975425400</a:t>
            </a:r>
            <a:endParaRPr lang="en-US" sz="1200" dirty="0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E239A2E5-B41A-04B8-94ED-C5450134CDF5}"/>
              </a:ext>
            </a:extLst>
          </p:cNvPr>
          <p:cNvSpPr/>
          <p:nvPr/>
        </p:nvSpPr>
        <p:spPr>
          <a:xfrm>
            <a:off x="640080" y="3108960"/>
            <a:ext cx="201168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69BEFDCB-684F-FBE3-9D4D-3DE933DC86E4}"/>
              </a:ext>
            </a:extLst>
          </p:cNvPr>
          <p:cNvSpPr/>
          <p:nvPr/>
        </p:nvSpPr>
        <p:spPr>
          <a:xfrm>
            <a:off x="713232" y="316382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5876102500</a:t>
            </a:r>
            <a:endParaRPr lang="en-US" sz="1200" dirty="0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3EE7DCA7-AFDB-227D-B00C-9C3B180BC3DA}"/>
              </a:ext>
            </a:extLst>
          </p:cNvPr>
          <p:cNvSpPr/>
          <p:nvPr/>
        </p:nvSpPr>
        <p:spPr>
          <a:xfrm>
            <a:off x="2651760" y="3108960"/>
            <a:ext cx="320040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860B7C5F-3AF7-10A4-4188-642815F7FCD7}"/>
              </a:ext>
            </a:extLst>
          </p:cNvPr>
          <p:cNvSpPr/>
          <p:nvPr/>
        </p:nvSpPr>
        <p:spPr>
          <a:xfrm>
            <a:off x="2724912" y="3163824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BVP air filter: zero ITUK Parts Sales 2025</a:t>
            </a:r>
            <a:endParaRPr lang="en-US" sz="1200" dirty="0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0E61256D-EF82-67CA-58F2-E3600760FFC8}"/>
              </a:ext>
            </a:extLst>
          </p:cNvPr>
          <p:cNvSpPr/>
          <p:nvPr/>
        </p:nvSpPr>
        <p:spPr>
          <a:xfrm>
            <a:off x="5852160" y="3108960"/>
            <a:ext cx="566928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CE0F4B69-B10B-080D-1419-D8AE02379F8B}"/>
              </a:ext>
            </a:extLst>
          </p:cNvPr>
          <p:cNvSpPr/>
          <p:nvPr/>
        </p:nvSpPr>
        <p:spPr>
          <a:xfrm>
            <a:off x="5925312" y="3163824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BVP alternative 8981772710</a:t>
            </a:r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0FAB2626-0404-3365-211F-43DA0D60374B}"/>
              </a:ext>
            </a:extLst>
          </p:cNvPr>
          <p:cNvSpPr/>
          <p:nvPr/>
        </p:nvSpPr>
        <p:spPr>
          <a:xfrm>
            <a:off x="640080" y="3767328"/>
            <a:ext cx="2011680" cy="74980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70" name="Text 25">
            <a:extLst>
              <a:ext uri="{FF2B5EF4-FFF2-40B4-BE49-F238E27FC236}">
                <a16:creationId xmlns:a16="http://schemas.microsoft.com/office/drawing/2014/main" id="{2DD844F8-DD24-2FEE-0BFB-D7EEB84D41A7}"/>
              </a:ext>
            </a:extLst>
          </p:cNvPr>
          <p:cNvSpPr/>
          <p:nvPr/>
        </p:nvSpPr>
        <p:spPr>
          <a:xfrm>
            <a:off x="713232" y="382219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8983104491 / 8983752250</a:t>
            </a:r>
            <a:endParaRPr lang="en-US" sz="1200" dirty="0"/>
          </a:p>
        </p:txBody>
      </p:sp>
      <p:sp>
        <p:nvSpPr>
          <p:cNvPr id="72" name="Shape 26">
            <a:extLst>
              <a:ext uri="{FF2B5EF4-FFF2-40B4-BE49-F238E27FC236}">
                <a16:creationId xmlns:a16="http://schemas.microsoft.com/office/drawing/2014/main" id="{6DD14A63-CD3D-DD48-B725-37FDFAA7F1B3}"/>
              </a:ext>
            </a:extLst>
          </p:cNvPr>
          <p:cNvSpPr/>
          <p:nvPr/>
        </p:nvSpPr>
        <p:spPr>
          <a:xfrm>
            <a:off x="2651760" y="3767328"/>
            <a:ext cx="3200400" cy="74980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ECCE2B48-A6CB-6CF0-53C0-9751DCC39AA4}"/>
              </a:ext>
            </a:extLst>
          </p:cNvPr>
          <p:cNvSpPr/>
          <p:nvPr/>
        </p:nvSpPr>
        <p:spPr>
          <a:xfrm>
            <a:off x="2724912" y="382219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demand filters</a:t>
            </a:r>
            <a:endParaRPr lang="en-US" sz="1200" dirty="0"/>
          </a:p>
        </p:txBody>
      </p:sp>
      <p:sp>
        <p:nvSpPr>
          <p:cNvPr id="76" name="Shape 28">
            <a:extLst>
              <a:ext uri="{FF2B5EF4-FFF2-40B4-BE49-F238E27FC236}">
                <a16:creationId xmlns:a16="http://schemas.microsoft.com/office/drawing/2014/main" id="{49E51AE7-2E16-B880-9EC7-42968FF6E262}"/>
              </a:ext>
            </a:extLst>
          </p:cNvPr>
          <p:cNvSpPr/>
          <p:nvPr/>
        </p:nvSpPr>
        <p:spPr>
          <a:xfrm>
            <a:off x="5852160" y="3767328"/>
            <a:ext cx="5669280" cy="74980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8AD11B29-0D5E-BA6B-2ADF-B6ED914774D0}"/>
              </a:ext>
            </a:extLst>
          </p:cNvPr>
          <p:cNvSpPr/>
          <p:nvPr/>
        </p:nvSpPr>
        <p:spPr>
          <a:xfrm>
            <a:off x="5925312" y="3822192"/>
            <a:ext cx="5522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S/S TO 8975425390</a:t>
            </a:r>
          </a:p>
        </p:txBody>
      </p:sp>
      <p:sp>
        <p:nvSpPr>
          <p:cNvPr id="80" name="Shape 30">
            <a:extLst>
              <a:ext uri="{FF2B5EF4-FFF2-40B4-BE49-F238E27FC236}">
                <a16:creationId xmlns:a16="http://schemas.microsoft.com/office/drawing/2014/main" id="{FE8EF2F5-30C3-B847-6484-CCFC3837E103}"/>
              </a:ext>
            </a:extLst>
          </p:cNvPr>
          <p:cNvSpPr/>
          <p:nvPr/>
        </p:nvSpPr>
        <p:spPr>
          <a:xfrm>
            <a:off x="640080" y="4517136"/>
            <a:ext cx="201168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F5359830-62A0-B0EC-8B87-BA5C65B6CC42}"/>
              </a:ext>
            </a:extLst>
          </p:cNvPr>
          <p:cNvSpPr/>
          <p:nvPr/>
        </p:nvSpPr>
        <p:spPr>
          <a:xfrm>
            <a:off x="713232" y="457200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8982447940</a:t>
            </a:r>
            <a:endParaRPr lang="en-US" sz="1200" dirty="0"/>
          </a:p>
        </p:txBody>
      </p:sp>
      <p:sp>
        <p:nvSpPr>
          <p:cNvPr id="84" name="Shape 32">
            <a:extLst>
              <a:ext uri="{FF2B5EF4-FFF2-40B4-BE49-F238E27FC236}">
                <a16:creationId xmlns:a16="http://schemas.microsoft.com/office/drawing/2014/main" id="{1FB3D126-9FB7-2DEF-C54B-93A1CC030B83}"/>
              </a:ext>
            </a:extLst>
          </p:cNvPr>
          <p:cNvSpPr/>
          <p:nvPr/>
        </p:nvSpPr>
        <p:spPr>
          <a:xfrm>
            <a:off x="2651760" y="4517136"/>
            <a:ext cx="320040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86" name="Text 33">
            <a:extLst>
              <a:ext uri="{FF2B5EF4-FFF2-40B4-BE49-F238E27FC236}">
                <a16:creationId xmlns:a16="http://schemas.microsoft.com/office/drawing/2014/main" id="{85B6DEEC-6835-4BD6-3559-A2234100A41E}"/>
              </a:ext>
            </a:extLst>
          </p:cNvPr>
          <p:cNvSpPr/>
          <p:nvPr/>
        </p:nvSpPr>
        <p:spPr>
          <a:xfrm>
            <a:off x="2724912" y="45720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R90 brake pad replacement for N75</a:t>
            </a:r>
            <a:endParaRPr lang="en-US" sz="1200" dirty="0"/>
          </a:p>
        </p:txBody>
      </p:sp>
      <p:sp>
        <p:nvSpPr>
          <p:cNvPr id="88" name="Shape 34">
            <a:extLst>
              <a:ext uri="{FF2B5EF4-FFF2-40B4-BE49-F238E27FC236}">
                <a16:creationId xmlns:a16="http://schemas.microsoft.com/office/drawing/2014/main" id="{6AE20C1B-A320-E340-0A84-D642B831D297}"/>
              </a:ext>
            </a:extLst>
          </p:cNvPr>
          <p:cNvSpPr/>
          <p:nvPr/>
        </p:nvSpPr>
        <p:spPr>
          <a:xfrm>
            <a:off x="5852160" y="4517136"/>
            <a:ext cx="566928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EA25E9D8-C459-9894-CB64-2BFB8D118E82}"/>
              </a:ext>
            </a:extLst>
          </p:cNvPr>
          <p:cNvSpPr/>
          <p:nvPr/>
        </p:nvSpPr>
        <p:spPr>
          <a:xfrm>
            <a:off x="5925312" y="4572000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initial order and add to R90-compliant brake pack after ISZE/ISZJ confirmation.</a:t>
            </a:r>
            <a:endParaRPr lang="en-US" sz="1200" dirty="0"/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95F28BA6-9826-7476-ECA8-87CF2BA70064}"/>
              </a:ext>
            </a:extLst>
          </p:cNvPr>
          <p:cNvSpPr/>
          <p:nvPr/>
        </p:nvSpPr>
        <p:spPr>
          <a:xfrm>
            <a:off x="695400" y="1088136"/>
            <a:ext cx="10945368" cy="47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4251"/>
                </a:solidFill>
              </a:rPr>
              <a:t>BVP availability, low-demand fuel items and the EU R90 brake pad.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0223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D9796-689F-19E9-3CFF-C1D57B24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26DBAD2-E267-23C0-F243-38C5D770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Parts \ Service Flow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97D3859-316A-9816-BE19-47592CC1098E}"/>
              </a:ext>
            </a:extLst>
          </p:cNvPr>
          <p:cNvCxnSpPr>
            <a:cxnSpLocks/>
            <a:stCxn id="17" idx="3"/>
            <a:endCxn id="18" idx="3"/>
          </p:cNvCxnSpPr>
          <p:nvPr/>
        </p:nvCxnSpPr>
        <p:spPr>
          <a:xfrm flipH="1" flipV="1">
            <a:off x="2778956" y="6150950"/>
            <a:ext cx="6554672" cy="11839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6A075D6-FE52-A008-B3E9-D7367404A688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 flipH="1">
            <a:off x="1406251" y="4450155"/>
            <a:ext cx="954089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B8D6A7-2837-C060-A08B-DDBE7AC145EC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 flipH="1">
            <a:off x="3971864" y="1544633"/>
            <a:ext cx="2939888" cy="732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3D4165-537E-A697-3B74-7FA56D8EAE96}"/>
              </a:ext>
            </a:extLst>
          </p:cNvPr>
          <p:cNvCxnSpPr>
            <a:cxnSpLocks/>
            <a:stCxn id="32" idx="1"/>
            <a:endCxn id="19" idx="1"/>
          </p:cNvCxnSpPr>
          <p:nvPr/>
        </p:nvCxnSpPr>
        <p:spPr>
          <a:xfrm flipH="1">
            <a:off x="1919009" y="2436168"/>
            <a:ext cx="6426428" cy="28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660A13-3198-6FA5-2EC0-E77B0725AB5F}"/>
              </a:ext>
            </a:extLst>
          </p:cNvPr>
          <p:cNvCxnSpPr>
            <a:cxnSpLocks/>
            <a:stCxn id="28" idx="3"/>
            <a:endCxn id="32" idx="3"/>
          </p:cNvCxnSpPr>
          <p:nvPr/>
        </p:nvCxnSpPr>
        <p:spPr>
          <a:xfrm flipH="1" flipV="1">
            <a:off x="8728884" y="2436168"/>
            <a:ext cx="1458623" cy="3788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FB286DD4-765C-EFCD-37B1-FF49A3A050E6}"/>
              </a:ext>
            </a:extLst>
          </p:cNvPr>
          <p:cNvSpPr/>
          <p:nvPr/>
        </p:nvSpPr>
        <p:spPr>
          <a:xfrm>
            <a:off x="1566874" y="1318243"/>
            <a:ext cx="1194376" cy="457200"/>
          </a:xfrm>
          <a:prstGeom prst="roundRect">
            <a:avLst/>
          </a:prstGeom>
          <a:solidFill>
            <a:srgbClr val="C6E0B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>
                <a:solidFill>
                  <a:schemeClr val="tx1"/>
                </a:solidFill>
              </a:rPr>
              <a:t>Parts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49CB6CA-EA0E-103C-41AD-E77FCCEA6380}"/>
              </a:ext>
            </a:extLst>
          </p:cNvPr>
          <p:cNvSpPr/>
          <p:nvPr/>
        </p:nvSpPr>
        <p:spPr>
          <a:xfrm>
            <a:off x="1406250" y="5130514"/>
            <a:ext cx="1867757" cy="457200"/>
          </a:xfrm>
          <a:prstGeom prst="roundRect">
            <a:avLst/>
          </a:prstGeom>
          <a:solidFill>
            <a:srgbClr val="F4CCC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>
                <a:solidFill>
                  <a:schemeClr val="tx1"/>
                </a:solidFill>
              </a:rPr>
              <a:t>Service Advisor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05B6A69C-4308-7052-22D0-2DF58772EE5B}"/>
              </a:ext>
            </a:extLst>
          </p:cNvPr>
          <p:cNvSpPr/>
          <p:nvPr/>
        </p:nvSpPr>
        <p:spPr>
          <a:xfrm>
            <a:off x="1391876" y="3365822"/>
            <a:ext cx="1369374" cy="457200"/>
          </a:xfrm>
          <a:prstGeom prst="roundRect">
            <a:avLst/>
          </a:prstGeom>
          <a:solidFill>
            <a:srgbClr val="BDD7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>
                <a:solidFill>
                  <a:schemeClr val="tx1"/>
                </a:solidFill>
              </a:rPr>
              <a:t>Technician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6ACB55-9831-D4B1-1C0A-51AD71511E80}"/>
              </a:ext>
            </a:extLst>
          </p:cNvPr>
          <p:cNvSpPr/>
          <p:nvPr/>
        </p:nvSpPr>
        <p:spPr>
          <a:xfrm>
            <a:off x="5556753" y="1214384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Inbound Parts </a:t>
            </a:r>
            <a:r>
              <a:rPr dirty="0">
                <a:solidFill>
                  <a:schemeClr val="bg1"/>
                </a:solidFill>
              </a:rPr>
              <a:t>Inspection</a:t>
            </a:r>
            <a:r>
              <a:rPr lang="en-GB" dirty="0">
                <a:solidFill>
                  <a:schemeClr val="bg1"/>
                </a:solidFill>
              </a:rPr>
              <a:t> &amp; 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Put-away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9CFAE4-CCF8-D427-3BE0-1E23B4657A90}"/>
              </a:ext>
            </a:extLst>
          </p:cNvPr>
          <p:cNvSpPr/>
          <p:nvPr/>
        </p:nvSpPr>
        <p:spPr>
          <a:xfrm>
            <a:off x="6317788" y="4119906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bg1"/>
                </a:solidFill>
              </a:rPr>
              <a:t>Suggest </a:t>
            </a:r>
            <a:r>
              <a:rPr lang="en-GB" dirty="0">
                <a:solidFill>
                  <a:schemeClr val="bg1"/>
                </a:solidFill>
              </a:rPr>
              <a:t>Additional Items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18586-44C6-3A1F-86EC-E47869648A8E}"/>
              </a:ext>
            </a:extLst>
          </p:cNvPr>
          <p:cNvSpPr/>
          <p:nvPr/>
        </p:nvSpPr>
        <p:spPr>
          <a:xfrm>
            <a:off x="7978629" y="5832540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Vehicle Handover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B2652-B7A6-505F-6BE3-0F171B3F9BB6}"/>
              </a:ext>
            </a:extLst>
          </p:cNvPr>
          <p:cNvSpPr/>
          <p:nvPr/>
        </p:nvSpPr>
        <p:spPr>
          <a:xfrm>
            <a:off x="1423957" y="5820701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Vehicle Check-In &amp; Confirm Authorised Work on Job Card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1A33D0-833B-0603-1A9D-D5818752C353}"/>
              </a:ext>
            </a:extLst>
          </p:cNvPr>
          <p:cNvSpPr/>
          <p:nvPr/>
        </p:nvSpPr>
        <p:spPr>
          <a:xfrm>
            <a:off x="1919009" y="2134144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Dealer Inventory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B63841-D20B-3605-F64E-FE848FECBEE7}"/>
              </a:ext>
            </a:extLst>
          </p:cNvPr>
          <p:cNvSpPr/>
          <p:nvPr/>
        </p:nvSpPr>
        <p:spPr>
          <a:xfrm>
            <a:off x="3043430" y="4121685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bg1"/>
                </a:solidFill>
              </a:rPr>
              <a:t>Confirm </a:t>
            </a:r>
            <a:r>
              <a:rPr lang="en-GB" dirty="0">
                <a:solidFill>
                  <a:schemeClr val="bg1"/>
                </a:solidFill>
              </a:rPr>
              <a:t>Authorised Work &amp; Mileage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A268D-4E11-62B5-DFC3-6171D1B11CCB}"/>
              </a:ext>
            </a:extLst>
          </p:cNvPr>
          <p:cNvSpPr/>
          <p:nvPr/>
        </p:nvSpPr>
        <p:spPr>
          <a:xfrm>
            <a:off x="4680609" y="4119906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Collect Required Parts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1814A6-2530-2556-DC31-39D023823DA7}"/>
              </a:ext>
            </a:extLst>
          </p:cNvPr>
          <p:cNvSpPr/>
          <p:nvPr/>
        </p:nvSpPr>
        <p:spPr>
          <a:xfrm>
            <a:off x="7954967" y="4119906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bg1"/>
                </a:solidFill>
              </a:rPr>
              <a:t>Perform Work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4D8B61-EB00-301E-E3DB-99EDB872F666}"/>
              </a:ext>
            </a:extLst>
          </p:cNvPr>
          <p:cNvSpPr/>
          <p:nvPr/>
        </p:nvSpPr>
        <p:spPr>
          <a:xfrm>
            <a:off x="9592146" y="4119906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bg1"/>
                </a:solidFill>
              </a:rPr>
              <a:t>Fill Out Check Sheet</a:t>
            </a:r>
            <a:r>
              <a:rPr lang="en-GB" dirty="0">
                <a:solidFill>
                  <a:schemeClr val="bg1"/>
                </a:solidFill>
              </a:rPr>
              <a:t> &amp; Job Card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FB75C-C412-0060-43FE-474A670028DC}"/>
              </a:ext>
            </a:extLst>
          </p:cNvPr>
          <p:cNvSpPr/>
          <p:nvPr/>
        </p:nvSpPr>
        <p:spPr>
          <a:xfrm>
            <a:off x="6368583" y="5832540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Feedback to customer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AFCDAB-8196-ED59-F1C2-3655EAC1C371}"/>
              </a:ext>
            </a:extLst>
          </p:cNvPr>
          <p:cNvSpPr/>
          <p:nvPr/>
        </p:nvSpPr>
        <p:spPr>
          <a:xfrm>
            <a:off x="4649363" y="5832540"/>
            <a:ext cx="1464173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bg1"/>
                </a:solidFill>
              </a:rPr>
              <a:t>Explain </a:t>
            </a:r>
            <a:r>
              <a:rPr lang="en-GB" dirty="0">
                <a:solidFill>
                  <a:schemeClr val="bg1"/>
                </a:solidFill>
              </a:rPr>
              <a:t>work completed &amp; quote for additional work.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A27EC5-E381-5DEC-AB51-26841C1682B7}"/>
              </a:ext>
            </a:extLst>
          </p:cNvPr>
          <p:cNvSpPr/>
          <p:nvPr/>
        </p:nvSpPr>
        <p:spPr>
          <a:xfrm>
            <a:off x="3039317" y="5820701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Hand Keys to Workshop Controller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219B01-4A3C-EFFF-C169-70A3C1C8CE32}"/>
              </a:ext>
            </a:extLst>
          </p:cNvPr>
          <p:cNvSpPr/>
          <p:nvPr/>
        </p:nvSpPr>
        <p:spPr>
          <a:xfrm>
            <a:off x="3971864" y="1221712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Demand Forecasting &amp; Orders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81A220-FDF7-3E7A-2A25-C85C0F9FC7BF}"/>
              </a:ext>
            </a:extLst>
          </p:cNvPr>
          <p:cNvSpPr/>
          <p:nvPr/>
        </p:nvSpPr>
        <p:spPr>
          <a:xfrm>
            <a:off x="8832508" y="2143801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Issue Parts to 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Job card \ WIP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4CA765-5640-16FC-627E-B13102CB6FC8}"/>
              </a:ext>
            </a:extLst>
          </p:cNvPr>
          <p:cNvSpPr/>
          <p:nvPr/>
        </p:nvSpPr>
        <p:spPr>
          <a:xfrm>
            <a:off x="3574085" y="2143620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Interrupt Required Parts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FD561C-653F-0250-F18D-A5A45C8FC4F6}"/>
              </a:ext>
            </a:extLst>
          </p:cNvPr>
          <p:cNvSpPr/>
          <p:nvPr/>
        </p:nvSpPr>
        <p:spPr>
          <a:xfrm>
            <a:off x="5228085" y="2134144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Confirm Parts for Repair &amp; Upsell Additional Items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95EA9A-3087-F253-E47A-9948BDC10E2D}"/>
              </a:ext>
            </a:extLst>
          </p:cNvPr>
          <p:cNvSpPr/>
          <p:nvPr/>
        </p:nvSpPr>
        <p:spPr>
          <a:xfrm>
            <a:off x="6882085" y="2135699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Are all parts in stock?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1EDD4E-44A5-7E32-449C-4496B7457104}"/>
              </a:ext>
            </a:extLst>
          </p:cNvPr>
          <p:cNvSpPr txBox="1"/>
          <p:nvPr/>
        </p:nvSpPr>
        <p:spPr>
          <a:xfrm>
            <a:off x="8345437" y="2328446"/>
            <a:ext cx="3834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Yes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5B6D85-7302-D87F-ADC7-C4795E38162B}"/>
              </a:ext>
            </a:extLst>
          </p:cNvPr>
          <p:cNvSpPr txBox="1"/>
          <p:nvPr/>
        </p:nvSpPr>
        <p:spPr>
          <a:xfrm>
            <a:off x="7365282" y="2982100"/>
            <a:ext cx="3834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No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60A6CA4-7890-5156-3A16-717D23CD446F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7557006" y="2796197"/>
            <a:ext cx="2579" cy="1859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A7E823-6ED2-6A31-BD02-A6E1501B2F12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431577" y="3089822"/>
            <a:ext cx="593370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B89B726-D72E-31CA-140B-D481432995D4}"/>
              </a:ext>
            </a:extLst>
          </p:cNvPr>
          <p:cNvCxnSpPr>
            <a:cxnSpLocks/>
          </p:cNvCxnSpPr>
          <p:nvPr/>
        </p:nvCxnSpPr>
        <p:spPr>
          <a:xfrm>
            <a:off x="1423957" y="1915589"/>
            <a:ext cx="7620" cy="1169984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2DF3A75-0CCB-43BF-BC4C-775262457390}"/>
              </a:ext>
            </a:extLst>
          </p:cNvPr>
          <p:cNvCxnSpPr>
            <a:cxnSpLocks/>
          </p:cNvCxnSpPr>
          <p:nvPr/>
        </p:nvCxnSpPr>
        <p:spPr>
          <a:xfrm>
            <a:off x="1431577" y="1925293"/>
            <a:ext cx="193541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AC7147D-1FC1-ADB2-2117-6B858F6ECB5F}"/>
              </a:ext>
            </a:extLst>
          </p:cNvPr>
          <p:cNvCxnSpPr>
            <a:cxnSpLocks/>
          </p:cNvCxnSpPr>
          <p:nvPr/>
        </p:nvCxnSpPr>
        <p:spPr>
          <a:xfrm>
            <a:off x="3366990" y="1533191"/>
            <a:ext cx="0" cy="38239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C9F7F11-AC5E-917F-1B34-2A696B284D71}"/>
              </a:ext>
            </a:extLst>
          </p:cNvPr>
          <p:cNvCxnSpPr>
            <a:cxnSpLocks/>
            <a:stCxn id="7" idx="3"/>
            <a:endCxn id="27" idx="1"/>
          </p:cNvCxnSpPr>
          <p:nvPr/>
        </p:nvCxnSpPr>
        <p:spPr>
          <a:xfrm>
            <a:off x="2761250" y="1546843"/>
            <a:ext cx="1210614" cy="511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46E306-AE0F-EF12-7F51-4117689A1752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9507790" y="2804299"/>
            <a:ext cx="2218" cy="798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0689E6-7852-3DAF-282C-777C29F1A3AC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761250" y="3594422"/>
            <a:ext cx="6748757" cy="231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CE5AB7C-E036-5F40-98B8-B1306446AB5D}"/>
              </a:ext>
            </a:extLst>
          </p:cNvPr>
          <p:cNvCxnSpPr>
            <a:cxnSpLocks/>
          </p:cNvCxnSpPr>
          <p:nvPr/>
        </p:nvCxnSpPr>
        <p:spPr>
          <a:xfrm flipV="1">
            <a:off x="11023918" y="3368878"/>
            <a:ext cx="0" cy="280249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97EA9C0-58F3-5B01-D2CA-843A677F6C3D}"/>
              </a:ext>
            </a:extLst>
          </p:cNvPr>
          <p:cNvSpPr/>
          <p:nvPr/>
        </p:nvSpPr>
        <p:spPr>
          <a:xfrm>
            <a:off x="1406251" y="4119906"/>
            <a:ext cx="1354999" cy="660498"/>
          </a:xfrm>
          <a:prstGeom prst="rect">
            <a:avLst/>
          </a:prstGeom>
          <a:solidFill>
            <a:srgbClr val="002060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bg1"/>
                </a:solidFill>
              </a:rPr>
              <a:t>Move Vehicle to Workshop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F773E36-214E-AE01-3BE6-E6BB5084F8FA}"/>
              </a:ext>
            </a:extLst>
          </p:cNvPr>
          <p:cNvCxnSpPr>
            <a:cxnSpLocks/>
            <a:stCxn id="43" idx="0"/>
            <a:endCxn id="10" idx="2"/>
          </p:cNvCxnSpPr>
          <p:nvPr/>
        </p:nvCxnSpPr>
        <p:spPr>
          <a:xfrm flipH="1" flipV="1">
            <a:off x="2076563" y="3823022"/>
            <a:ext cx="7188" cy="2968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69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135A-E95A-9536-ADCC-F9C5486A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2B0C374-71E1-EDA5-F7F2-0AB824B5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Pathway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05BC62A-532A-16E3-9562-C4726310BD79}"/>
              </a:ext>
            </a:extLst>
          </p:cNvPr>
          <p:cNvSpPr/>
          <p:nvPr/>
        </p:nvSpPr>
        <p:spPr>
          <a:xfrm>
            <a:off x="695400" y="197510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4251"/>
                </a:solidFill>
              </a:rPr>
              <a:t>The proposed approach can launch manually first, then strengthen as odometer linkage, geofence and DTC/DTU operations become available.</a:t>
            </a:r>
            <a:endParaRPr lang="en-US" sz="14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FDE43EF0-C886-162D-FE36-C7E275406488}"/>
              </a:ext>
            </a:extLst>
          </p:cNvPr>
          <p:cNvSpPr/>
          <p:nvPr/>
        </p:nvSpPr>
        <p:spPr>
          <a:xfrm>
            <a:off x="685800" y="2724912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B5091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2CCE124-3962-B126-ED5D-054D99E38008}"/>
              </a:ext>
            </a:extLst>
          </p:cNvPr>
          <p:cNvSpPr/>
          <p:nvPr/>
        </p:nvSpPr>
        <p:spPr>
          <a:xfrm>
            <a:off x="82296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Vehicle data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C714A59-DA1F-D327-6396-1392187B9A30}"/>
              </a:ext>
            </a:extLst>
          </p:cNvPr>
          <p:cNvSpPr/>
          <p:nvPr/>
        </p:nvSpPr>
        <p:spPr>
          <a:xfrm>
            <a:off x="941832" y="352958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Odometer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DTC/DTU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Location</a:t>
            </a: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12DAA28-BEDA-F5C2-965A-28AE95C507C0}"/>
              </a:ext>
            </a:extLst>
          </p:cNvPr>
          <p:cNvSpPr/>
          <p:nvPr/>
        </p:nvSpPr>
        <p:spPr>
          <a:xfrm>
            <a:off x="3044952" y="3456432"/>
            <a:ext cx="384048" cy="502920"/>
          </a:xfrm>
          <a:prstGeom prst="rightArrow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F40019D8-E6B6-FB66-4CC9-78120A7E71F7}"/>
              </a:ext>
            </a:extLst>
          </p:cNvPr>
          <p:cNvSpPr/>
          <p:nvPr/>
        </p:nvSpPr>
        <p:spPr>
          <a:xfrm>
            <a:off x="3502152" y="2724912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848E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707FE261-1D6C-C5EB-6376-8CFA903F25FF}"/>
              </a:ext>
            </a:extLst>
          </p:cNvPr>
          <p:cNvSpPr/>
          <p:nvPr/>
        </p:nvSpPr>
        <p:spPr>
          <a:xfrm>
            <a:off x="3639312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Decision logic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85EB373A-D3DD-2C36-EF67-D8E11379DA7E}"/>
              </a:ext>
            </a:extLst>
          </p:cNvPr>
          <p:cNvSpPr/>
          <p:nvPr/>
        </p:nvSpPr>
        <p:spPr>
          <a:xfrm>
            <a:off x="3758184" y="352958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Maintenance due?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S1-S4 customer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Nearest dealer</a:t>
            </a: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0B67DBAF-0D9B-1247-09A9-79296B40DC1D}"/>
              </a:ext>
            </a:extLst>
          </p:cNvPr>
          <p:cNvSpPr/>
          <p:nvPr/>
        </p:nvSpPr>
        <p:spPr>
          <a:xfrm>
            <a:off x="5861304" y="3456432"/>
            <a:ext cx="384048" cy="502920"/>
          </a:xfrm>
          <a:prstGeom prst="rightArrow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86B3F7DB-CA0A-34B5-4E3B-7B6843BF4500}"/>
              </a:ext>
            </a:extLst>
          </p:cNvPr>
          <p:cNvSpPr/>
          <p:nvPr/>
        </p:nvSpPr>
        <p:spPr>
          <a:xfrm>
            <a:off x="6318504" y="2724912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0026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AFFDA4CA-5795-583F-73B0-7CC823EA0492}"/>
              </a:ext>
            </a:extLst>
          </p:cNvPr>
          <p:cNvSpPr/>
          <p:nvPr/>
        </p:nvSpPr>
        <p:spPr>
          <a:xfrm>
            <a:off x="6455664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Operational action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0B13EF6B-2CFE-F2E5-CDFD-FEE1E74E54A7}"/>
              </a:ext>
            </a:extLst>
          </p:cNvPr>
          <p:cNvSpPr/>
          <p:nvPr/>
        </p:nvSpPr>
        <p:spPr>
          <a:xfrm>
            <a:off x="6574536" y="352958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Contact Customer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Dealer quote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Pack pre-order</a:t>
            </a:r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11D66F57-7B17-E083-7A33-770D22413350}"/>
              </a:ext>
            </a:extLst>
          </p:cNvPr>
          <p:cNvSpPr/>
          <p:nvPr/>
        </p:nvSpPr>
        <p:spPr>
          <a:xfrm>
            <a:off x="8677656" y="3456432"/>
            <a:ext cx="384048" cy="502920"/>
          </a:xfrm>
          <a:prstGeom prst="rightArrow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9FE0F1FC-EA7A-0353-063F-AD1650F37EA9}"/>
              </a:ext>
            </a:extLst>
          </p:cNvPr>
          <p:cNvSpPr/>
          <p:nvPr/>
        </p:nvSpPr>
        <p:spPr>
          <a:xfrm>
            <a:off x="9134856" y="2724912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2158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CCF498B4-A743-93EA-3C2A-EEDF6668B79C}"/>
              </a:ext>
            </a:extLst>
          </p:cNvPr>
          <p:cNvSpPr/>
          <p:nvPr/>
        </p:nvSpPr>
        <p:spPr>
          <a:xfrm>
            <a:off x="9272016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Commercial outcome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7F7A02F9-FA8E-2B03-0A5A-973A977ED64A}"/>
              </a:ext>
            </a:extLst>
          </p:cNvPr>
          <p:cNvSpPr/>
          <p:nvPr/>
        </p:nvSpPr>
        <p:spPr>
          <a:xfrm>
            <a:off x="9390888" y="352958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PMS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Maintenance pack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Genuine parts retention</a:t>
            </a: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D200D262-6834-53E1-4057-61A5165E892C}"/>
              </a:ext>
            </a:extLst>
          </p:cNvPr>
          <p:cNvSpPr/>
          <p:nvPr/>
        </p:nvSpPr>
        <p:spPr>
          <a:xfrm>
            <a:off x="695400" y="5532120"/>
            <a:ext cx="10771176" cy="731520"/>
          </a:xfrm>
          <a:prstGeom prst="roundRect">
            <a:avLst>
              <a:gd name="adj" fmla="val 10000"/>
            </a:avLst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sz="1200" b="1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F8B1C449-80C2-12E7-01B5-264D40BAED1A}"/>
              </a:ext>
            </a:extLst>
          </p:cNvPr>
          <p:cNvSpPr/>
          <p:nvPr/>
        </p:nvSpPr>
        <p:spPr>
          <a:xfrm>
            <a:off x="900684" y="5775001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rule: Connected data to be used to reduce missed PMS events, reduce repeat visits and improve uptime.</a:t>
            </a:r>
            <a:endParaRPr lang="en-US" sz="1200" b="1" dirty="0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4852E461-D6E8-4E7F-E1B9-048721968151}"/>
              </a:ext>
            </a:extLst>
          </p:cNvPr>
          <p:cNvSpPr/>
          <p:nvPr/>
        </p:nvSpPr>
        <p:spPr>
          <a:xfrm>
            <a:off x="695400" y="1284167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0026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/ Odometer Linkage: From static campaign to trigger-based PMS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620216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58A8-13DB-3D3F-B4B0-B8C40902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560B6AB-88AD-4360-D11E-383F59AA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 Package Pathway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30D7A05-B642-CABD-1C76-15F38118F0A9}"/>
              </a:ext>
            </a:extLst>
          </p:cNvPr>
          <p:cNvSpPr/>
          <p:nvPr/>
        </p:nvSpPr>
        <p:spPr>
          <a:xfrm>
            <a:off x="695400" y="176936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4251"/>
                </a:solidFill>
              </a:rPr>
              <a:t>ISZJ asked how connected services, odometer linkage and packages can work together. 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CD24E4-8DA3-3431-51A3-FAA526A05987}"/>
              </a:ext>
            </a:extLst>
          </p:cNvPr>
          <p:cNvSpPr/>
          <p:nvPr/>
        </p:nvSpPr>
        <p:spPr>
          <a:xfrm>
            <a:off x="777240" y="2532888"/>
            <a:ext cx="3291840" cy="2240280"/>
          </a:xfrm>
          <a:prstGeom prst="roundRect">
            <a:avLst>
              <a:gd name="adj" fmla="val 3265"/>
            </a:avLst>
          </a:prstGeom>
          <a:solidFill>
            <a:srgbClr val="0026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8429F2B-EED0-0AE7-87C9-11AEFE9572B3}"/>
              </a:ext>
            </a:extLst>
          </p:cNvPr>
          <p:cNvSpPr/>
          <p:nvPr/>
        </p:nvSpPr>
        <p:spPr>
          <a:xfrm>
            <a:off x="1005840" y="27614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Connect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48E8073-9D99-B57B-47BD-C8A838A42AB9}"/>
              </a:ext>
            </a:extLst>
          </p:cNvPr>
          <p:cNvSpPr/>
          <p:nvPr/>
        </p:nvSpPr>
        <p:spPr>
          <a:xfrm>
            <a:off x="1051560" y="34015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Warranty / roadside / connected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Maintenance reminders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I-Maintain record access</a:t>
            </a: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AC4338EE-A937-ED78-F349-4553CD8B87CF}"/>
              </a:ext>
            </a:extLst>
          </p:cNvPr>
          <p:cNvSpPr/>
          <p:nvPr/>
        </p:nvSpPr>
        <p:spPr>
          <a:xfrm>
            <a:off x="4480560" y="2532888"/>
            <a:ext cx="3291840" cy="2240280"/>
          </a:xfrm>
          <a:prstGeom prst="roundRect">
            <a:avLst>
              <a:gd name="adj" fmla="val 3265"/>
            </a:avLst>
          </a:prstGeom>
          <a:solidFill>
            <a:srgbClr val="B5091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DC1EB8DB-59A4-C4EA-5A78-8C39C083E21D}"/>
              </a:ext>
            </a:extLst>
          </p:cNvPr>
          <p:cNvSpPr/>
          <p:nvPr/>
        </p:nvSpPr>
        <p:spPr>
          <a:xfrm>
            <a:off x="4709160" y="27614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Essential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633BCD4-9C19-F0E2-3137-6E7A8C94B9A3}"/>
              </a:ext>
            </a:extLst>
          </p:cNvPr>
          <p:cNvSpPr/>
          <p:nvPr/>
        </p:nvSpPr>
        <p:spPr>
          <a:xfrm>
            <a:off x="4754880" y="34015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Safety inspections and compliance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Routine maintenance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Dedicated CARE executive</a:t>
            </a: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66BFE226-F4E5-9E2A-43EC-25CA92AF9FAF}"/>
              </a:ext>
            </a:extLst>
          </p:cNvPr>
          <p:cNvSpPr/>
          <p:nvPr/>
        </p:nvSpPr>
        <p:spPr>
          <a:xfrm>
            <a:off x="8183880" y="2532888"/>
            <a:ext cx="3291840" cy="2240280"/>
          </a:xfrm>
          <a:prstGeom prst="roundRect">
            <a:avLst>
              <a:gd name="adj" fmla="val 3265"/>
            </a:avLst>
          </a:prstGeom>
          <a:solidFill>
            <a:srgbClr val="2158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469FF839-94F7-4F41-F700-2BBD37D7440D}"/>
              </a:ext>
            </a:extLst>
          </p:cNvPr>
          <p:cNvSpPr/>
          <p:nvPr/>
        </p:nvSpPr>
        <p:spPr>
          <a:xfrm>
            <a:off x="8412480" y="27614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Value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321124F8-ADDA-CC4F-8936-28AB0EABCB70}"/>
              </a:ext>
            </a:extLst>
          </p:cNvPr>
          <p:cNvSpPr/>
          <p:nvPr/>
        </p:nvSpPr>
        <p:spPr>
          <a:xfrm>
            <a:off x="8458200" y="34015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Full R&amp;M for chassis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Preventative Wear and tear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Tacho / MOT / contract management</a:t>
            </a:r>
          </a:p>
        </p:txBody>
      </p:sp>
    </p:spTree>
    <p:extLst>
      <p:ext uri="{BB962C8B-B14F-4D97-AF65-F5344CB8AC3E}">
        <p14:creationId xmlns:p14="http://schemas.microsoft.com/office/powerpoint/2010/main" val="2337471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534E-9EF7-65AB-0CCC-FE953306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769062-284C-12A0-2D02-2C198621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0C41C0C-2769-D11E-7365-517EF84EEBBB}"/>
              </a:ext>
            </a:extLst>
          </p:cNvPr>
          <p:cNvSpPr/>
          <p:nvPr/>
        </p:nvSpPr>
        <p:spPr>
          <a:xfrm>
            <a:off x="612648" y="1490189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4251"/>
                </a:solidFill>
              </a:rPr>
              <a:t>The project will fail if it is measured only as a parts discount activity.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44251"/>
                </a:solidFill>
              </a:rPr>
              <a:t>The KPI set should track coverage, conversion, dealer capability and customer retention.</a:t>
            </a:r>
            <a:endParaRPr lang="en-US" sz="14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51407D2-CF00-27ED-6506-0372BE082CC2}"/>
              </a:ext>
            </a:extLst>
          </p:cNvPr>
          <p:cNvSpPr/>
          <p:nvPr/>
        </p:nvSpPr>
        <p:spPr>
          <a:xfrm>
            <a:off x="502920" y="2404872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0026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566BD67-9278-3C4E-9DB6-EA30F8F0CF0B}"/>
              </a:ext>
            </a:extLst>
          </p:cNvPr>
          <p:cNvSpPr/>
          <p:nvPr/>
        </p:nvSpPr>
        <p:spPr>
          <a:xfrm>
            <a:off x="612648" y="2615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Commercial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033DFDD5-E8F1-112F-4570-38B15D37EAF9}"/>
              </a:ext>
            </a:extLst>
          </p:cNvPr>
          <p:cNvSpPr/>
          <p:nvPr/>
        </p:nvSpPr>
        <p:spPr>
          <a:xfrm>
            <a:off x="685800" y="3182112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CAEE417-B439-DB76-2223-30B5F5E23575}"/>
              </a:ext>
            </a:extLst>
          </p:cNvPr>
          <p:cNvSpPr/>
          <p:nvPr/>
        </p:nvSpPr>
        <p:spPr>
          <a:xfrm>
            <a:off x="731520" y="326440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PMS QTY / GBP</a:t>
            </a:r>
            <a:endParaRPr lang="en-US" sz="10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32B15DB-B182-F14B-63BF-A211A7591BBB}"/>
              </a:ext>
            </a:extLst>
          </p:cNvPr>
          <p:cNvSpPr/>
          <p:nvPr/>
        </p:nvSpPr>
        <p:spPr>
          <a:xfrm>
            <a:off x="685800" y="3749040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C7F4FF3-8DC1-56BC-21C0-000182A0190E}"/>
              </a:ext>
            </a:extLst>
          </p:cNvPr>
          <p:cNvSpPr/>
          <p:nvPr/>
        </p:nvSpPr>
        <p:spPr>
          <a:xfrm>
            <a:off x="731520" y="3831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Cover ratio by category</a:t>
            </a:r>
            <a:endParaRPr lang="en-US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738310DE-A448-C41C-113F-C77EEA89706E}"/>
              </a:ext>
            </a:extLst>
          </p:cNvPr>
          <p:cNvSpPr/>
          <p:nvPr/>
        </p:nvSpPr>
        <p:spPr>
          <a:xfrm>
            <a:off x="685800" y="4315968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F045776D-D615-95E5-B29F-C153C0D32E7D}"/>
              </a:ext>
            </a:extLst>
          </p:cNvPr>
          <p:cNvSpPr/>
          <p:nvPr/>
        </p:nvSpPr>
        <p:spPr>
          <a:xfrm>
            <a:off x="731520" y="439826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Parts Sales Growth</a:t>
            </a:r>
            <a:endParaRPr lang="en-US" sz="10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3D027428-21C5-313F-398C-E0A61B210DEF}"/>
              </a:ext>
            </a:extLst>
          </p:cNvPr>
          <p:cNvSpPr/>
          <p:nvPr/>
        </p:nvSpPr>
        <p:spPr>
          <a:xfrm>
            <a:off x="2816352" y="2404872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B5091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E46304C9-F75C-E68E-971A-FCAABD0968B2}"/>
              </a:ext>
            </a:extLst>
          </p:cNvPr>
          <p:cNvSpPr/>
          <p:nvPr/>
        </p:nvSpPr>
        <p:spPr>
          <a:xfrm>
            <a:off x="2926080" y="2615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Dealer conversion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046D2F3A-83BE-1573-CBA1-BF33ED223F82}"/>
              </a:ext>
            </a:extLst>
          </p:cNvPr>
          <p:cNvSpPr/>
          <p:nvPr/>
        </p:nvSpPr>
        <p:spPr>
          <a:xfrm>
            <a:off x="2999232" y="3182112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8D6F6EA7-A24E-42E1-0B7C-A1EE34D57CBF}"/>
              </a:ext>
            </a:extLst>
          </p:cNvPr>
          <p:cNvSpPr/>
          <p:nvPr/>
        </p:nvSpPr>
        <p:spPr>
          <a:xfrm>
            <a:off x="3044952" y="326440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N75 event conversion</a:t>
            </a:r>
            <a:endParaRPr lang="en-US" sz="10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5A8E3BEE-FDF7-AAFF-59FE-1D609542A702}"/>
              </a:ext>
            </a:extLst>
          </p:cNvPr>
          <p:cNvSpPr/>
          <p:nvPr/>
        </p:nvSpPr>
        <p:spPr>
          <a:xfrm>
            <a:off x="2999232" y="3749040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C0C5FA84-E207-22F2-8587-B48DA6BC571C}"/>
              </a:ext>
            </a:extLst>
          </p:cNvPr>
          <p:cNvSpPr/>
          <p:nvPr/>
        </p:nvSpPr>
        <p:spPr>
          <a:xfrm>
            <a:off x="3044952" y="3831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Brake quote acceptance</a:t>
            </a:r>
            <a:endParaRPr lang="en-US" sz="100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6250DBE7-D919-902D-F20A-342B110AD1B2}"/>
              </a:ext>
            </a:extLst>
          </p:cNvPr>
          <p:cNvSpPr/>
          <p:nvPr/>
        </p:nvSpPr>
        <p:spPr>
          <a:xfrm>
            <a:off x="2999232" y="4315968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23CED558-1980-1C6F-6399-1161969803B0}"/>
              </a:ext>
            </a:extLst>
          </p:cNvPr>
          <p:cNvSpPr/>
          <p:nvPr/>
        </p:nvSpPr>
        <p:spPr>
          <a:xfrm>
            <a:off x="3044952" y="439826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Air-filter Increase Sales</a:t>
            </a:r>
            <a:endParaRPr lang="en-US" sz="1000" dirty="0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849A5E4B-3082-18F6-BE15-6336F413150E}"/>
              </a:ext>
            </a:extLst>
          </p:cNvPr>
          <p:cNvSpPr/>
          <p:nvPr/>
        </p:nvSpPr>
        <p:spPr>
          <a:xfrm>
            <a:off x="5129784" y="2404872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34425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7C31668A-5091-E08D-95EC-23E9B8820A49}"/>
              </a:ext>
            </a:extLst>
          </p:cNvPr>
          <p:cNvSpPr/>
          <p:nvPr/>
        </p:nvSpPr>
        <p:spPr>
          <a:xfrm>
            <a:off x="5239512" y="2615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Stock readiness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6" name="Shape 24">
            <a:extLst>
              <a:ext uri="{FF2B5EF4-FFF2-40B4-BE49-F238E27FC236}">
                <a16:creationId xmlns:a16="http://schemas.microsoft.com/office/drawing/2014/main" id="{5FDE125B-1CC0-CD64-157B-C09B9F44FCC6}"/>
              </a:ext>
            </a:extLst>
          </p:cNvPr>
          <p:cNvSpPr/>
          <p:nvPr/>
        </p:nvSpPr>
        <p:spPr>
          <a:xfrm>
            <a:off x="5312664" y="3182112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3DE830DB-CE76-8DAD-8F2D-2C888B74CEDD}"/>
              </a:ext>
            </a:extLst>
          </p:cNvPr>
          <p:cNvSpPr/>
          <p:nvPr/>
        </p:nvSpPr>
        <p:spPr>
          <a:xfrm>
            <a:off x="5358384" y="326440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Fill rate</a:t>
            </a:r>
            <a:endParaRPr lang="en-US" sz="1000" dirty="0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5813E918-5D0D-3E57-5F0C-DDB9D95DD594}"/>
              </a:ext>
            </a:extLst>
          </p:cNvPr>
          <p:cNvSpPr/>
          <p:nvPr/>
        </p:nvSpPr>
        <p:spPr>
          <a:xfrm>
            <a:off x="5312664" y="3749040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73" name="Text 27">
            <a:extLst>
              <a:ext uri="{FF2B5EF4-FFF2-40B4-BE49-F238E27FC236}">
                <a16:creationId xmlns:a16="http://schemas.microsoft.com/office/drawing/2014/main" id="{0EC0FF58-E3DC-5809-6AFF-30FB443C7FCE}"/>
              </a:ext>
            </a:extLst>
          </p:cNvPr>
          <p:cNvSpPr/>
          <p:nvPr/>
        </p:nvSpPr>
        <p:spPr>
          <a:xfrm>
            <a:off x="5358384" y="3831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B/O items</a:t>
            </a:r>
            <a:endParaRPr lang="en-US" sz="1000" dirty="0"/>
          </a:p>
        </p:txBody>
      </p:sp>
      <p:sp>
        <p:nvSpPr>
          <p:cNvPr id="75" name="Shape 28">
            <a:extLst>
              <a:ext uri="{FF2B5EF4-FFF2-40B4-BE49-F238E27FC236}">
                <a16:creationId xmlns:a16="http://schemas.microsoft.com/office/drawing/2014/main" id="{589B8845-9714-2827-1950-C338B72D6867}"/>
              </a:ext>
            </a:extLst>
          </p:cNvPr>
          <p:cNvSpPr/>
          <p:nvPr/>
        </p:nvSpPr>
        <p:spPr>
          <a:xfrm>
            <a:off x="5312664" y="4315968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77" name="Text 29">
            <a:extLst>
              <a:ext uri="{FF2B5EF4-FFF2-40B4-BE49-F238E27FC236}">
                <a16:creationId xmlns:a16="http://schemas.microsoft.com/office/drawing/2014/main" id="{CBFBEC18-4800-F220-CDD4-D1356901EF39}"/>
              </a:ext>
            </a:extLst>
          </p:cNvPr>
          <p:cNvSpPr/>
          <p:nvPr/>
        </p:nvSpPr>
        <p:spPr>
          <a:xfrm>
            <a:off x="5358384" y="439826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Pack availability</a:t>
            </a:r>
            <a:endParaRPr lang="en-US" sz="1000" dirty="0"/>
          </a:p>
        </p:txBody>
      </p:sp>
      <p:sp>
        <p:nvSpPr>
          <p:cNvPr id="79" name="Shape 30">
            <a:extLst>
              <a:ext uri="{FF2B5EF4-FFF2-40B4-BE49-F238E27FC236}">
                <a16:creationId xmlns:a16="http://schemas.microsoft.com/office/drawing/2014/main" id="{C9E2DBE9-5AD7-A956-D213-E8F78DFF935E}"/>
              </a:ext>
            </a:extLst>
          </p:cNvPr>
          <p:cNvSpPr/>
          <p:nvPr/>
        </p:nvSpPr>
        <p:spPr>
          <a:xfrm>
            <a:off x="7443216" y="2404872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0026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E985612F-2B3E-1264-19F5-95BEEF6A1F5B}"/>
              </a:ext>
            </a:extLst>
          </p:cNvPr>
          <p:cNvSpPr/>
          <p:nvPr/>
        </p:nvSpPr>
        <p:spPr>
          <a:xfrm>
            <a:off x="7552944" y="2615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Connected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3" name="Shape 32">
            <a:extLst>
              <a:ext uri="{FF2B5EF4-FFF2-40B4-BE49-F238E27FC236}">
                <a16:creationId xmlns:a16="http://schemas.microsoft.com/office/drawing/2014/main" id="{2B64B996-AE28-89FA-B5BF-CBCE09254464}"/>
              </a:ext>
            </a:extLst>
          </p:cNvPr>
          <p:cNvSpPr/>
          <p:nvPr/>
        </p:nvSpPr>
        <p:spPr>
          <a:xfrm>
            <a:off x="7626096" y="3182112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6F7A9A9B-42CF-FF03-3592-DECD76D4243E}"/>
              </a:ext>
            </a:extLst>
          </p:cNvPr>
          <p:cNvSpPr/>
          <p:nvPr/>
        </p:nvSpPr>
        <p:spPr>
          <a:xfrm>
            <a:off x="7671816" y="326440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Odometer due triggers</a:t>
            </a:r>
            <a:endParaRPr lang="en-US" sz="1000" dirty="0"/>
          </a:p>
        </p:txBody>
      </p:sp>
      <p:sp>
        <p:nvSpPr>
          <p:cNvPr id="87" name="Shape 34">
            <a:extLst>
              <a:ext uri="{FF2B5EF4-FFF2-40B4-BE49-F238E27FC236}">
                <a16:creationId xmlns:a16="http://schemas.microsoft.com/office/drawing/2014/main" id="{2787B732-25B2-98E3-8622-5283523DC677}"/>
              </a:ext>
            </a:extLst>
          </p:cNvPr>
          <p:cNvSpPr/>
          <p:nvPr/>
        </p:nvSpPr>
        <p:spPr>
          <a:xfrm>
            <a:off x="7626096" y="3749040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89" name="Text 35">
            <a:extLst>
              <a:ext uri="{FF2B5EF4-FFF2-40B4-BE49-F238E27FC236}">
                <a16:creationId xmlns:a16="http://schemas.microsoft.com/office/drawing/2014/main" id="{C616E9E2-0EF8-D6A0-8CC5-651FBA55B7CB}"/>
              </a:ext>
            </a:extLst>
          </p:cNvPr>
          <p:cNvSpPr/>
          <p:nvPr/>
        </p:nvSpPr>
        <p:spPr>
          <a:xfrm>
            <a:off x="7671816" y="3831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S1-S4 classification</a:t>
            </a:r>
            <a:endParaRPr lang="en-US" sz="1000" dirty="0"/>
          </a:p>
        </p:txBody>
      </p:sp>
      <p:sp>
        <p:nvSpPr>
          <p:cNvPr id="91" name="Shape 36">
            <a:extLst>
              <a:ext uri="{FF2B5EF4-FFF2-40B4-BE49-F238E27FC236}">
                <a16:creationId xmlns:a16="http://schemas.microsoft.com/office/drawing/2014/main" id="{A18E70FC-B768-80DD-5FFB-1496DF4D1660}"/>
              </a:ext>
            </a:extLst>
          </p:cNvPr>
          <p:cNvSpPr/>
          <p:nvPr/>
        </p:nvSpPr>
        <p:spPr>
          <a:xfrm>
            <a:off x="7626096" y="4315968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93" name="Text 37">
            <a:extLst>
              <a:ext uri="{FF2B5EF4-FFF2-40B4-BE49-F238E27FC236}">
                <a16:creationId xmlns:a16="http://schemas.microsoft.com/office/drawing/2014/main" id="{49340789-A028-A209-B3F5-11B8FBA7DCB5}"/>
              </a:ext>
            </a:extLst>
          </p:cNvPr>
          <p:cNvSpPr/>
          <p:nvPr/>
        </p:nvSpPr>
        <p:spPr>
          <a:xfrm>
            <a:off x="7671816" y="439826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CARE/dealer follow-up</a:t>
            </a:r>
            <a:endParaRPr lang="en-US" sz="1000" dirty="0"/>
          </a:p>
        </p:txBody>
      </p:sp>
      <p:sp>
        <p:nvSpPr>
          <p:cNvPr id="95" name="Shape 38">
            <a:extLst>
              <a:ext uri="{FF2B5EF4-FFF2-40B4-BE49-F238E27FC236}">
                <a16:creationId xmlns:a16="http://schemas.microsoft.com/office/drawing/2014/main" id="{BC31455B-7B5B-71B9-1B7B-D261586FE271}"/>
              </a:ext>
            </a:extLst>
          </p:cNvPr>
          <p:cNvSpPr/>
          <p:nvPr/>
        </p:nvSpPr>
        <p:spPr>
          <a:xfrm>
            <a:off x="9756648" y="2404872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2158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7" name="Text 39">
            <a:extLst>
              <a:ext uri="{FF2B5EF4-FFF2-40B4-BE49-F238E27FC236}">
                <a16:creationId xmlns:a16="http://schemas.microsoft.com/office/drawing/2014/main" id="{44E6CDD1-A927-A1A4-D37C-CE5391F692EE}"/>
              </a:ext>
            </a:extLst>
          </p:cNvPr>
          <p:cNvSpPr/>
          <p:nvPr/>
        </p:nvSpPr>
        <p:spPr>
          <a:xfrm>
            <a:off x="9866376" y="2615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Customer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9" name="Shape 40">
            <a:extLst>
              <a:ext uri="{FF2B5EF4-FFF2-40B4-BE49-F238E27FC236}">
                <a16:creationId xmlns:a16="http://schemas.microsoft.com/office/drawing/2014/main" id="{94196A16-162C-1871-BB1A-A720A2C445F6}"/>
              </a:ext>
            </a:extLst>
          </p:cNvPr>
          <p:cNvSpPr/>
          <p:nvPr/>
        </p:nvSpPr>
        <p:spPr>
          <a:xfrm>
            <a:off x="9939528" y="3182112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101" name="Text 41">
            <a:extLst>
              <a:ext uri="{FF2B5EF4-FFF2-40B4-BE49-F238E27FC236}">
                <a16:creationId xmlns:a16="http://schemas.microsoft.com/office/drawing/2014/main" id="{CD09B7B3-1FE3-3536-D2C0-370BDE68D00F}"/>
              </a:ext>
            </a:extLst>
          </p:cNvPr>
          <p:cNvSpPr/>
          <p:nvPr/>
        </p:nvSpPr>
        <p:spPr>
          <a:xfrm>
            <a:off x="9985248" y="326440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Retention</a:t>
            </a:r>
            <a:endParaRPr lang="en-US" sz="1000" dirty="0"/>
          </a:p>
        </p:txBody>
      </p:sp>
      <p:sp>
        <p:nvSpPr>
          <p:cNvPr id="103" name="Shape 42">
            <a:extLst>
              <a:ext uri="{FF2B5EF4-FFF2-40B4-BE49-F238E27FC236}">
                <a16:creationId xmlns:a16="http://schemas.microsoft.com/office/drawing/2014/main" id="{49C7792A-0837-6ED0-7417-9965D34C8EDC}"/>
              </a:ext>
            </a:extLst>
          </p:cNvPr>
          <p:cNvSpPr/>
          <p:nvPr/>
        </p:nvSpPr>
        <p:spPr>
          <a:xfrm>
            <a:off x="9939528" y="3749040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105" name="Text 43">
            <a:extLst>
              <a:ext uri="{FF2B5EF4-FFF2-40B4-BE49-F238E27FC236}">
                <a16:creationId xmlns:a16="http://schemas.microsoft.com/office/drawing/2014/main" id="{E19BF921-3C05-FF1A-2369-DC66581ADA88}"/>
              </a:ext>
            </a:extLst>
          </p:cNvPr>
          <p:cNvSpPr/>
          <p:nvPr/>
        </p:nvSpPr>
        <p:spPr>
          <a:xfrm>
            <a:off x="9985248" y="383133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Declined work recovery</a:t>
            </a:r>
            <a:endParaRPr lang="en-US" sz="1000" dirty="0"/>
          </a:p>
        </p:txBody>
      </p:sp>
      <p:sp>
        <p:nvSpPr>
          <p:cNvPr id="107" name="Shape 44">
            <a:extLst>
              <a:ext uri="{FF2B5EF4-FFF2-40B4-BE49-F238E27FC236}">
                <a16:creationId xmlns:a16="http://schemas.microsoft.com/office/drawing/2014/main" id="{CD4A2034-F29E-B9FF-B501-B254CD8189FF}"/>
              </a:ext>
            </a:extLst>
          </p:cNvPr>
          <p:cNvSpPr/>
          <p:nvPr/>
        </p:nvSpPr>
        <p:spPr>
          <a:xfrm>
            <a:off x="9939528" y="4315968"/>
            <a:ext cx="1691640" cy="32918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000" dirty="0"/>
          </a:p>
        </p:txBody>
      </p:sp>
      <p:sp>
        <p:nvSpPr>
          <p:cNvPr id="109" name="Text 45">
            <a:extLst>
              <a:ext uri="{FF2B5EF4-FFF2-40B4-BE49-F238E27FC236}">
                <a16:creationId xmlns:a16="http://schemas.microsoft.com/office/drawing/2014/main" id="{7B1C9CD2-779C-D44B-334D-9315A899DC41}"/>
              </a:ext>
            </a:extLst>
          </p:cNvPr>
          <p:cNvSpPr/>
          <p:nvPr/>
        </p:nvSpPr>
        <p:spPr>
          <a:xfrm>
            <a:off x="9985248" y="439826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Maintenance pack contract rate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62562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BA20-B9A5-6CBA-9D5D-332E1698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085F897-F2C0-8025-D343-491DF9102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5D3963FF-0C5A-B197-F59D-4F98B4C51033}"/>
              </a:ext>
            </a:extLst>
          </p:cNvPr>
          <p:cNvSpPr/>
          <p:nvPr/>
        </p:nvSpPr>
        <p:spPr>
          <a:xfrm>
            <a:off x="1972056" y="2203704"/>
            <a:ext cx="411480" cy="411480"/>
          </a:xfrm>
          <a:prstGeom prst="ellipse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E82100A1-AC51-AEF0-2813-BA12D2828ABA}"/>
              </a:ext>
            </a:extLst>
          </p:cNvPr>
          <p:cNvSpPr/>
          <p:nvPr/>
        </p:nvSpPr>
        <p:spPr>
          <a:xfrm>
            <a:off x="2383536" y="2404872"/>
            <a:ext cx="1490472" cy="0"/>
          </a:xfrm>
          <a:prstGeom prst="line">
            <a:avLst/>
          </a:prstGeom>
          <a:noFill/>
          <a:ln w="19050">
            <a:solidFill>
              <a:srgbClr val="D7DDE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6C8D9EF-3206-00E0-8541-426F981C0E1A}"/>
              </a:ext>
            </a:extLst>
          </p:cNvPr>
          <p:cNvSpPr/>
          <p:nvPr/>
        </p:nvSpPr>
        <p:spPr>
          <a:xfrm>
            <a:off x="1405128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18 Aug</a:t>
            </a:r>
            <a:endParaRPr lang="en-US" sz="12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8C8EA54C-B9E8-CF8D-8A86-31D9C3C479BA}"/>
              </a:ext>
            </a:extLst>
          </p:cNvPr>
          <p:cNvSpPr/>
          <p:nvPr/>
        </p:nvSpPr>
        <p:spPr>
          <a:xfrm>
            <a:off x="1405128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Japan alignment</a:t>
            </a:r>
            <a:endParaRPr lang="en-US" sz="12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DA0BD83F-D205-EEDE-7D67-DE2C0D7A64E1}"/>
              </a:ext>
            </a:extLst>
          </p:cNvPr>
          <p:cNvSpPr/>
          <p:nvPr/>
        </p:nvSpPr>
        <p:spPr>
          <a:xfrm>
            <a:off x="1359408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344251"/>
                </a:solidFill>
              </a:rPr>
              <a:t>Scope, Target, Support, KPI, BVP questions, and roles agreed.</a:t>
            </a:r>
            <a:endParaRPr lang="en-US" sz="100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837CDAF0-BCEF-34A2-FEF8-FB60D0D78E8F}"/>
              </a:ext>
            </a:extLst>
          </p:cNvPr>
          <p:cNvSpPr/>
          <p:nvPr/>
        </p:nvSpPr>
        <p:spPr>
          <a:xfrm>
            <a:off x="3874008" y="2203704"/>
            <a:ext cx="411480" cy="4114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B1D145B9-7CAB-A46A-0C43-77771CB2C278}"/>
              </a:ext>
            </a:extLst>
          </p:cNvPr>
          <p:cNvSpPr/>
          <p:nvPr/>
        </p:nvSpPr>
        <p:spPr>
          <a:xfrm>
            <a:off x="4285488" y="2404872"/>
            <a:ext cx="1490472" cy="0"/>
          </a:xfrm>
          <a:prstGeom prst="line">
            <a:avLst/>
          </a:prstGeom>
          <a:noFill/>
          <a:ln w="19050">
            <a:solidFill>
              <a:srgbClr val="D7DDE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3D64DEE0-16B7-A0CA-A702-E20DA88EDE90}"/>
              </a:ext>
            </a:extLst>
          </p:cNvPr>
          <p:cNvSpPr/>
          <p:nvPr/>
        </p:nvSpPr>
        <p:spPr>
          <a:xfrm>
            <a:off x="3307080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Sep</a:t>
            </a:r>
            <a:endParaRPr lang="en-US" sz="12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64472119-45F2-1CF0-77F0-353EB064B5BA}"/>
              </a:ext>
            </a:extLst>
          </p:cNvPr>
          <p:cNvSpPr/>
          <p:nvPr/>
        </p:nvSpPr>
        <p:spPr>
          <a:xfrm>
            <a:off x="3307080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Launch build</a:t>
            </a:r>
            <a:endParaRPr lang="en-US" sz="12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2DEF6A6D-04FE-9A81-0E6D-D83C1111CEA9}"/>
              </a:ext>
            </a:extLst>
          </p:cNvPr>
          <p:cNvSpPr/>
          <p:nvPr/>
        </p:nvSpPr>
        <p:spPr>
          <a:xfrm>
            <a:off x="3261360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Dealer baselines &amp; targets, part packs, stock rules, one-page guide</a:t>
            </a:r>
            <a:endParaRPr lang="en-US" sz="1000" dirty="0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4E8CF691-AC51-BE41-6159-63EAE45D9A58}"/>
              </a:ext>
            </a:extLst>
          </p:cNvPr>
          <p:cNvSpPr/>
          <p:nvPr/>
        </p:nvSpPr>
        <p:spPr>
          <a:xfrm>
            <a:off x="5775960" y="2203704"/>
            <a:ext cx="411480" cy="4114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900AD4BD-A27D-6284-0466-528B69DD4E63}"/>
              </a:ext>
            </a:extLst>
          </p:cNvPr>
          <p:cNvSpPr/>
          <p:nvPr/>
        </p:nvSpPr>
        <p:spPr>
          <a:xfrm>
            <a:off x="6187440" y="2404872"/>
            <a:ext cx="1490472" cy="0"/>
          </a:xfrm>
          <a:prstGeom prst="line">
            <a:avLst/>
          </a:prstGeom>
          <a:noFill/>
          <a:ln w="19050">
            <a:solidFill>
              <a:srgbClr val="D7DDE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4A224CB4-89E1-09E8-DC09-D70252799C45}"/>
              </a:ext>
            </a:extLst>
          </p:cNvPr>
          <p:cNvSpPr/>
          <p:nvPr/>
        </p:nvSpPr>
        <p:spPr>
          <a:xfrm>
            <a:off x="5209032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Oct 2026</a:t>
            </a:r>
            <a:endParaRPr lang="en-US" sz="120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97DD3350-C0AA-B68A-1611-276B8AFB5AD1}"/>
              </a:ext>
            </a:extLst>
          </p:cNvPr>
          <p:cNvSpPr/>
          <p:nvPr/>
        </p:nvSpPr>
        <p:spPr>
          <a:xfrm>
            <a:off x="5209032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Go-live</a:t>
            </a:r>
            <a:endParaRPr lang="en-US" sz="1200" dirty="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D0BBE425-1100-020E-A50D-A4DEDD6C5FAB}"/>
              </a:ext>
            </a:extLst>
          </p:cNvPr>
          <p:cNvSpPr/>
          <p:nvPr/>
        </p:nvSpPr>
        <p:spPr>
          <a:xfrm>
            <a:off x="5163312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N75 Fleet Uptime PMS campaign launched</a:t>
            </a:r>
            <a:endParaRPr lang="en-US" sz="1000" dirty="0"/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F1B13151-A71B-08D2-29A4-806B71D9DDA7}"/>
              </a:ext>
            </a:extLst>
          </p:cNvPr>
          <p:cNvSpPr/>
          <p:nvPr/>
        </p:nvSpPr>
        <p:spPr>
          <a:xfrm>
            <a:off x="7677912" y="2203704"/>
            <a:ext cx="411480" cy="4114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049AF448-6FA4-EB23-C3DC-CAE4FAF6E594}"/>
              </a:ext>
            </a:extLst>
          </p:cNvPr>
          <p:cNvSpPr/>
          <p:nvPr/>
        </p:nvSpPr>
        <p:spPr>
          <a:xfrm>
            <a:off x="8089392" y="2404872"/>
            <a:ext cx="1490472" cy="0"/>
          </a:xfrm>
          <a:prstGeom prst="line">
            <a:avLst/>
          </a:prstGeom>
          <a:noFill/>
          <a:ln w="19050">
            <a:solidFill>
              <a:srgbClr val="D7DDE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069A290F-60F3-84B0-41EF-7AC2EABF1A86}"/>
              </a:ext>
            </a:extLst>
          </p:cNvPr>
          <p:cNvSpPr/>
          <p:nvPr/>
        </p:nvSpPr>
        <p:spPr>
          <a:xfrm>
            <a:off x="7110984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Nov-Dec</a:t>
            </a:r>
            <a:endParaRPr lang="en-US" sz="1200" dirty="0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3AC42A39-3C4D-1081-9B46-F8E0EA43A8FD}"/>
              </a:ext>
            </a:extLst>
          </p:cNvPr>
          <p:cNvSpPr/>
          <p:nvPr/>
        </p:nvSpPr>
        <p:spPr>
          <a:xfrm>
            <a:off x="7110984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Pilot review</a:t>
            </a:r>
            <a:endParaRPr lang="en-US" sz="1200" dirty="0"/>
          </a:p>
        </p:txBody>
      </p:sp>
      <p:sp>
        <p:nvSpPr>
          <p:cNvPr id="82" name="Text 29">
            <a:extLst>
              <a:ext uri="{FF2B5EF4-FFF2-40B4-BE49-F238E27FC236}">
                <a16:creationId xmlns:a16="http://schemas.microsoft.com/office/drawing/2014/main" id="{3BF4D7E5-4E9A-34EC-7406-226343FF443C}"/>
              </a:ext>
            </a:extLst>
          </p:cNvPr>
          <p:cNvSpPr/>
          <p:nvPr/>
        </p:nvSpPr>
        <p:spPr>
          <a:xfrm>
            <a:off x="7065264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Conversion, availability, dealer performance and customer feedback</a:t>
            </a:r>
            <a:endParaRPr lang="en-US" sz="1000" dirty="0"/>
          </a:p>
        </p:txBody>
      </p:sp>
      <p:sp>
        <p:nvSpPr>
          <p:cNvPr id="86" name="Shape 30">
            <a:extLst>
              <a:ext uri="{FF2B5EF4-FFF2-40B4-BE49-F238E27FC236}">
                <a16:creationId xmlns:a16="http://schemas.microsoft.com/office/drawing/2014/main" id="{992E8DD6-44CC-A699-EFD1-EED7ACC5BA7F}"/>
              </a:ext>
            </a:extLst>
          </p:cNvPr>
          <p:cNvSpPr/>
          <p:nvPr/>
        </p:nvSpPr>
        <p:spPr>
          <a:xfrm>
            <a:off x="9579864" y="2203704"/>
            <a:ext cx="411480" cy="4114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9F397BE7-43B1-CE64-55C6-6EE4EFF65B2F}"/>
              </a:ext>
            </a:extLst>
          </p:cNvPr>
          <p:cNvSpPr/>
          <p:nvPr/>
        </p:nvSpPr>
        <p:spPr>
          <a:xfrm>
            <a:off x="9012936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FY27</a:t>
            </a:r>
            <a:endParaRPr lang="en-US" sz="1200" dirty="0"/>
          </a:p>
        </p:txBody>
      </p:sp>
      <p:sp>
        <p:nvSpPr>
          <p:cNvPr id="94" name="Text 32">
            <a:extLst>
              <a:ext uri="{FF2B5EF4-FFF2-40B4-BE49-F238E27FC236}">
                <a16:creationId xmlns:a16="http://schemas.microsoft.com/office/drawing/2014/main" id="{7B2CE89E-2017-A0E6-0B6F-306F8921D94C}"/>
              </a:ext>
            </a:extLst>
          </p:cNvPr>
          <p:cNvSpPr/>
          <p:nvPr/>
        </p:nvSpPr>
        <p:spPr>
          <a:xfrm>
            <a:off x="9012936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Scale decision</a:t>
            </a:r>
            <a:endParaRPr lang="en-US" sz="1200" dirty="0"/>
          </a:p>
        </p:txBody>
      </p:sp>
      <p:sp>
        <p:nvSpPr>
          <p:cNvPr id="98" name="Text 33">
            <a:extLst>
              <a:ext uri="{FF2B5EF4-FFF2-40B4-BE49-F238E27FC236}">
                <a16:creationId xmlns:a16="http://schemas.microsoft.com/office/drawing/2014/main" id="{011ECED3-2D9F-FF87-8EBF-1D9565E0332A}"/>
              </a:ext>
            </a:extLst>
          </p:cNvPr>
          <p:cNvSpPr/>
          <p:nvPr/>
        </p:nvSpPr>
        <p:spPr>
          <a:xfrm>
            <a:off x="8967216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N35 expansion where data is reliable; maintenance package link</a:t>
            </a:r>
            <a:endParaRPr lang="en-US" sz="1000" dirty="0"/>
          </a:p>
        </p:txBody>
      </p:sp>
      <p:sp>
        <p:nvSpPr>
          <p:cNvPr id="102" name="Shape 34">
            <a:extLst>
              <a:ext uri="{FF2B5EF4-FFF2-40B4-BE49-F238E27FC236}">
                <a16:creationId xmlns:a16="http://schemas.microsoft.com/office/drawing/2014/main" id="{AB243BE4-4E5E-1174-4F4F-69F85450226E}"/>
              </a:ext>
            </a:extLst>
          </p:cNvPr>
          <p:cNvSpPr/>
          <p:nvPr/>
        </p:nvSpPr>
        <p:spPr>
          <a:xfrm>
            <a:off x="883920" y="5129784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002664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F4FCD4C4-7DE9-2620-0E1C-3C23D29EEACB}"/>
              </a:ext>
            </a:extLst>
          </p:cNvPr>
          <p:cNvSpPr/>
          <p:nvPr/>
        </p:nvSpPr>
        <p:spPr>
          <a:xfrm>
            <a:off x="1112520" y="52486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ITUK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0131AE63-549A-B907-8B19-46B890A96E69}"/>
              </a:ext>
            </a:extLst>
          </p:cNvPr>
          <p:cNvSpPr/>
          <p:nvPr/>
        </p:nvSpPr>
        <p:spPr>
          <a:xfrm>
            <a:off x="1130808" y="5559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Dealer execution, baselines, stock rules, service workflow, dashboard.</a:t>
            </a:r>
          </a:p>
        </p:txBody>
      </p:sp>
      <p:sp>
        <p:nvSpPr>
          <p:cNvPr id="113" name="Shape 37">
            <a:extLst>
              <a:ext uri="{FF2B5EF4-FFF2-40B4-BE49-F238E27FC236}">
                <a16:creationId xmlns:a16="http://schemas.microsoft.com/office/drawing/2014/main" id="{06725766-21B6-EDCE-A29C-276E3AFBBC30}"/>
              </a:ext>
            </a:extLst>
          </p:cNvPr>
          <p:cNvSpPr/>
          <p:nvPr/>
        </p:nvSpPr>
        <p:spPr>
          <a:xfrm>
            <a:off x="4587240" y="5129784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21585A"/>
          </a:solidFill>
          <a:ln w="12700">
            <a:solidFill>
              <a:srgbClr val="E6EEEE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5" name="Text 38">
            <a:extLst>
              <a:ext uri="{FF2B5EF4-FFF2-40B4-BE49-F238E27FC236}">
                <a16:creationId xmlns:a16="http://schemas.microsoft.com/office/drawing/2014/main" id="{4DE329D6-8DD6-97B4-56A1-4F370EEA6DE0}"/>
              </a:ext>
            </a:extLst>
          </p:cNvPr>
          <p:cNvSpPr/>
          <p:nvPr/>
        </p:nvSpPr>
        <p:spPr>
          <a:xfrm>
            <a:off x="4815840" y="52486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ISZE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7" name="Text 39">
            <a:extLst>
              <a:ext uri="{FF2B5EF4-FFF2-40B4-BE49-F238E27FC236}">
                <a16:creationId xmlns:a16="http://schemas.microsoft.com/office/drawing/2014/main" id="{BF8348B3-D1FA-CD5A-13B1-6F15FD544B45}"/>
              </a:ext>
            </a:extLst>
          </p:cNvPr>
          <p:cNvSpPr/>
          <p:nvPr/>
        </p:nvSpPr>
        <p:spPr>
          <a:xfrm>
            <a:off x="4834128" y="5559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Commercial support, incentive mechanism, BVP supply support.</a:t>
            </a:r>
          </a:p>
        </p:txBody>
      </p:sp>
      <p:sp>
        <p:nvSpPr>
          <p:cNvPr id="119" name="Shape 40">
            <a:extLst>
              <a:ext uri="{FF2B5EF4-FFF2-40B4-BE49-F238E27FC236}">
                <a16:creationId xmlns:a16="http://schemas.microsoft.com/office/drawing/2014/main" id="{1C71AC9D-4901-D451-FE03-BFCF13C9D384}"/>
              </a:ext>
            </a:extLst>
          </p:cNvPr>
          <p:cNvSpPr/>
          <p:nvPr/>
        </p:nvSpPr>
        <p:spPr>
          <a:xfrm>
            <a:off x="8290560" y="5129784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B5091F"/>
          </a:solidFill>
          <a:ln w="12700">
            <a:solidFill>
              <a:srgbClr val="F7E4E7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1" name="Text 41">
            <a:extLst>
              <a:ext uri="{FF2B5EF4-FFF2-40B4-BE49-F238E27FC236}">
                <a16:creationId xmlns:a16="http://schemas.microsoft.com/office/drawing/2014/main" id="{266417F5-DF86-E482-7F20-7C13B6205F95}"/>
              </a:ext>
            </a:extLst>
          </p:cNvPr>
          <p:cNvSpPr/>
          <p:nvPr/>
        </p:nvSpPr>
        <p:spPr>
          <a:xfrm>
            <a:off x="8519160" y="52486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ISZJ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3" name="Text 42">
            <a:extLst>
              <a:ext uri="{FF2B5EF4-FFF2-40B4-BE49-F238E27FC236}">
                <a16:creationId xmlns:a16="http://schemas.microsoft.com/office/drawing/2014/main" id="{86411F78-F240-15FB-110F-A59A6222518F}"/>
              </a:ext>
            </a:extLst>
          </p:cNvPr>
          <p:cNvSpPr/>
          <p:nvPr/>
        </p:nvSpPr>
        <p:spPr>
          <a:xfrm>
            <a:off x="8537448" y="5559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PMS standard alignment, R90/BVP confirmation, connected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810100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13DB-F2C7-0A10-7477-DF6A15B8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5B832DB-CF89-BCCB-D07F-7D19FEB0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Parts Promotion – NPR75  N75  4HK1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D74201-BF80-3AC3-0D97-102F54595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637639"/>
              </p:ext>
            </p:extLst>
          </p:nvPr>
        </p:nvGraphicFramePr>
        <p:xfrm>
          <a:off x="857251" y="1892046"/>
          <a:ext cx="10477498" cy="3429000"/>
        </p:xfrm>
        <a:graphic>
          <a:graphicData uri="http://schemas.openxmlformats.org/drawingml/2006/table">
            <a:tbl>
              <a:tblPr/>
              <a:tblGrid>
                <a:gridCol w="1509927">
                  <a:extLst>
                    <a:ext uri="{9D8B030D-6E8A-4147-A177-3AD203B41FA5}">
                      <a16:colId xmlns:a16="http://schemas.microsoft.com/office/drawing/2014/main" val="4272386093"/>
                    </a:ext>
                  </a:extLst>
                </a:gridCol>
                <a:gridCol w="789857">
                  <a:extLst>
                    <a:ext uri="{9D8B030D-6E8A-4147-A177-3AD203B41FA5}">
                      <a16:colId xmlns:a16="http://schemas.microsoft.com/office/drawing/2014/main" val="3880802927"/>
                    </a:ext>
                  </a:extLst>
                </a:gridCol>
                <a:gridCol w="2550381">
                  <a:extLst>
                    <a:ext uri="{9D8B030D-6E8A-4147-A177-3AD203B41FA5}">
                      <a16:colId xmlns:a16="http://schemas.microsoft.com/office/drawing/2014/main" val="2014193528"/>
                    </a:ext>
                  </a:extLst>
                </a:gridCol>
                <a:gridCol w="2160211">
                  <a:extLst>
                    <a:ext uri="{9D8B030D-6E8A-4147-A177-3AD203B41FA5}">
                      <a16:colId xmlns:a16="http://schemas.microsoft.com/office/drawing/2014/main" val="3503965793"/>
                    </a:ext>
                  </a:extLst>
                </a:gridCol>
                <a:gridCol w="1018249">
                  <a:extLst>
                    <a:ext uri="{9D8B030D-6E8A-4147-A177-3AD203B41FA5}">
                      <a16:colId xmlns:a16="http://schemas.microsoft.com/office/drawing/2014/main" val="4108908716"/>
                    </a:ext>
                  </a:extLst>
                </a:gridCol>
                <a:gridCol w="1319600">
                  <a:extLst>
                    <a:ext uri="{9D8B030D-6E8A-4147-A177-3AD203B41FA5}">
                      <a16:colId xmlns:a16="http://schemas.microsoft.com/office/drawing/2014/main" val="16251730"/>
                    </a:ext>
                  </a:extLst>
                </a:gridCol>
                <a:gridCol w="1129273">
                  <a:extLst>
                    <a:ext uri="{9D8B030D-6E8A-4147-A177-3AD203B41FA5}">
                      <a16:colId xmlns:a16="http://schemas.microsoft.com/office/drawing/2014/main" val="323096645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PMS 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Part number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Description / note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Campaign priority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Monthly Average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Year To Date Demand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Comments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030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8983282071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Element; 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178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8983282070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Same HOF family / related oil filter reference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41.8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447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1876102890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8983282070 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242.8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1,633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135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5876101170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8983282070 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16.5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1876102890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096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5876100310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8983282070 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1876102890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5231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8975425050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Medium-high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4938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8975425400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289.3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2,065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15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1876102860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8975425400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569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8981235322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864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8982157230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air; used on some NPR75 rows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5418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8981772710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Filter; ACL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 campaign priority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115.3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636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8981772710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Strong campaign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1257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8982447940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front/rear caliper application in matrix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Highest N75 focus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199.2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1,463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87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8981649171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7823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5876100920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8981649171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targeting manual units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2709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8970388314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710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5876101040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8970388314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targeting manual units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4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141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F47C4-E803-376E-3D02-25DB18F1E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ECB2E8-C367-CE50-B99B-703BAE054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Parts Promotion – NPR88  N75  4JZ1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64B548-7FD2-44DA-C0B3-E76ABA89F53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814507"/>
          <a:ext cx="11277600" cy="3876686"/>
        </p:xfrm>
        <a:graphic>
          <a:graphicData uri="http://schemas.openxmlformats.org/drawingml/2006/table">
            <a:tbl>
              <a:tblPr/>
              <a:tblGrid>
                <a:gridCol w="1396861">
                  <a:extLst>
                    <a:ext uri="{9D8B030D-6E8A-4147-A177-3AD203B41FA5}">
                      <a16:colId xmlns:a16="http://schemas.microsoft.com/office/drawing/2014/main" val="2800074538"/>
                    </a:ext>
                  </a:extLst>
                </a:gridCol>
                <a:gridCol w="1021234">
                  <a:extLst>
                    <a:ext uri="{9D8B030D-6E8A-4147-A177-3AD203B41FA5}">
                      <a16:colId xmlns:a16="http://schemas.microsoft.com/office/drawing/2014/main" val="2906757184"/>
                    </a:ext>
                  </a:extLst>
                </a:gridCol>
                <a:gridCol w="2632321">
                  <a:extLst>
                    <a:ext uri="{9D8B030D-6E8A-4147-A177-3AD203B41FA5}">
                      <a16:colId xmlns:a16="http://schemas.microsoft.com/office/drawing/2014/main" val="365060493"/>
                    </a:ext>
                  </a:extLst>
                </a:gridCol>
                <a:gridCol w="1998451">
                  <a:extLst>
                    <a:ext uri="{9D8B030D-6E8A-4147-A177-3AD203B41FA5}">
                      <a16:colId xmlns:a16="http://schemas.microsoft.com/office/drawing/2014/main" val="2316664973"/>
                    </a:ext>
                  </a:extLst>
                </a:gridCol>
                <a:gridCol w="1223721">
                  <a:extLst>
                    <a:ext uri="{9D8B030D-6E8A-4147-A177-3AD203B41FA5}">
                      <a16:colId xmlns:a16="http://schemas.microsoft.com/office/drawing/2014/main" val="912871884"/>
                    </a:ext>
                  </a:extLst>
                </a:gridCol>
                <a:gridCol w="1502506">
                  <a:extLst>
                    <a:ext uri="{9D8B030D-6E8A-4147-A177-3AD203B41FA5}">
                      <a16:colId xmlns:a16="http://schemas.microsoft.com/office/drawing/2014/main" val="2977615934"/>
                    </a:ext>
                  </a:extLst>
                </a:gridCol>
                <a:gridCol w="1502506">
                  <a:extLst>
                    <a:ext uri="{9D8B030D-6E8A-4147-A177-3AD203B41FA5}">
                      <a16:colId xmlns:a16="http://schemas.microsoft.com/office/drawing/2014/main" val="4230098689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PMS category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Part Number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Description / note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Campaign priority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Monthly Average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Year To Date Demand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Comments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0328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8975439050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oil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123.8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920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52148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ASM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8983104491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Medium-high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629563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ASM related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8983104490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Same HOF family reference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 by VIN / supersession check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8983104491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29345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Sedimenter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8983572930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Sedimenter; fuel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022750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8975425390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148.6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1,090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326340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8983752250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8975425390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77451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Cartridge Kit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8980374810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Cartridge kit; fuel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103.2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726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01909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Cartridge BVP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5876101570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8980374810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65.7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499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61781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Cartridge related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8980318470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Related genuine reference under 8980374810 HOF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 by VIN / supersession check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8980374810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475372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Cartridge related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8980179710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Related genuine reference under 8980374810 HOF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 by VIN / supersession check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8980374810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33967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8976659910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75139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8976739570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Filter; ACL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 campaign priority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70.8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474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362787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Kit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8982447940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Main NPR88 brake pad kit for most rows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Highest N75 focus item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199.2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1,463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220271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Kit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8982169220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Used on specific NPR88 model-code groups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Secondary, VIN-specific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53.0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359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194974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BVP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5876102380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8982169220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013509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BVP related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5876170050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Related BVP reference for 8982169220 family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01016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8978283700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only, some NPR88 rows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324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8982551391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only, some NPR88 rows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36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479729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 BVP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5876100771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8982551391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targeting manual units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69812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8980400932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4.6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867340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 BVP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5876100910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8980400932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targeting manual units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240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687B-8E95-D2E7-A3B0-5040CC99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0792C7-D132-DF03-CFF5-E4FEAC08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Parts Promotion – NLR87   N35.125   RZ4E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C9DC99-3F5E-7A88-FDA0-295782929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192777"/>
              </p:ext>
            </p:extLst>
          </p:nvPr>
        </p:nvGraphicFramePr>
        <p:xfrm>
          <a:off x="933450" y="1746504"/>
          <a:ext cx="10325100" cy="3816096"/>
        </p:xfrm>
        <a:graphic>
          <a:graphicData uri="http://schemas.openxmlformats.org/drawingml/2006/table">
            <a:tbl>
              <a:tblPr/>
              <a:tblGrid>
                <a:gridCol w="1244217">
                  <a:extLst>
                    <a:ext uri="{9D8B030D-6E8A-4147-A177-3AD203B41FA5}">
                      <a16:colId xmlns:a16="http://schemas.microsoft.com/office/drawing/2014/main" val="3709570596"/>
                    </a:ext>
                  </a:extLst>
                </a:gridCol>
                <a:gridCol w="1104560">
                  <a:extLst>
                    <a:ext uri="{9D8B030D-6E8A-4147-A177-3AD203B41FA5}">
                      <a16:colId xmlns:a16="http://schemas.microsoft.com/office/drawing/2014/main" val="1600107826"/>
                    </a:ext>
                  </a:extLst>
                </a:gridCol>
                <a:gridCol w="1790150">
                  <a:extLst>
                    <a:ext uri="{9D8B030D-6E8A-4147-A177-3AD203B41FA5}">
                      <a16:colId xmlns:a16="http://schemas.microsoft.com/office/drawing/2014/main" val="567455955"/>
                    </a:ext>
                  </a:extLst>
                </a:gridCol>
                <a:gridCol w="2221817">
                  <a:extLst>
                    <a:ext uri="{9D8B030D-6E8A-4147-A177-3AD203B41FA5}">
                      <a16:colId xmlns:a16="http://schemas.microsoft.com/office/drawing/2014/main" val="914340724"/>
                    </a:ext>
                  </a:extLst>
                </a:gridCol>
                <a:gridCol w="1323568">
                  <a:extLst>
                    <a:ext uri="{9D8B030D-6E8A-4147-A177-3AD203B41FA5}">
                      <a16:colId xmlns:a16="http://schemas.microsoft.com/office/drawing/2014/main" val="726125086"/>
                    </a:ext>
                  </a:extLst>
                </a:gridCol>
                <a:gridCol w="1625100">
                  <a:extLst>
                    <a:ext uri="{9D8B030D-6E8A-4147-A177-3AD203B41FA5}">
                      <a16:colId xmlns:a16="http://schemas.microsoft.com/office/drawing/2014/main" val="1160553000"/>
                    </a:ext>
                  </a:extLst>
                </a:gridCol>
                <a:gridCol w="1015688">
                  <a:extLst>
                    <a:ext uri="{9D8B030D-6E8A-4147-A177-3AD203B41FA5}">
                      <a16:colId xmlns:a16="http://schemas.microsoft.com/office/drawing/2014/main" val="1624642181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PMS 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Part Number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Description / note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Campaign priority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Monthly Average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Year To Date Demand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412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8982705240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Element; 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455.1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3,095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0424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5876150530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8982705240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78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8975080920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8011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8975080932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1094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8981596930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388.9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2,794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49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5876150170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8981596930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5997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8981941190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407.4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2,787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0963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5876150240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8981941190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22.7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6923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8983214130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Filter; ACL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Highest N35 focus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83.5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99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5876102900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8983214130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Strong campaign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25.9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52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8975095290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0666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Front 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caliper disc brake front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inspection conversion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66.7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1930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Front 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caliper disc brake front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inspection conversion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6812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5876102380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8982169220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repair channel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8818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Rear Brake Shoe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8973319320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Shoe ASM; rear brake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Secondary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3715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Rear Brake Shoe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5878320440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Shoe kit; rear brake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Secondary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997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8983753331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0695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8982831940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64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380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BC8E-B0AF-3A89-9BD6-B243A802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7677107-0BE4-5D11-57F1-8EAC746B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Parts Promotion – NLR88  N35.150  4JZ1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FF5F0C-8B72-C9C0-6F97-92570A6AF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921973"/>
              </p:ext>
            </p:extLst>
          </p:nvPr>
        </p:nvGraphicFramePr>
        <p:xfrm>
          <a:off x="469900" y="2045970"/>
          <a:ext cx="11252200" cy="3048000"/>
        </p:xfrm>
        <a:graphic>
          <a:graphicData uri="http://schemas.openxmlformats.org/drawingml/2006/table">
            <a:tbl>
              <a:tblPr/>
              <a:tblGrid>
                <a:gridCol w="1510448">
                  <a:extLst>
                    <a:ext uri="{9D8B030D-6E8A-4147-A177-3AD203B41FA5}">
                      <a16:colId xmlns:a16="http://schemas.microsoft.com/office/drawing/2014/main" val="3631671863"/>
                    </a:ext>
                  </a:extLst>
                </a:gridCol>
                <a:gridCol w="1408905">
                  <a:extLst>
                    <a:ext uri="{9D8B030D-6E8A-4147-A177-3AD203B41FA5}">
                      <a16:colId xmlns:a16="http://schemas.microsoft.com/office/drawing/2014/main" val="1725906701"/>
                    </a:ext>
                  </a:extLst>
                </a:gridCol>
                <a:gridCol w="1789690">
                  <a:extLst>
                    <a:ext uri="{9D8B030D-6E8A-4147-A177-3AD203B41FA5}">
                      <a16:colId xmlns:a16="http://schemas.microsoft.com/office/drawing/2014/main" val="2987829156"/>
                    </a:ext>
                  </a:extLst>
                </a:gridCol>
                <a:gridCol w="2160955">
                  <a:extLst>
                    <a:ext uri="{9D8B030D-6E8A-4147-A177-3AD203B41FA5}">
                      <a16:colId xmlns:a16="http://schemas.microsoft.com/office/drawing/2014/main" val="2149373926"/>
                    </a:ext>
                  </a:extLst>
                </a:gridCol>
                <a:gridCol w="1323228">
                  <a:extLst>
                    <a:ext uri="{9D8B030D-6E8A-4147-A177-3AD203B41FA5}">
                      <a16:colId xmlns:a16="http://schemas.microsoft.com/office/drawing/2014/main" val="4270481835"/>
                    </a:ext>
                  </a:extLst>
                </a:gridCol>
                <a:gridCol w="1624683">
                  <a:extLst>
                    <a:ext uri="{9D8B030D-6E8A-4147-A177-3AD203B41FA5}">
                      <a16:colId xmlns:a16="http://schemas.microsoft.com/office/drawing/2014/main" val="1858783188"/>
                    </a:ext>
                  </a:extLst>
                </a:gridCol>
                <a:gridCol w="1434291">
                  <a:extLst>
                    <a:ext uri="{9D8B030D-6E8A-4147-A177-3AD203B41FA5}">
                      <a16:colId xmlns:a16="http://schemas.microsoft.com/office/drawing/2014/main" val="1255354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PMS 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Main part number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Description / note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Campaign priority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Monthly Average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Year To Date Demand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Comments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205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8975439050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123.8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9673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8983104491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2044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8977903031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964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8981941190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407.4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2,787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2557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5876150240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8981941190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22.7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2199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8975425390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148.6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1,090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45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8983752250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8975425390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9703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8976739570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Filter; ACL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Main NLR88 air-filter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6192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8976643531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8765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Front 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caliper disc brake front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inspection conversion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1828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Rear 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caliper rear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inspection conversion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66.7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5821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5876102380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8982169220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320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8978293170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6758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8980400932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2075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5876100910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8980400932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doing clutch targeting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276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077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031D-F250-8C5C-A29C-DED01472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77D13F4-7FB3-42C4-1BFD-6B20AFEC9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Support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D94D33F-F56F-73AC-DE33-BCBF378023DB}"/>
              </a:ext>
            </a:extLst>
          </p:cNvPr>
          <p:cNvSpPr/>
          <p:nvPr/>
        </p:nvSpPr>
        <p:spPr>
          <a:xfrm>
            <a:off x="2057400" y="1892808"/>
            <a:ext cx="438912" cy="438912"/>
          </a:xfrm>
          <a:prstGeom prst="ellipse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E9F2687-040F-409F-1C78-7B43003A35EF}"/>
              </a:ext>
            </a:extLst>
          </p:cNvPr>
          <p:cNvSpPr/>
          <p:nvPr/>
        </p:nvSpPr>
        <p:spPr>
          <a:xfrm>
            <a:off x="2624328" y="1865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14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C6E36AF-BEA4-D847-12D5-20C552DBB314}"/>
              </a:ext>
            </a:extLst>
          </p:cNvPr>
          <p:cNvSpPr/>
          <p:nvPr/>
        </p:nvSpPr>
        <p:spPr>
          <a:xfrm>
            <a:off x="2057400" y="2953512"/>
            <a:ext cx="438912" cy="438912"/>
          </a:xfrm>
          <a:prstGeom prst="ellipse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B7F1BCE8-EB64-0CE4-78FB-31B4238E8D18}"/>
              </a:ext>
            </a:extLst>
          </p:cNvPr>
          <p:cNvSpPr/>
          <p:nvPr/>
        </p:nvSpPr>
        <p:spPr>
          <a:xfrm>
            <a:off x="2624328" y="29260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Dealer Incentive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2021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0666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COUNT" val="1"/>
  <p:tag name="LANG_DEF" val="1041"/>
  <p:tag name="LANG_NAME" val="Japanese"/>
  <p:tag name="DES1LAYOUTCOUNT" val="47"/>
  <p:tag name="LINGO_COUNT" val="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ISUZU GROUP PPT Template 202410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19050">
          <a:solidFill>
            <a:schemeClr val="tx2"/>
          </a:solidFill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30435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Bef>
            <a:spcPts val="600"/>
          </a:spcBef>
          <a:defRPr sz="2000" dirty="0" err="1" smtClean="0"/>
        </a:defPPr>
      </a:lstStyle>
    </a:txDef>
  </a:objectDefaults>
  <a:extraClrSchemeLst/>
  <a:custClrLst>
    <a:custClr name="ISUZU Corporate Red">
      <a:srgbClr val="E60012"/>
    </a:custClr>
    <a:custClr name="ISUZU Light Grey">
      <a:srgbClr val="848E9A"/>
    </a:custClr>
    <a:custClr name="ISUZU Dark Grey">
      <a:srgbClr val="344251"/>
    </a:custClr>
    <a:custClr name="ISUZU Dark Red">
      <a:srgbClr val="B5091F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Black">
      <a:srgbClr val="000000"/>
    </a:custClr>
    <a:custClr name="Light Grey 80">
      <a:srgbClr val="9DA5AE"/>
    </a:custClr>
    <a:custClr name="Dark Grey 80">
      <a:srgbClr val="5D6874"/>
    </a:custClr>
    <a:custClr name="Dark Red 80">
      <a:srgbClr val="C43A4C"/>
    </a:custClr>
    <a:custClr name="Dark Blue 80">
      <a:srgbClr val="335183"/>
    </a:custClr>
    <a:custClr name="Dark Green 80">
      <a:srgbClr val="4D797B"/>
    </a:custClr>
    <a:custClr name="Dark Orange 80">
      <a:srgbClr val="E5814A"/>
    </a:custClr>
    <a:custClr name="Blue">
      <a:srgbClr val="008FB8"/>
    </a:custClr>
    <a:custClr name="Green">
      <a:srgbClr val="80B129"/>
    </a:custClr>
    <a:custClr name="Yellow">
      <a:srgbClr val="F5A200"/>
    </a:custClr>
    <a:custClr name="White">
      <a:srgbClr val="FFFFFF"/>
    </a:custClr>
    <a:custClr name="Light Grey 75">
      <a:srgbClr val="A3AAB3"/>
    </a:custClr>
    <a:custClr name="Dark Grey 75">
      <a:srgbClr val="67717C"/>
    </a:custClr>
    <a:custClr name="Dark Red 75">
      <a:srgbClr val="C74657"/>
    </a:custClr>
    <a:custClr name="Dark Blue 75">
      <a:srgbClr val="405C8B"/>
    </a:custClr>
    <a:custClr name="Dark Green 75">
      <a:srgbClr val="588283"/>
    </a:custClr>
    <a:custClr name="Dark Orange 75">
      <a:srgbClr val="E78955"/>
    </a:custClr>
    <a:custClr name="Light Blue">
      <a:srgbClr val="72C2D6"/>
    </a:custClr>
    <a:custClr name="Light Green">
      <a:srgbClr val="B6D55D"/>
    </a:custClr>
    <a:custClr name="Light Orange">
      <a:srgbClr val="FDD34E"/>
    </a:custClr>
    <a:custClr name="BLANK">
      <a:srgbClr val="FFFFFF"/>
    </a:custClr>
    <a:custClr name="Light Grey 60">
      <a:srgbClr val="B5BBC2"/>
    </a:custClr>
    <a:custClr name="Dark Grey 60">
      <a:srgbClr val="858E97"/>
    </a:custClr>
    <a:custClr name="Dark Red 60">
      <a:srgbClr val="D36B79"/>
    </a:custClr>
    <a:custClr name="Dark Blue 60">
      <a:srgbClr val="667DA2"/>
    </a:custClr>
    <a:custClr name="Dark Green 60">
      <a:srgbClr val="7A9B9C"/>
    </a:custClr>
    <a:custClr name="Dark Orange 60">
      <a:srgbClr val="ECA17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SUZU GROUP PPT Template_JPN_202410.pptx" id="{DAFEDCD1-E6D8-4F1D-B930-9B1B06933545}" vid="{3F159DE2-77F8-4152-B7E9-A68242AE273D}"/>
    </a:ext>
  </a:extLst>
</a:theme>
</file>

<file path=ppt/theme/theme2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4B5BDE85556624BBCE99F7B4FD8D8C6" ma:contentTypeVersion="11" ma:contentTypeDescription="新しいドキュメントを作成します。" ma:contentTypeScope="" ma:versionID="473a36a0b428684d82675f04cea60e8e">
  <xsd:schema xmlns:xsd="http://www.w3.org/2001/XMLSchema" xmlns:xs="http://www.w3.org/2001/XMLSchema" xmlns:p="http://schemas.microsoft.com/office/2006/metadata/properties" xmlns:ns2="0122b829-8724-470b-986d-098077dd34b8" xmlns:ns3="7f970a2c-e610-47a8-a2de-9982ccc31c2b" targetNamespace="http://schemas.microsoft.com/office/2006/metadata/properties" ma:root="true" ma:fieldsID="b83a5af186d86254845bbee05d537444" ns2:_="" ns3:_="">
    <xsd:import namespace="0122b829-8724-470b-986d-098077dd34b8"/>
    <xsd:import namespace="7f970a2c-e610-47a8-a2de-9982ccc31c2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2b829-8724-470b-986d-098077dd34b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d78d7d5a-2c89-47bb-bda4-6ea5dbfbd4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970a2c-e610-47a8-a2de-9982ccc31c2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0b04fd0-30fc-4ef9-a654-d8c007d35bd7}" ma:internalName="TaxCatchAll" ma:showField="CatchAllData" ma:web="7f970a2c-e610-47a8-a2de-9982ccc31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122b829-8724-470b-986d-098077dd34b8">
      <Terms xmlns="http://schemas.microsoft.com/office/infopath/2007/PartnerControls"/>
    </lcf76f155ced4ddcb4097134ff3c332f>
    <TaxCatchAll xmlns="7f970a2c-e610-47a8-a2de-9982ccc31c2b" xsi:nil="true"/>
  </documentManagement>
</p:properties>
</file>

<file path=customXml/itemProps1.xml><?xml version="1.0" encoding="utf-8"?>
<ds:datastoreItem xmlns:ds="http://schemas.openxmlformats.org/officeDocument/2006/customXml" ds:itemID="{EE67BB62-49D3-409A-9602-86AFC94A10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75695-CD55-493F-ABB2-08C81361B9AB}">
  <ds:schemaRefs>
    <ds:schemaRef ds:uri="0122b829-8724-470b-986d-098077dd34b8"/>
    <ds:schemaRef ds:uri="7f970a2c-e610-47a8-a2de-9982ccc31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B383D4A-78E7-44CE-ADFC-39E7E727F4A6}">
  <ds:schemaRefs>
    <ds:schemaRef ds:uri="http://schemas.microsoft.com/office/2006/metadata/properties"/>
    <ds:schemaRef ds:uri="http://www.w3.org/XML/1998/namespace"/>
    <ds:schemaRef ds:uri="http://purl.org/dc/terms/"/>
    <ds:schemaRef ds:uri="0122b829-8724-470b-986d-098077dd34b8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7f970a2c-e610-47a8-a2de-9982ccc31c2b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ISUZU GROUP PPT Template_JPN_202410</Template>
  <TotalTime>1698</TotalTime>
  <Words>2610</Words>
  <Application>Microsoft Office PowerPoint</Application>
  <PresentationFormat>Widescreen</PresentationFormat>
  <Paragraphs>813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Meiryo</vt:lpstr>
      <vt:lpstr>Aptos</vt:lpstr>
      <vt:lpstr>Aptos Display</vt:lpstr>
      <vt:lpstr>Arial</vt:lpstr>
      <vt:lpstr>ISUZU GROUP PPT Template 202410</vt:lpstr>
      <vt:lpstr>Periodic Maintenance Service (PMS) Project</vt:lpstr>
      <vt:lpstr>Contents</vt:lpstr>
      <vt:lpstr>Maintenance Interval Implications</vt:lpstr>
      <vt:lpstr>PMS Project Outline - Protect Uptime and TCO</vt:lpstr>
      <vt:lpstr>Why the UK launch must be N75-led</vt:lpstr>
      <vt:lpstr>Why the UK launch must be N75-led</vt:lpstr>
      <vt:lpstr>Phase 2: PMS Target Customers – N35</vt:lpstr>
      <vt:lpstr>ISZJ PMS Requests &amp; ITUK Response</vt:lpstr>
      <vt:lpstr>Promotion Parts List – BVP Queries</vt:lpstr>
      <vt:lpstr>Parts \ Service Flow</vt:lpstr>
      <vt:lpstr>Connected Pathway</vt:lpstr>
      <vt:lpstr>Maintenance Package Pathway</vt:lpstr>
      <vt:lpstr>KPI Proposal</vt:lpstr>
      <vt:lpstr>Implementation Roadmap</vt:lpstr>
      <vt:lpstr>PMS Parts Promotion – NPR75  N75  4HK1</vt:lpstr>
      <vt:lpstr>PMS Parts Promotion – NPR88  N75  4JZ1</vt:lpstr>
      <vt:lpstr>PMS Parts Promotion – NLR87   N35.125   RZ4E</vt:lpstr>
      <vt:lpstr>PMS Parts Promotion – NLR88  N35.150  4JZ1</vt:lpstr>
      <vt:lpstr>Support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KOSHA Presentation</dc:title>
  <dc:creator>Sakiko Ishizuka ISZJ</dc:creator>
  <cp:lastModifiedBy>Duncan Young</cp:lastModifiedBy>
  <cp:revision>6</cp:revision>
  <cp:lastPrinted>2024-10-15T01:06:05Z</cp:lastPrinted>
  <dcterms:created xsi:type="dcterms:W3CDTF">2024-11-13T15:55:57Z</dcterms:created>
  <dcterms:modified xsi:type="dcterms:W3CDTF">2026-08-13T10:13:23Z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0x01010034B5BDE85556624BBCE99F7B4FD8D8C6</vt:lpwstr>
  </property>
</Properties>
</file>