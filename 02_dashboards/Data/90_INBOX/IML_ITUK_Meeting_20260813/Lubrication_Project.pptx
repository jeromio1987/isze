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heme/theme2.xml" ContentType="application/vnd.openxmlformats-officedocument.them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3.xml" ContentType="application/vnd.openxmlformats-officedocument.them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59" r:id="rId5"/>
    <p:sldId id="2147483647" r:id="rId6"/>
    <p:sldId id="260" r:id="rId7"/>
    <p:sldId id="264" r:id="rId8"/>
    <p:sldId id="265" r:id="rId9"/>
    <p:sldId id="263" r:id="rId10"/>
    <p:sldId id="262" r:id="rId11"/>
    <p:sldId id="266" r:id="rId12"/>
    <p:sldId id="2147469443" r:id="rId13"/>
  </p:sldIdLst>
  <p:sldSz cx="12192000" cy="6858000"/>
  <p:notesSz cx="6858000" cy="9144000"/>
  <p:custDataLst>
    <p:tags r:id="rId16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C8B"/>
    <a:srgbClr val="335183"/>
    <a:srgbClr val="002564"/>
    <a:srgbClr val="595959"/>
    <a:srgbClr val="DDEBF8"/>
    <a:srgbClr val="CCCDD3"/>
    <a:srgbClr val="E8E8EB"/>
    <a:srgbClr val="ECA177"/>
    <a:srgbClr val="7A9B9C"/>
    <a:srgbClr val="667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55B68-8B9F-40A0-8E6F-2CC2FDC20AEC}" v="22" dt="2026-08-12T08:44:15.7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Young" userId="0d05c5b8-70c0-48c4-9720-582aed650fb7" providerId="ADAL" clId="{39B09168-2D64-4679-9209-243C3D2608B1}"/>
    <pc:docChg chg="undo custSel addSld delSld modSld sldOrd">
      <pc:chgData name="Duncan Young" userId="0d05c5b8-70c0-48c4-9720-582aed650fb7" providerId="ADAL" clId="{39B09168-2D64-4679-9209-243C3D2608B1}" dt="2026-08-12T08:44:39.258" v="1371" actId="255"/>
      <pc:docMkLst>
        <pc:docMk/>
      </pc:docMkLst>
      <pc:sldChg chg="del">
        <pc:chgData name="Duncan Young" userId="0d05c5b8-70c0-48c4-9720-582aed650fb7" providerId="ADAL" clId="{39B09168-2D64-4679-9209-243C3D2608B1}" dt="2026-08-12T07:10:27.299" v="1079" actId="47"/>
        <pc:sldMkLst>
          <pc:docMk/>
          <pc:sldMk cId="1856661247" sldId="256"/>
        </pc:sldMkLst>
      </pc:sldChg>
      <pc:sldChg chg="del">
        <pc:chgData name="Duncan Young" userId="0d05c5b8-70c0-48c4-9720-582aed650fb7" providerId="ADAL" clId="{39B09168-2D64-4679-9209-243C3D2608B1}" dt="2026-08-12T07:10:28.970" v="1080" actId="47"/>
        <pc:sldMkLst>
          <pc:docMk/>
          <pc:sldMk cId="1330970995" sldId="257"/>
        </pc:sldMkLst>
      </pc:sldChg>
      <pc:sldChg chg="del">
        <pc:chgData name="Duncan Young" userId="0d05c5b8-70c0-48c4-9720-582aed650fb7" providerId="ADAL" clId="{39B09168-2D64-4679-9209-243C3D2608B1}" dt="2026-08-12T07:10:33.004" v="1081" actId="47"/>
        <pc:sldMkLst>
          <pc:docMk/>
          <pc:sldMk cId="2614762970" sldId="258"/>
        </pc:sldMkLst>
      </pc:sldChg>
      <pc:sldChg chg="del">
        <pc:chgData name="Duncan Young" userId="0d05c5b8-70c0-48c4-9720-582aed650fb7" providerId="ADAL" clId="{39B09168-2D64-4679-9209-243C3D2608B1}" dt="2026-08-12T07:10:36.374" v="1082" actId="47"/>
        <pc:sldMkLst>
          <pc:docMk/>
          <pc:sldMk cId="1360146635" sldId="259"/>
        </pc:sldMkLst>
      </pc:sldChg>
      <pc:sldChg chg="addSp delSp modSp add mod">
        <pc:chgData name="Duncan Young" userId="0d05c5b8-70c0-48c4-9720-582aed650fb7" providerId="ADAL" clId="{39B09168-2D64-4679-9209-243C3D2608B1}" dt="2026-08-12T08:44:15.748" v="1369" actId="207"/>
        <pc:sldMkLst>
          <pc:docMk/>
          <pc:sldMk cId="2223211049" sldId="260"/>
        </pc:sldMkLst>
        <pc:spChg chg="mod">
          <ac:chgData name="Duncan Young" userId="0d05c5b8-70c0-48c4-9720-582aed650fb7" providerId="ADAL" clId="{39B09168-2D64-4679-9209-243C3D2608B1}" dt="2026-08-11T21:26:38.732" v="624" actId="20577"/>
          <ac:spMkLst>
            <pc:docMk/>
            <pc:sldMk cId="2223211049" sldId="260"/>
            <ac:spMk id="3" creationId="{E9321484-0F36-732C-3689-A4C642339E56}"/>
          </ac:spMkLst>
        </pc:spChg>
        <pc:spChg chg="add mod">
          <ac:chgData name="Duncan Young" userId="0d05c5b8-70c0-48c4-9720-582aed650fb7" providerId="ADAL" clId="{39B09168-2D64-4679-9209-243C3D2608B1}" dt="2026-08-12T08:43:25.899" v="1363" actId="255"/>
          <ac:spMkLst>
            <pc:docMk/>
            <pc:sldMk cId="2223211049" sldId="260"/>
            <ac:spMk id="4" creationId="{056982C6-8470-E705-5DE9-3B4E7A632290}"/>
          </ac:spMkLst>
        </pc:spChg>
        <pc:spChg chg="add mod">
          <ac:chgData name="Duncan Young" userId="0d05c5b8-70c0-48c4-9720-582aed650fb7" providerId="ADAL" clId="{39B09168-2D64-4679-9209-243C3D2608B1}" dt="2026-08-12T08:43:25.899" v="1363" actId="255"/>
          <ac:spMkLst>
            <pc:docMk/>
            <pc:sldMk cId="2223211049" sldId="260"/>
            <ac:spMk id="6" creationId="{860D8D5D-BB3D-CE3A-7E75-83BCFC1746F2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14" creationId="{1F266A21-2E35-6701-A6A7-6B97F2E05734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18" creationId="{69FE2123-5A56-8219-1193-211F1935DC40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20" creationId="{0A2EE22F-C52F-0A9B-ED05-B10EA875923C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22" creationId="{D9472C78-9F4F-27C8-D4BC-42187D60FB2B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25" creationId="{F81442BA-AE7C-A78F-8BA2-3DE95F42BCFB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31" creationId="{CC1FA5F4-AA96-DDDA-FD3F-16CBFA09FB78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34" creationId="{8C63BC5C-6C7B-AB43-8489-4E8E8B466F75}"/>
          </ac:spMkLst>
        </pc:spChg>
        <pc:spChg chg="add del mod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36" creationId="{59606A89-BEF4-5310-7980-78F981331236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46" creationId="{CB48891D-6804-0F1B-69E9-9B8EEEA8C6E5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49" creationId="{AB78A5BF-6176-9970-D73C-3B4400BEA0E5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52" creationId="{3723482C-519B-C170-F03E-EAF2B5452FBB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54" creationId="{44B00F0D-2831-1F22-8A90-8A473DED7FC0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64" creationId="{3F428496-9845-7E57-1787-1B49F40B0399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66" creationId="{763D1729-DBCF-180F-1FFD-FAFCDB43146B}"/>
          </ac:spMkLst>
        </pc:spChg>
        <pc:spChg chg="add del">
          <ac:chgData name="Duncan Young" userId="0d05c5b8-70c0-48c4-9720-582aed650fb7" providerId="ADAL" clId="{39B09168-2D64-4679-9209-243C3D2608B1}" dt="2026-08-11T19:33:45.473" v="391" actId="478"/>
          <ac:spMkLst>
            <pc:docMk/>
            <pc:sldMk cId="2223211049" sldId="260"/>
            <ac:spMk id="67" creationId="{DF1CDE0A-C935-DFB9-BB3B-5030E81410FE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70" creationId="{5BAB54AD-453A-3E37-8B04-08106C134A1A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72" creationId="{5BD19B62-72D5-7AFF-D6D1-B1173B2B4110}"/>
          </ac:spMkLst>
        </pc:spChg>
        <pc:spChg chg="add del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75" creationId="{9AC93F25-AFFB-EAF1-E69E-2688B0121F2E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78" creationId="{433DFF82-4257-BD69-9315-A14A2003B1C7}"/>
          </ac:spMkLst>
        </pc:spChg>
        <pc:spChg chg="add del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79" creationId="{FAB6A65F-3BB1-5747-C1FA-A10142C804A5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80" creationId="{2C541168-F68D-B2BA-C25D-5F8958E205B3}"/>
          </ac:spMkLst>
        </pc:spChg>
        <pc:spChg chg="add del mod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83" creationId="{0B59465E-DD5B-9B57-915D-EE0A3924FD64}"/>
          </ac:spMkLst>
        </pc:spChg>
        <pc:spChg chg="del">
          <ac:chgData name="Duncan Young" userId="0d05c5b8-70c0-48c4-9720-582aed650fb7" providerId="ADAL" clId="{39B09168-2D64-4679-9209-243C3D2608B1}" dt="2026-08-11T19:24:29.083" v="230" actId="478"/>
          <ac:spMkLst>
            <pc:docMk/>
            <pc:sldMk cId="2223211049" sldId="260"/>
            <ac:spMk id="86" creationId="{C47E2B7B-8F00-097E-AE41-C7CFFA9A31BF}"/>
          </ac:spMkLst>
        </pc:spChg>
        <pc:spChg chg="add del mod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87" creationId="{0A555F3F-0C8F-1679-840D-46300738336A}"/>
          </ac:spMkLst>
        </pc:spChg>
        <pc:spChg chg="add del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94" creationId="{DCCEF74B-70EE-5050-1356-467EBB5684B1}"/>
          </ac:spMkLst>
        </pc:spChg>
        <pc:spChg chg="add del mod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96" creationId="{A98DA53E-9835-2698-4B65-EF3330B1383A}"/>
          </ac:spMkLst>
        </pc:spChg>
        <pc:spChg chg="mod">
          <ac:chgData name="Duncan Young" userId="0d05c5b8-70c0-48c4-9720-582aed650fb7" providerId="ADAL" clId="{39B09168-2D64-4679-9209-243C3D2608B1}" dt="2026-08-11T19:36:03.619" v="394" actId="255"/>
          <ac:spMkLst>
            <pc:docMk/>
            <pc:sldMk cId="2223211049" sldId="260"/>
            <ac:spMk id="98" creationId="{B5DC37F3-2328-7B83-AC17-FBEBD9319490}"/>
          </ac:spMkLst>
        </pc:spChg>
        <pc:spChg chg="add del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100" creationId="{188F1D12-92E3-B260-B4FD-05DBA5EC9C86}"/>
          </ac:spMkLst>
        </pc:spChg>
        <pc:spChg chg="add del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102" creationId="{7E237A91-7016-08AB-07ED-61322214BAEF}"/>
          </ac:spMkLst>
        </pc:spChg>
        <pc:spChg chg="add del mod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104" creationId="{5A1768E2-72F8-F1B0-2E9E-8C5C780387B6}"/>
          </ac:spMkLst>
        </pc:spChg>
        <pc:spChg chg="add del mod">
          <ac:chgData name="Duncan Young" userId="0d05c5b8-70c0-48c4-9720-582aed650fb7" providerId="ADAL" clId="{39B09168-2D64-4679-9209-243C3D2608B1}" dt="2026-08-11T19:41:01.664" v="397" actId="478"/>
          <ac:spMkLst>
            <pc:docMk/>
            <pc:sldMk cId="2223211049" sldId="260"/>
            <ac:spMk id="106" creationId="{2FEED18A-E5C6-647C-134A-83A245AEABB0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09" creationId="{5A83AF3E-F749-540D-4628-E762506DA384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11" creationId="{1BA113D5-336F-F746-48AA-A224EC7CB842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13" creationId="{A2A9BD73-0843-8E73-ADB8-A32B7D0810F3}"/>
          </ac:spMkLst>
        </pc:spChg>
        <pc:spChg chg="add del mod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15" creationId="{79C3F443-3976-D5C4-BC76-E0D4C49F0D5D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19" creationId="{10FC3CED-F874-96D5-644E-DE272FA61343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25" creationId="{B4CD9193-ECA4-4C0E-C8BF-D0CD5FF95852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29" creationId="{A66A0692-0C36-DCE4-5E35-38D1274A5BE8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31" creationId="{548F80BB-000A-7E23-71A9-20B2F60A1D71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37" creationId="{5CFC2494-9AF7-47B2-9BC1-5E42E294D3C0}"/>
          </ac:spMkLst>
        </pc:spChg>
        <pc:spChg chg="add del">
          <ac:chgData name="Duncan Young" userId="0d05c5b8-70c0-48c4-9720-582aed650fb7" providerId="ADAL" clId="{39B09168-2D64-4679-9209-243C3D2608B1}" dt="2026-08-11T21:23:55.953" v="610" actId="478"/>
          <ac:spMkLst>
            <pc:docMk/>
            <pc:sldMk cId="2223211049" sldId="260"/>
            <ac:spMk id="139" creationId="{3ADED9EA-89AE-6435-A3EE-9BC255399183}"/>
          </ac:spMkLst>
        </pc:spChg>
        <pc:spChg chg="add mod">
          <ac:chgData name="Duncan Young" userId="0d05c5b8-70c0-48c4-9720-582aed650fb7" providerId="ADAL" clId="{39B09168-2D64-4679-9209-243C3D2608B1}" dt="2026-08-11T19:55:28.141" v="603" actId="1037"/>
          <ac:spMkLst>
            <pc:docMk/>
            <pc:sldMk cId="2223211049" sldId="260"/>
            <ac:spMk id="145" creationId="{5BB7654D-1409-C037-7C36-AEC4058AE866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47" creationId="{65621935-E157-F57C-2167-2265A24BE430}"/>
          </ac:spMkLst>
        </pc:spChg>
        <pc:spChg chg="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49" creationId="{D8A2039D-220D-941E-FC32-BF05151266FE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51" creationId="{6491F521-F612-08E2-33FB-50684204C658}"/>
          </ac:spMkLst>
        </pc:spChg>
        <pc:spChg chg="mod">
          <ac:chgData name="Duncan Young" userId="0d05c5b8-70c0-48c4-9720-582aed650fb7" providerId="ADAL" clId="{39B09168-2D64-4679-9209-243C3D2608B1}" dt="2026-08-11T21:25:13.411" v="615" actId="208"/>
          <ac:spMkLst>
            <pc:docMk/>
            <pc:sldMk cId="2223211049" sldId="260"/>
            <ac:spMk id="153" creationId="{643BD791-CB7D-C7F8-3C15-0C54C8F9509B}"/>
          </ac:spMkLst>
        </pc:spChg>
        <pc:spChg chg="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55" creationId="{8344E0B4-451F-EF6D-A2BE-798B30D6C031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57" creationId="{59DB99CE-FB61-BA34-9F2B-7EE65023E8EB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59" creationId="{B1B5BB08-87CC-D174-FA3E-D5C56F95C7B2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61" creationId="{BE0B054A-5C4D-DC2F-7395-0334016F2BB7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63" creationId="{E20DBAA2-8C18-6FBE-48FE-0A97282D47D8}"/>
          </ac:spMkLst>
        </pc:spChg>
        <pc:spChg chg="add del mod">
          <ac:chgData name="Duncan Young" userId="0d05c5b8-70c0-48c4-9720-582aed650fb7" providerId="ADAL" clId="{39B09168-2D64-4679-9209-243C3D2608B1}" dt="2026-08-11T21:25:50.012" v="616" actId="478"/>
          <ac:spMkLst>
            <pc:docMk/>
            <pc:sldMk cId="2223211049" sldId="260"/>
            <ac:spMk id="165" creationId="{56B584F7-CA31-03B5-D53E-80738F216123}"/>
          </ac:spMkLst>
        </pc:spChg>
        <pc:spChg chg="del mod">
          <ac:chgData name="Duncan Young" userId="0d05c5b8-70c0-48c4-9720-582aed650fb7" providerId="ADAL" clId="{39B09168-2D64-4679-9209-243C3D2608B1}" dt="2026-08-11T21:25:50.012" v="616" actId="478"/>
          <ac:spMkLst>
            <pc:docMk/>
            <pc:sldMk cId="2223211049" sldId="260"/>
            <ac:spMk id="167" creationId="{F6C486AC-6EE9-CFD8-444C-99C8EF7FFF5F}"/>
          </ac:spMkLst>
        </pc:spChg>
        <pc:spChg chg="add del mod">
          <ac:chgData name="Duncan Young" userId="0d05c5b8-70c0-48c4-9720-582aed650fb7" providerId="ADAL" clId="{39B09168-2D64-4679-9209-243C3D2608B1}" dt="2026-08-11T21:25:50.012" v="616" actId="478"/>
          <ac:spMkLst>
            <pc:docMk/>
            <pc:sldMk cId="2223211049" sldId="260"/>
            <ac:spMk id="169" creationId="{4F36507A-71EB-98B5-558E-385EFDD6D62D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71" creationId="{A9B739D7-C418-9ECF-AA5D-908893D54F4E}"/>
          </ac:spMkLst>
        </pc:spChg>
        <pc:spChg chg="mod">
          <ac:chgData name="Duncan Young" userId="0d05c5b8-70c0-48c4-9720-582aed650fb7" providerId="ADAL" clId="{39B09168-2D64-4679-9209-243C3D2608B1}" dt="2026-08-11T21:25:59.124" v="617" actId="1076"/>
          <ac:spMkLst>
            <pc:docMk/>
            <pc:sldMk cId="2223211049" sldId="260"/>
            <ac:spMk id="173" creationId="{B063D34B-5D7C-4477-A3F5-1FE74AF2AE11}"/>
          </ac:spMkLst>
        </pc:spChg>
        <pc:spChg chg="add mod">
          <ac:chgData name="Duncan Young" userId="0d05c5b8-70c0-48c4-9720-582aed650fb7" providerId="ADAL" clId="{39B09168-2D64-4679-9209-243C3D2608B1}" dt="2026-08-11T21:26:11.900" v="618" actId="1076"/>
          <ac:spMkLst>
            <pc:docMk/>
            <pc:sldMk cId="2223211049" sldId="260"/>
            <ac:spMk id="175" creationId="{47D3FDBD-E72F-D66A-AE35-BCB558C5A549}"/>
          </ac:spMkLst>
        </pc:spChg>
        <pc:graphicFrameChg chg="add mod">
          <ac:chgData name="Duncan Young" userId="0d05c5b8-70c0-48c4-9720-582aed650fb7" providerId="ADAL" clId="{39B09168-2D64-4679-9209-243C3D2608B1}" dt="2026-08-12T08:43:42.230" v="1366" actId="207"/>
          <ac:graphicFrameMkLst>
            <pc:docMk/>
            <pc:sldMk cId="2223211049" sldId="260"/>
            <ac:graphicFrameMk id="8" creationId="{2BA0E6BC-4DDC-581A-FACD-8C31B29C75DF}"/>
          </ac:graphicFrameMkLst>
        </pc:graphicFrameChg>
        <pc:graphicFrameChg chg="add mod">
          <ac:chgData name="Duncan Young" userId="0d05c5b8-70c0-48c4-9720-582aed650fb7" providerId="ADAL" clId="{39B09168-2D64-4679-9209-243C3D2608B1}" dt="2026-08-12T08:44:15.748" v="1369" actId="207"/>
          <ac:graphicFrameMkLst>
            <pc:docMk/>
            <pc:sldMk cId="2223211049" sldId="260"/>
            <ac:graphicFrameMk id="10" creationId="{92C3621C-B41B-890D-981D-349521B361AB}"/>
          </ac:graphicFrameMkLst>
        </pc:graphicFrameChg>
        <pc:graphicFrameChg chg="modGraphic">
          <ac:chgData name="Duncan Young" userId="0d05c5b8-70c0-48c4-9720-582aed650fb7" providerId="ADAL" clId="{39B09168-2D64-4679-9209-243C3D2608B1}" dt="2026-08-11T19:35:53.922" v="393" actId="255"/>
          <ac:graphicFrameMkLst>
            <pc:docMk/>
            <pc:sldMk cId="2223211049" sldId="260"/>
            <ac:graphicFrameMk id="71" creationId="{F0D68374-17F8-85D6-7623-0BBFCA4EB59C}"/>
          </ac:graphicFrameMkLst>
        </pc:graphicFrameChg>
        <pc:graphicFrameChg chg="add del mod modGraphic">
          <ac:chgData name="Duncan Young" userId="0d05c5b8-70c0-48c4-9720-582aed650fb7" providerId="ADAL" clId="{39B09168-2D64-4679-9209-243C3D2608B1}" dt="2026-08-11T19:54:24.522" v="564" actId="478"/>
          <ac:graphicFrameMkLst>
            <pc:docMk/>
            <pc:sldMk cId="2223211049" sldId="260"/>
            <ac:graphicFrameMk id="107" creationId="{E2B501BE-2900-03AE-C020-7D9AF335400D}"/>
          </ac:graphicFrameMkLst>
        </pc:graphicFrameChg>
        <pc:picChg chg="add del mod">
          <ac:chgData name="Duncan Young" userId="0d05c5b8-70c0-48c4-9720-582aed650fb7" providerId="ADAL" clId="{39B09168-2D64-4679-9209-243C3D2608B1}" dt="2026-08-12T08:43:06.366" v="1344" actId="478"/>
          <ac:picMkLst>
            <pc:docMk/>
            <pc:sldMk cId="2223211049" sldId="260"/>
            <ac:picMk id="141" creationId="{5D845B01-BF07-552B-641C-C95F1D3EB0DC}"/>
          </ac:picMkLst>
        </pc:picChg>
        <pc:picChg chg="add del mod">
          <ac:chgData name="Duncan Young" userId="0d05c5b8-70c0-48c4-9720-582aed650fb7" providerId="ADAL" clId="{39B09168-2D64-4679-9209-243C3D2608B1}" dt="2026-08-12T08:43:06.910" v="1345" actId="478"/>
          <ac:picMkLst>
            <pc:docMk/>
            <pc:sldMk cId="2223211049" sldId="260"/>
            <ac:picMk id="143" creationId="{67DDFC19-4C9E-BB2B-020F-7EE115EB9449}"/>
          </ac:picMkLst>
        </pc:picChg>
      </pc:sldChg>
      <pc:sldChg chg="add del">
        <pc:chgData name="Duncan Young" userId="0d05c5b8-70c0-48c4-9720-582aed650fb7" providerId="ADAL" clId="{39B09168-2D64-4679-9209-243C3D2608B1}" dt="2026-08-12T07:10:13.642" v="1074" actId="47"/>
        <pc:sldMkLst>
          <pc:docMk/>
          <pc:sldMk cId="2207727483" sldId="261"/>
        </pc:sldMkLst>
      </pc:sldChg>
      <pc:sldChg chg="addSp delSp modSp add mod ord">
        <pc:chgData name="Duncan Young" userId="0d05c5b8-70c0-48c4-9720-582aed650fb7" providerId="ADAL" clId="{39B09168-2D64-4679-9209-243C3D2608B1}" dt="2026-08-12T08:38:53.112" v="1331"/>
        <pc:sldMkLst>
          <pc:docMk/>
          <pc:sldMk cId="4113955604" sldId="262"/>
        </pc:sldMkLst>
        <pc:spChg chg="mod">
          <ac:chgData name="Duncan Young" userId="0d05c5b8-70c0-48c4-9720-582aed650fb7" providerId="ADAL" clId="{39B09168-2D64-4679-9209-243C3D2608B1}" dt="2026-08-11T19:53:10.211" v="562" actId="20577"/>
          <ac:spMkLst>
            <pc:docMk/>
            <pc:sldMk cId="4113955604" sldId="262"/>
            <ac:spMk id="3" creationId="{929A0EEA-491D-6EA6-DC24-EAB317951051}"/>
          </ac:spMkLst>
        </pc:spChg>
        <pc:graphicFrameChg chg="add del mod">
          <ac:chgData name="Duncan Young" userId="0d05c5b8-70c0-48c4-9720-582aed650fb7" providerId="ADAL" clId="{39B09168-2D64-4679-9209-243C3D2608B1}" dt="2026-08-11T19:46:57.033" v="408" actId="478"/>
          <ac:graphicFrameMkLst>
            <pc:docMk/>
            <pc:sldMk cId="4113955604" sldId="262"/>
            <ac:graphicFrameMk id="2" creationId="{19BB03B8-B9D5-BCA8-71AD-0268C38D5030}"/>
          </ac:graphicFrameMkLst>
        </pc:graphicFrameChg>
        <pc:graphicFrameChg chg="add mod modGraphic">
          <ac:chgData name="Duncan Young" userId="0d05c5b8-70c0-48c4-9720-582aed650fb7" providerId="ADAL" clId="{39B09168-2D64-4679-9209-243C3D2608B1}" dt="2026-08-12T08:37:13.022" v="1284" actId="13926"/>
          <ac:graphicFrameMkLst>
            <pc:docMk/>
            <pc:sldMk cId="4113955604" sldId="262"/>
            <ac:graphicFrameMk id="4" creationId="{296E2A02-CC62-C980-BA4C-ECB12F2AAB03}"/>
          </ac:graphicFrameMkLst>
        </pc:graphicFrameChg>
        <pc:graphicFrameChg chg="add mod modGraphic">
          <ac:chgData name="Duncan Young" userId="0d05c5b8-70c0-48c4-9720-582aed650fb7" providerId="ADAL" clId="{39B09168-2D64-4679-9209-243C3D2608B1}" dt="2026-08-12T08:37:19.754" v="1286" actId="13926"/>
          <ac:graphicFrameMkLst>
            <pc:docMk/>
            <pc:sldMk cId="4113955604" sldId="262"/>
            <ac:graphicFrameMk id="5" creationId="{DA04197E-1884-DD31-E92F-A08B647F6376}"/>
          </ac:graphicFrameMkLst>
        </pc:graphicFrameChg>
        <pc:graphicFrameChg chg="del">
          <ac:chgData name="Duncan Young" userId="0d05c5b8-70c0-48c4-9720-582aed650fb7" providerId="ADAL" clId="{39B09168-2D64-4679-9209-243C3D2608B1}" dt="2026-08-11T19:46:33.127" v="406" actId="478"/>
          <ac:graphicFrameMkLst>
            <pc:docMk/>
            <pc:sldMk cId="4113955604" sldId="262"/>
            <ac:graphicFrameMk id="107" creationId="{07FADBAB-FD88-297C-0582-BAA5CD415EE0}"/>
          </ac:graphicFrameMkLst>
        </pc:graphicFrameChg>
      </pc:sldChg>
      <pc:sldChg chg="addSp delSp modSp add mod ord">
        <pc:chgData name="Duncan Young" userId="0d05c5b8-70c0-48c4-9720-582aed650fb7" providerId="ADAL" clId="{39B09168-2D64-4679-9209-243C3D2608B1}" dt="2026-08-12T08:38:51.465" v="1329"/>
        <pc:sldMkLst>
          <pc:docMk/>
          <pc:sldMk cId="2562563827" sldId="263"/>
        </pc:sldMkLst>
        <pc:spChg chg="mod">
          <ac:chgData name="Duncan Young" userId="0d05c5b8-70c0-48c4-9720-582aed650fb7" providerId="ADAL" clId="{39B09168-2D64-4679-9209-243C3D2608B1}" dt="2026-08-12T08:35:39.187" v="1263" actId="20577"/>
          <ac:spMkLst>
            <pc:docMk/>
            <pc:sldMk cId="2562563827" sldId="263"/>
            <ac:spMk id="3" creationId="{2D08FC03-0D94-E3BF-B43E-9AEB2C9D3A92}"/>
          </ac:spMkLst>
        </pc:spChg>
        <pc:graphicFrameChg chg="add del mod">
          <ac:chgData name="Duncan Young" userId="0d05c5b8-70c0-48c4-9720-582aed650fb7" providerId="ADAL" clId="{39B09168-2D64-4679-9209-243C3D2608B1}" dt="2026-08-12T08:31:01.352" v="1216" actId="478"/>
          <ac:graphicFrameMkLst>
            <pc:docMk/>
            <pc:sldMk cId="2562563827" sldId="263"/>
            <ac:graphicFrameMk id="2" creationId="{96EB1A5A-A1B2-968F-F018-63A2BB4EB32A}"/>
          </ac:graphicFrameMkLst>
        </pc:graphicFrameChg>
        <pc:graphicFrameChg chg="add mod modGraphic">
          <ac:chgData name="Duncan Young" userId="0d05c5b8-70c0-48c4-9720-582aed650fb7" providerId="ADAL" clId="{39B09168-2D64-4679-9209-243C3D2608B1}" dt="2026-08-12T08:32:50.498" v="1228" actId="122"/>
          <ac:graphicFrameMkLst>
            <pc:docMk/>
            <pc:sldMk cId="2562563827" sldId="263"/>
            <ac:graphicFrameMk id="4" creationId="{F2479B39-01F9-62EC-424A-AC085BFB1E0F}"/>
          </ac:graphicFrameMkLst>
        </pc:graphicFrameChg>
        <pc:graphicFrameChg chg="del">
          <ac:chgData name="Duncan Young" userId="0d05c5b8-70c0-48c4-9720-582aed650fb7" providerId="ADAL" clId="{39B09168-2D64-4679-9209-243C3D2608B1}" dt="2026-08-12T08:26:46.013" v="1213" actId="478"/>
          <ac:graphicFrameMkLst>
            <pc:docMk/>
            <pc:sldMk cId="2562563827" sldId="263"/>
            <ac:graphicFrameMk id="107" creationId="{EEEB489F-7F6F-3558-475F-D0D1904695A4}"/>
          </ac:graphicFrameMkLst>
        </pc:graphicFrameChg>
      </pc:sldChg>
      <pc:sldChg chg="addSp delSp modSp add mod">
        <pc:chgData name="Duncan Young" userId="0d05c5b8-70c0-48c4-9720-582aed650fb7" providerId="ADAL" clId="{39B09168-2D64-4679-9209-243C3D2608B1}" dt="2026-08-12T08:44:39.258" v="1371" actId="255"/>
        <pc:sldMkLst>
          <pc:docMk/>
          <pc:sldMk cId="1632264833" sldId="264"/>
        </pc:sldMkLst>
        <pc:spChg chg="mod">
          <ac:chgData name="Duncan Young" userId="0d05c5b8-70c0-48c4-9720-582aed650fb7" providerId="ADAL" clId="{39B09168-2D64-4679-9209-243C3D2608B1}" dt="2026-08-11T21:42:32.214" v="711" actId="20577"/>
          <ac:spMkLst>
            <pc:docMk/>
            <pc:sldMk cId="1632264833" sldId="264"/>
            <ac:spMk id="3" creationId="{7F55FE63-54FA-D647-08B3-D2EC56E9D9CB}"/>
          </ac:spMkLst>
        </pc:spChg>
        <pc:spChg chg="add mod">
          <ac:chgData name="Duncan Young" userId="0d05c5b8-70c0-48c4-9720-582aed650fb7" providerId="ADAL" clId="{39B09168-2D64-4679-9209-243C3D2608B1}" dt="2026-08-12T08:44:39.258" v="1371" actId="255"/>
          <ac:spMkLst>
            <pc:docMk/>
            <pc:sldMk cId="1632264833" sldId="264"/>
            <ac:spMk id="5" creationId="{B1FFA796-9973-5D98-3409-B538C1FF3EF5}"/>
          </ac:spMkLst>
        </pc:spChg>
        <pc:spChg chg="add mod">
          <ac:chgData name="Duncan Young" userId="0d05c5b8-70c0-48c4-9720-582aed650fb7" providerId="ADAL" clId="{39B09168-2D64-4679-9209-243C3D2608B1}" dt="2026-08-11T21:44:10.090" v="725" actId="14100"/>
          <ac:spMkLst>
            <pc:docMk/>
            <pc:sldMk cId="1632264833" sldId="264"/>
            <ac:spMk id="6" creationId="{71FA01CA-D490-70C1-411B-F4B1BDD3FC5C}"/>
          </ac:spMkLst>
        </pc:spChg>
        <pc:spChg chg="add mod">
          <ac:chgData name="Duncan Young" userId="0d05c5b8-70c0-48c4-9720-582aed650fb7" providerId="ADAL" clId="{39B09168-2D64-4679-9209-243C3D2608B1}" dt="2026-08-11T21:44:10.090" v="725" actId="14100"/>
          <ac:spMkLst>
            <pc:docMk/>
            <pc:sldMk cId="1632264833" sldId="264"/>
            <ac:spMk id="8" creationId="{44B6307F-6914-D795-2933-B1770222878B}"/>
          </ac:spMkLst>
        </pc:spChg>
        <pc:spChg chg="add mod">
          <ac:chgData name="Duncan Young" userId="0d05c5b8-70c0-48c4-9720-582aed650fb7" providerId="ADAL" clId="{39B09168-2D64-4679-9209-243C3D2608B1}" dt="2026-08-11T21:44:10.090" v="725" actId="14100"/>
          <ac:spMkLst>
            <pc:docMk/>
            <pc:sldMk cId="1632264833" sldId="264"/>
            <ac:spMk id="10" creationId="{C14CDA7B-8D5E-280A-0ABC-942297A323A2}"/>
          </ac:spMkLst>
        </pc:spChg>
        <pc:spChg chg="add mod">
          <ac:chgData name="Duncan Young" userId="0d05c5b8-70c0-48c4-9720-582aed650fb7" providerId="ADAL" clId="{39B09168-2D64-4679-9209-243C3D2608B1}" dt="2026-08-11T21:44:10.090" v="725" actId="14100"/>
          <ac:spMkLst>
            <pc:docMk/>
            <pc:sldMk cId="1632264833" sldId="264"/>
            <ac:spMk id="12" creationId="{EBADE162-6111-C142-3C6F-47EE97886D42}"/>
          </ac:spMkLst>
        </pc:spChg>
        <pc:spChg chg="add mod">
          <ac:chgData name="Duncan Young" userId="0d05c5b8-70c0-48c4-9720-582aed650fb7" providerId="ADAL" clId="{39B09168-2D64-4679-9209-243C3D2608B1}" dt="2026-08-11T21:44:25.264" v="755" actId="1037"/>
          <ac:spMkLst>
            <pc:docMk/>
            <pc:sldMk cId="1632264833" sldId="264"/>
            <ac:spMk id="14" creationId="{9FF51B21-2961-CD2F-E86C-1AEA767D4789}"/>
          </ac:spMkLst>
        </pc:spChg>
        <pc:spChg chg="add mod">
          <ac:chgData name="Duncan Young" userId="0d05c5b8-70c0-48c4-9720-582aed650fb7" providerId="ADAL" clId="{39B09168-2D64-4679-9209-243C3D2608B1}" dt="2026-08-11T21:44:25.264" v="755" actId="1037"/>
          <ac:spMkLst>
            <pc:docMk/>
            <pc:sldMk cId="1632264833" sldId="264"/>
            <ac:spMk id="16" creationId="{4612D8BE-4F79-4E54-1C9E-46EA176DD798}"/>
          </ac:spMkLst>
        </pc:spChg>
        <pc:spChg chg="add mod">
          <ac:chgData name="Duncan Young" userId="0d05c5b8-70c0-48c4-9720-582aed650fb7" providerId="ADAL" clId="{39B09168-2D64-4679-9209-243C3D2608B1}" dt="2026-08-11T21:44:25.264" v="755" actId="1037"/>
          <ac:spMkLst>
            <pc:docMk/>
            <pc:sldMk cId="1632264833" sldId="264"/>
            <ac:spMk id="18" creationId="{9567FBDD-0096-36C8-91F9-C8273935729B}"/>
          </ac:spMkLst>
        </pc:spChg>
        <pc:spChg chg="add mod">
          <ac:chgData name="Duncan Young" userId="0d05c5b8-70c0-48c4-9720-582aed650fb7" providerId="ADAL" clId="{39B09168-2D64-4679-9209-243C3D2608B1}" dt="2026-08-11T21:44:25.264" v="755" actId="1037"/>
          <ac:spMkLst>
            <pc:docMk/>
            <pc:sldMk cId="1632264833" sldId="264"/>
            <ac:spMk id="20" creationId="{0DEED54D-C4F5-E16A-1BCD-50C8305F04B3}"/>
          </ac:spMkLst>
        </pc:spChg>
        <pc:spChg chg="del">
          <ac:chgData name="Duncan Young" userId="0d05c5b8-70c0-48c4-9720-582aed650fb7" providerId="ADAL" clId="{39B09168-2D64-4679-9209-243C3D2608B1}" dt="2026-08-11T21:40:52.299" v="629" actId="478"/>
          <ac:spMkLst>
            <pc:docMk/>
            <pc:sldMk cId="1632264833" sldId="264"/>
            <ac:spMk id="145" creationId="{C09031CB-0114-22FD-9DC6-8B777A4E67D9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47" creationId="{3E676478-BA20-B2FE-A37E-054A5FCB36EE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49" creationId="{2C8F2914-6CF5-5F47-C1C4-A43D7F531E5A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51" creationId="{325C32F2-DC85-5D3C-58C2-857BEED89809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55" creationId="{019952E9-A129-D529-32A7-1FA865D507CF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57" creationId="{6800D15D-07DB-BFEA-0166-2A73DA093A30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59" creationId="{CCDB1767-525C-6889-D127-BABBD143706F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63" creationId="{98820BB5-E686-50D4-D3CE-7B5E76D04B2E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71" creationId="{50C65479-21BD-021C-DC4F-4409F3676BDF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73" creationId="{F0BAA7B1-AE07-B306-1CE6-8FE804A3D6EE}"/>
          </ac:spMkLst>
        </pc:spChg>
        <pc:spChg chg="del">
          <ac:chgData name="Duncan Young" userId="0d05c5b8-70c0-48c4-9720-582aed650fb7" providerId="ADAL" clId="{39B09168-2D64-4679-9209-243C3D2608B1}" dt="2026-08-11T21:40:48.426" v="628" actId="478"/>
          <ac:spMkLst>
            <pc:docMk/>
            <pc:sldMk cId="1632264833" sldId="264"/>
            <ac:spMk id="175" creationId="{CD4B51E6-2C67-B30C-89AF-F2A3498280AE}"/>
          </ac:spMkLst>
        </pc:spChg>
        <pc:graphicFrameChg chg="add mod">
          <ac:chgData name="Duncan Young" userId="0d05c5b8-70c0-48c4-9720-582aed650fb7" providerId="ADAL" clId="{39B09168-2D64-4679-9209-243C3D2608B1}" dt="2026-08-12T08:40:23.237" v="1334" actId="1076"/>
          <ac:graphicFrameMkLst>
            <pc:docMk/>
            <pc:sldMk cId="1632264833" sldId="264"/>
            <ac:graphicFrameMk id="9" creationId="{C9818BD6-F349-BAD4-A9F9-92FE2C236C20}"/>
          </ac:graphicFrameMkLst>
        </pc:graphicFrameChg>
        <pc:picChg chg="add del mod">
          <ac:chgData name="Duncan Young" userId="0d05c5b8-70c0-48c4-9720-582aed650fb7" providerId="ADAL" clId="{39B09168-2D64-4679-9209-243C3D2608B1}" dt="2026-08-12T08:40:08.086" v="1332" actId="478"/>
          <ac:picMkLst>
            <pc:docMk/>
            <pc:sldMk cId="1632264833" sldId="264"/>
            <ac:picMk id="4" creationId="{0F4E1804-BD53-976C-5092-F49BB372C183}"/>
          </ac:picMkLst>
        </pc:picChg>
        <pc:picChg chg="del">
          <ac:chgData name="Duncan Young" userId="0d05c5b8-70c0-48c4-9720-582aed650fb7" providerId="ADAL" clId="{39B09168-2D64-4679-9209-243C3D2608B1}" dt="2026-08-11T21:40:45.434" v="627" actId="478"/>
          <ac:picMkLst>
            <pc:docMk/>
            <pc:sldMk cId="1632264833" sldId="264"/>
            <ac:picMk id="141" creationId="{7A1BF6EE-F59F-8C6A-ADE8-EFA0BBF61B62}"/>
          </ac:picMkLst>
        </pc:picChg>
        <pc:picChg chg="del">
          <ac:chgData name="Duncan Young" userId="0d05c5b8-70c0-48c4-9720-582aed650fb7" providerId="ADAL" clId="{39B09168-2D64-4679-9209-243C3D2608B1}" dt="2026-08-11T21:40:44.906" v="626" actId="478"/>
          <ac:picMkLst>
            <pc:docMk/>
            <pc:sldMk cId="1632264833" sldId="264"/>
            <ac:picMk id="143" creationId="{37D408D0-DD54-70BC-0136-451772686863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2T08:41:42.258" v="1343" actId="255"/>
        <pc:sldMkLst>
          <pc:docMk/>
          <pc:sldMk cId="4171596793" sldId="265"/>
        </pc:sldMkLst>
        <pc:spChg chg="mod">
          <ac:chgData name="Duncan Young" userId="0d05c5b8-70c0-48c4-9720-582aed650fb7" providerId="ADAL" clId="{39B09168-2D64-4679-9209-243C3D2608B1}" dt="2026-08-11T21:47:23.056" v="765" actId="20577"/>
          <ac:spMkLst>
            <pc:docMk/>
            <pc:sldMk cId="4171596793" sldId="265"/>
            <ac:spMk id="3" creationId="{A32CFFF1-0A7F-0FD4-C34B-000BBA4A790E}"/>
          </ac:spMkLst>
        </pc:spChg>
        <pc:spChg chg="add mod">
          <ac:chgData name="Duncan Young" userId="0d05c5b8-70c0-48c4-9720-582aed650fb7" providerId="ADAL" clId="{39B09168-2D64-4679-9209-243C3D2608B1}" dt="2026-08-12T08:41:42.258" v="1343" actId="255"/>
          <ac:spMkLst>
            <pc:docMk/>
            <pc:sldMk cId="4171596793" sldId="265"/>
            <ac:spMk id="4" creationId="{C0D449DF-BCC0-5937-2972-0ECBFB6B959D}"/>
          </ac:spMkLst>
        </pc:spChg>
        <pc:spChg chg="add mod">
          <ac:chgData name="Duncan Young" userId="0d05c5b8-70c0-48c4-9720-582aed650fb7" providerId="ADAL" clId="{39B09168-2D64-4679-9209-243C3D2608B1}" dt="2026-08-11T21:47:49.615" v="806" actId="1035"/>
          <ac:spMkLst>
            <pc:docMk/>
            <pc:sldMk cId="4171596793" sldId="265"/>
            <ac:spMk id="5" creationId="{68E944F6-2D4C-0CB7-54FC-3CCC183F86D0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6" creationId="{51AD67A2-BDA2-CB7B-9165-F80D9EC77C6A}"/>
          </ac:spMkLst>
        </pc:spChg>
        <pc:spChg chg="add mod">
          <ac:chgData name="Duncan Young" userId="0d05c5b8-70c0-48c4-9720-582aed650fb7" providerId="ADAL" clId="{39B09168-2D64-4679-9209-243C3D2608B1}" dt="2026-08-12T08:41:42.258" v="1343" actId="255"/>
          <ac:spMkLst>
            <pc:docMk/>
            <pc:sldMk cId="4171596793" sldId="265"/>
            <ac:spMk id="7" creationId="{1DBA5A58-3121-E3ED-413E-4B0402182750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8" creationId="{C60C73CA-61D2-69E8-49B4-02CE1FDFAB3F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10" creationId="{0CA2D99B-A09D-CEB0-A24D-02DC44BAAF74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12" creationId="{4C8ECB34-5429-6022-CE3A-3CA2D2D45733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14" creationId="{78595C2B-998B-87D6-E986-3A5C79C81A6B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16" creationId="{9C7F44A9-4EDC-22B8-BCE8-0FBBC15A1372}"/>
          </ac:spMkLst>
        </pc:spChg>
        <pc:spChg chg="add mod">
          <ac:chgData name="Duncan Young" userId="0d05c5b8-70c0-48c4-9720-582aed650fb7" providerId="ADAL" clId="{39B09168-2D64-4679-9209-243C3D2608B1}" dt="2026-08-11T21:48:04.975" v="807" actId="208"/>
          <ac:spMkLst>
            <pc:docMk/>
            <pc:sldMk cId="4171596793" sldId="265"/>
            <ac:spMk id="17" creationId="{FAFB8F7C-E7A8-4817-B5E8-14045FB372F2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18" creationId="{D96A7B6D-8BAB-5E44-342C-6DA8369E34F0}"/>
          </ac:spMkLst>
        </pc:spChg>
        <pc:spChg chg="del">
          <ac:chgData name="Duncan Young" userId="0d05c5b8-70c0-48c4-9720-582aed650fb7" providerId="ADAL" clId="{39B09168-2D64-4679-9209-243C3D2608B1}" dt="2026-08-11T21:46:35.562" v="757" actId="478"/>
          <ac:spMkLst>
            <pc:docMk/>
            <pc:sldMk cId="4171596793" sldId="265"/>
            <ac:spMk id="20" creationId="{A4BB5F8E-E6B1-B2C3-33F6-8170BD30A6CC}"/>
          </ac:spMkLst>
        </pc:spChg>
        <pc:spChg chg="add mod">
          <ac:chgData name="Duncan Young" userId="0d05c5b8-70c0-48c4-9720-582aed650fb7" providerId="ADAL" clId="{39B09168-2D64-4679-9209-243C3D2608B1}" dt="2026-08-11T21:48:15.309" v="809" actId="208"/>
          <ac:spMkLst>
            <pc:docMk/>
            <pc:sldMk cId="4171596793" sldId="265"/>
            <ac:spMk id="21" creationId="{C66AB106-AED5-C489-88AD-12B4DB03A445}"/>
          </ac:spMkLst>
        </pc:spChg>
        <pc:spChg chg="mod">
          <ac:chgData name="Duncan Young" userId="0d05c5b8-70c0-48c4-9720-582aed650fb7" providerId="ADAL" clId="{39B09168-2D64-4679-9209-243C3D2608B1}" dt="2026-08-12T06:58:53.353" v="815" actId="255"/>
          <ac:spMkLst>
            <pc:docMk/>
            <pc:sldMk cId="4171596793" sldId="265"/>
            <ac:spMk id="23" creationId="{133B1D42-7D55-27B2-B14D-C8D08C05769A}"/>
          </ac:spMkLst>
        </pc:spChg>
        <pc:spChg chg="add mod">
          <ac:chgData name="Duncan Young" userId="0d05c5b8-70c0-48c4-9720-582aed650fb7" providerId="ADAL" clId="{39B09168-2D64-4679-9209-243C3D2608B1}" dt="2026-08-12T06:58:46.271" v="814" actId="255"/>
          <ac:spMkLst>
            <pc:docMk/>
            <pc:sldMk cId="4171596793" sldId="265"/>
            <ac:spMk id="25" creationId="{C3470BC4-1031-F3EF-05F0-A71AC7ED019D}"/>
          </ac:spMkLst>
        </pc:spChg>
        <pc:spChg chg="add mod">
          <ac:chgData name="Duncan Young" userId="0d05c5b8-70c0-48c4-9720-582aed650fb7" providerId="ADAL" clId="{39B09168-2D64-4679-9209-243C3D2608B1}" dt="2026-08-11T21:48:04.975" v="807" actId="208"/>
          <ac:spMkLst>
            <pc:docMk/>
            <pc:sldMk cId="4171596793" sldId="265"/>
            <ac:spMk id="27" creationId="{4B909EE6-C976-C661-B165-A6C79B7E0EF4}"/>
          </ac:spMkLst>
        </pc:spChg>
        <pc:spChg chg="mod">
          <ac:chgData name="Duncan Young" userId="0d05c5b8-70c0-48c4-9720-582aed650fb7" providerId="ADAL" clId="{39B09168-2D64-4679-9209-243C3D2608B1}" dt="2026-08-11T21:48:26.265" v="811" actId="208"/>
          <ac:spMkLst>
            <pc:docMk/>
            <pc:sldMk cId="4171596793" sldId="265"/>
            <ac:spMk id="29" creationId="{51B66D2C-8B4A-49B3-6B3F-BECAEE0ED6B9}"/>
          </ac:spMkLst>
        </pc:spChg>
        <pc:spChg chg="mod">
          <ac:chgData name="Duncan Young" userId="0d05c5b8-70c0-48c4-9720-582aed650fb7" providerId="ADAL" clId="{39B09168-2D64-4679-9209-243C3D2608B1}" dt="2026-08-12T06:58:53.353" v="815" actId="255"/>
          <ac:spMkLst>
            <pc:docMk/>
            <pc:sldMk cId="4171596793" sldId="265"/>
            <ac:spMk id="31" creationId="{25E10E7A-4100-6D69-7320-9ABAA8EB4C71}"/>
          </ac:spMkLst>
        </pc:spChg>
        <pc:spChg chg="add mod">
          <ac:chgData name="Duncan Young" userId="0d05c5b8-70c0-48c4-9720-582aed650fb7" providerId="ADAL" clId="{39B09168-2D64-4679-9209-243C3D2608B1}" dt="2026-08-12T06:58:46.271" v="814" actId="255"/>
          <ac:spMkLst>
            <pc:docMk/>
            <pc:sldMk cId="4171596793" sldId="265"/>
            <ac:spMk id="33" creationId="{F86CEF23-A018-9944-2127-8E403241FD9B}"/>
          </ac:spMkLst>
        </pc:spChg>
        <pc:spChg chg="add mod">
          <ac:chgData name="Duncan Young" userId="0d05c5b8-70c0-48c4-9720-582aed650fb7" providerId="ADAL" clId="{39B09168-2D64-4679-9209-243C3D2608B1}" dt="2026-08-11T21:48:04.975" v="807" actId="208"/>
          <ac:spMkLst>
            <pc:docMk/>
            <pc:sldMk cId="4171596793" sldId="265"/>
            <ac:spMk id="35" creationId="{D8706130-F048-EC8C-6609-2E77AEA7B936}"/>
          </ac:spMkLst>
        </pc:spChg>
        <pc:spChg chg="add mod">
          <ac:chgData name="Duncan Young" userId="0d05c5b8-70c0-48c4-9720-582aed650fb7" providerId="ADAL" clId="{39B09168-2D64-4679-9209-243C3D2608B1}" dt="2026-08-11T21:48:46.724" v="813" actId="208"/>
          <ac:spMkLst>
            <pc:docMk/>
            <pc:sldMk cId="4171596793" sldId="265"/>
            <ac:spMk id="37" creationId="{4B440256-EAA7-98E0-5012-2D8D51107DDB}"/>
          </ac:spMkLst>
        </pc:spChg>
        <pc:spChg chg="add mod">
          <ac:chgData name="Duncan Young" userId="0d05c5b8-70c0-48c4-9720-582aed650fb7" providerId="ADAL" clId="{39B09168-2D64-4679-9209-243C3D2608B1}" dt="2026-08-12T06:58:53.353" v="815" actId="255"/>
          <ac:spMkLst>
            <pc:docMk/>
            <pc:sldMk cId="4171596793" sldId="265"/>
            <ac:spMk id="39" creationId="{4A39BFBA-1F1B-093E-85F8-AAC1EDB32E46}"/>
          </ac:spMkLst>
        </pc:spChg>
        <pc:spChg chg="add mod">
          <ac:chgData name="Duncan Young" userId="0d05c5b8-70c0-48c4-9720-582aed650fb7" providerId="ADAL" clId="{39B09168-2D64-4679-9209-243C3D2608B1}" dt="2026-08-12T08:38:24.068" v="1327" actId="20577"/>
          <ac:spMkLst>
            <pc:docMk/>
            <pc:sldMk cId="4171596793" sldId="265"/>
            <ac:spMk id="41" creationId="{F59B0F48-3E28-DF93-CEB0-A8207980B7BF}"/>
          </ac:spMkLst>
        </pc:spChg>
        <pc:graphicFrameChg chg="add mod">
          <ac:chgData name="Duncan Young" userId="0d05c5b8-70c0-48c4-9720-582aed650fb7" providerId="ADAL" clId="{39B09168-2D64-4679-9209-243C3D2608B1}" dt="2026-08-12T08:41:09.197" v="1339" actId="207"/>
          <ac:graphicFrameMkLst>
            <pc:docMk/>
            <pc:sldMk cId="4171596793" sldId="265"/>
            <ac:graphicFrameMk id="10" creationId="{765A2487-66D4-155F-456C-D712FF0E8D9D}"/>
          </ac:graphicFrameMkLst>
        </pc:graphicFrameChg>
        <pc:graphicFrameChg chg="add mod">
          <ac:chgData name="Duncan Young" userId="0d05c5b8-70c0-48c4-9720-582aed650fb7" providerId="ADAL" clId="{39B09168-2D64-4679-9209-243C3D2608B1}" dt="2026-08-12T08:41:27.838" v="1342" actId="207"/>
          <ac:graphicFrameMkLst>
            <pc:docMk/>
            <pc:sldMk cId="4171596793" sldId="265"/>
            <ac:graphicFrameMk id="12" creationId="{C92E4E8C-5518-208E-AD92-99D731DC59A0}"/>
          </ac:graphicFrameMkLst>
        </pc:graphicFrameChg>
        <pc:picChg chg="del">
          <ac:chgData name="Duncan Young" userId="0d05c5b8-70c0-48c4-9720-582aed650fb7" providerId="ADAL" clId="{39B09168-2D64-4679-9209-243C3D2608B1}" dt="2026-08-11T21:46:35.562" v="757" actId="478"/>
          <ac:picMkLst>
            <pc:docMk/>
            <pc:sldMk cId="4171596793" sldId="265"/>
            <ac:picMk id="4" creationId="{58398276-9AD8-0EE2-055A-CD6FDE1815D4}"/>
          </ac:picMkLst>
        </pc:picChg>
        <pc:picChg chg="del">
          <ac:chgData name="Duncan Young" userId="0d05c5b8-70c0-48c4-9720-582aed650fb7" providerId="ADAL" clId="{39B09168-2D64-4679-9209-243C3D2608B1}" dt="2026-08-12T08:40:45.892" v="1336" actId="478"/>
          <ac:picMkLst>
            <pc:docMk/>
            <pc:sldMk cId="4171596793" sldId="265"/>
            <ac:picMk id="9" creationId="{AE483C3E-75F2-68CB-5E04-1F05B1E64CE9}"/>
          </ac:picMkLst>
        </pc:picChg>
        <pc:picChg chg="del">
          <ac:chgData name="Duncan Young" userId="0d05c5b8-70c0-48c4-9720-582aed650fb7" providerId="ADAL" clId="{39B09168-2D64-4679-9209-243C3D2608B1}" dt="2026-08-12T08:40:45.308" v="1335" actId="478"/>
          <ac:picMkLst>
            <pc:docMk/>
            <pc:sldMk cId="4171596793" sldId="265"/>
            <ac:picMk id="13" creationId="{E90581E1-ED14-1C03-640C-F85038185926}"/>
          </ac:picMkLst>
        </pc:picChg>
      </pc:sldChg>
      <pc:sldChg chg="addSp delSp modSp add mod">
        <pc:chgData name="Duncan Young" userId="0d05c5b8-70c0-48c4-9720-582aed650fb7" providerId="ADAL" clId="{39B09168-2D64-4679-9209-243C3D2608B1}" dt="2026-08-12T08:28:07.409" v="1215" actId="207"/>
        <pc:sldMkLst>
          <pc:docMk/>
          <pc:sldMk cId="4122577068" sldId="266"/>
        </pc:sldMkLst>
        <pc:spChg chg="mod">
          <ac:chgData name="Duncan Young" userId="0d05c5b8-70c0-48c4-9720-582aed650fb7" providerId="ADAL" clId="{39B09168-2D64-4679-9209-243C3D2608B1}" dt="2026-08-12T07:00:57.960" v="875" actId="20577"/>
          <ac:spMkLst>
            <pc:docMk/>
            <pc:sldMk cId="4122577068" sldId="266"/>
            <ac:spMk id="3" creationId="{B6D7B011-E928-CC0A-EB66-B9872C9784F1}"/>
          </ac:spMkLst>
        </pc:spChg>
        <pc:spChg chg="add del mod">
          <ac:chgData name="Duncan Young" userId="0d05c5b8-70c0-48c4-9720-582aed650fb7" providerId="ADAL" clId="{39B09168-2D64-4679-9209-243C3D2608B1}" dt="2026-08-12T07:09:23.841" v="1071" actId="478"/>
          <ac:spMkLst>
            <pc:docMk/>
            <pc:sldMk cId="4122577068" sldId="266"/>
            <ac:spMk id="4" creationId="{E702802B-9B4F-92AB-EE1F-4552DD5B6B43}"/>
          </ac:spMkLst>
        </pc:spChg>
        <pc:spChg chg="del">
          <ac:chgData name="Duncan Young" userId="0d05c5b8-70c0-48c4-9720-582aed650fb7" providerId="ADAL" clId="{39B09168-2D64-4679-9209-243C3D2608B1}" dt="2026-08-12T06:59:47.652" v="820" actId="478"/>
          <ac:spMkLst>
            <pc:docMk/>
            <pc:sldMk cId="4122577068" sldId="266"/>
            <ac:spMk id="5" creationId="{89264328-D220-8B67-D289-1DDDA47DB369}"/>
          </ac:spMkLst>
        </pc:spChg>
        <pc:spChg chg="mod">
          <ac:chgData name="Duncan Young" userId="0d05c5b8-70c0-48c4-9720-582aed650fb7" providerId="ADAL" clId="{39B09168-2D64-4679-9209-243C3D2608B1}" dt="2026-08-12T07:08:29.337" v="1067" actId="207"/>
          <ac:spMkLst>
            <pc:docMk/>
            <pc:sldMk cId="4122577068" sldId="266"/>
            <ac:spMk id="7" creationId="{F14A1408-17CD-1D1A-D0A4-090C9739FD2F}"/>
          </ac:spMkLst>
        </pc:spChg>
        <pc:spChg chg="mod">
          <ac:chgData name="Duncan Young" userId="0d05c5b8-70c0-48c4-9720-582aed650fb7" providerId="ADAL" clId="{39B09168-2D64-4679-9209-243C3D2608B1}" dt="2026-08-12T07:05:30.276" v="972" actId="1038"/>
          <ac:spMkLst>
            <pc:docMk/>
            <pc:sldMk cId="4122577068" sldId="266"/>
            <ac:spMk id="10" creationId="{D8F87DEF-613E-3BCA-976C-AE51E652EDFD}"/>
          </ac:spMkLst>
        </pc:spChg>
        <pc:spChg chg="mod">
          <ac:chgData name="Duncan Young" userId="0d05c5b8-70c0-48c4-9720-582aed650fb7" providerId="ADAL" clId="{39B09168-2D64-4679-9209-243C3D2608B1}" dt="2026-08-12T08:28:07.409" v="1215" actId="207"/>
          <ac:spMkLst>
            <pc:docMk/>
            <pc:sldMk cId="4122577068" sldId="266"/>
            <ac:spMk id="12" creationId="{3E9751CF-12C3-F2D8-4178-B5C6C1357438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15" creationId="{22AB8096-8143-1DB9-EED5-1D35B7A12E6A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17" creationId="{608CD8BA-DB62-F265-F0A2-B6D1AFA7BD6C}"/>
          </ac:spMkLst>
        </pc:spChg>
        <pc:spChg chg="mod">
          <ac:chgData name="Duncan Young" userId="0d05c5b8-70c0-48c4-9720-582aed650fb7" providerId="ADAL" clId="{39B09168-2D64-4679-9209-243C3D2608B1}" dt="2026-08-12T07:08:53.843" v="1069" actId="207"/>
          <ac:spMkLst>
            <pc:docMk/>
            <pc:sldMk cId="4122577068" sldId="266"/>
            <ac:spMk id="18" creationId="{5DCC338E-85EB-9E70-D00A-5872B0E8B2B3}"/>
          </ac:spMkLst>
        </pc:spChg>
        <pc:spChg chg="mod">
          <ac:chgData name="Duncan Young" userId="0d05c5b8-70c0-48c4-9720-582aed650fb7" providerId="ADAL" clId="{39B09168-2D64-4679-9209-243C3D2608B1}" dt="2026-08-12T07:05:30.276" v="972" actId="1038"/>
          <ac:spMkLst>
            <pc:docMk/>
            <pc:sldMk cId="4122577068" sldId="266"/>
            <ac:spMk id="20" creationId="{C3114150-D30C-C263-A642-88D1C5F1D3DB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21" creationId="{51B820F6-6E90-33BE-34E2-058ED07E1F9A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23" creationId="{1F899D03-695D-EEE2-D16E-13FD75672A47}"/>
          </ac:spMkLst>
        </pc:spChg>
        <pc:spChg chg="mod">
          <ac:chgData name="Duncan Young" userId="0d05c5b8-70c0-48c4-9720-582aed650fb7" providerId="ADAL" clId="{39B09168-2D64-4679-9209-243C3D2608B1}" dt="2026-08-12T07:08:29.337" v="1067" actId="207"/>
          <ac:spMkLst>
            <pc:docMk/>
            <pc:sldMk cId="4122577068" sldId="266"/>
            <ac:spMk id="24" creationId="{F5A0F39E-E3DB-1851-7310-DFC53C7464FD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25" creationId="{35B7E385-1A76-8212-152C-0B4FBB695CE0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27" creationId="{276C875E-E1FC-C70E-B65A-555EB58547B3}"/>
          </ac:spMkLst>
        </pc:spChg>
        <pc:spChg chg="mod">
          <ac:chgData name="Duncan Young" userId="0d05c5b8-70c0-48c4-9720-582aed650fb7" providerId="ADAL" clId="{39B09168-2D64-4679-9209-243C3D2608B1}" dt="2026-08-12T07:06:10.226" v="1032" actId="20577"/>
          <ac:spMkLst>
            <pc:docMk/>
            <pc:sldMk cId="4122577068" sldId="266"/>
            <ac:spMk id="28" creationId="{24CEC293-3422-6262-6535-87185B46462B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29" creationId="{F4921823-501E-AC16-0558-2F2222AF2C12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31" creationId="{7B157C0F-5CF5-4ADA-CE61-97374CA4FE6D}"/>
          </ac:spMkLst>
        </pc:spChg>
        <pc:spChg chg="mod">
          <ac:chgData name="Duncan Young" userId="0d05c5b8-70c0-48c4-9720-582aed650fb7" providerId="ADAL" clId="{39B09168-2D64-4679-9209-243C3D2608B1}" dt="2026-08-12T07:08:29.337" v="1067" actId="207"/>
          <ac:spMkLst>
            <pc:docMk/>
            <pc:sldMk cId="4122577068" sldId="266"/>
            <ac:spMk id="32" creationId="{DDDE8B56-5E49-086C-4CC7-1E52F81B6E7B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36" creationId="{D325E251-B19F-B098-7816-AB1F8E6BB7D8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37" creationId="{0BC9F93B-1B6C-ED29-5A62-38D6674F5442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39" creationId="{B65A9544-193A-7ECC-ABCC-BDDBBD02D319}"/>
          </ac:spMkLst>
        </pc:spChg>
        <pc:spChg chg="mod">
          <ac:chgData name="Duncan Young" userId="0d05c5b8-70c0-48c4-9720-582aed650fb7" providerId="ADAL" clId="{39B09168-2D64-4679-9209-243C3D2608B1}" dt="2026-08-12T07:08:29.337" v="1067" actId="207"/>
          <ac:spMkLst>
            <pc:docMk/>
            <pc:sldMk cId="4122577068" sldId="266"/>
            <ac:spMk id="40" creationId="{AD2993C0-3668-BDBC-2FE3-6F8788717592}"/>
          </ac:spMkLst>
        </pc:spChg>
        <pc:spChg chg="del">
          <ac:chgData name="Duncan Young" userId="0d05c5b8-70c0-48c4-9720-582aed650fb7" providerId="ADAL" clId="{39B09168-2D64-4679-9209-243C3D2608B1}" dt="2026-08-12T06:59:45.379" v="819" actId="478"/>
          <ac:spMkLst>
            <pc:docMk/>
            <pc:sldMk cId="4122577068" sldId="266"/>
            <ac:spMk id="41" creationId="{947B71B6-BBA2-E995-BF00-7420E18CD65F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43" creationId="{B9CC648C-CB08-F48E-2687-021BEF0D7D70}"/>
          </ac:spMkLst>
        </pc:spChg>
        <pc:spChg chg="mod">
          <ac:chgData name="Duncan Young" userId="0d05c5b8-70c0-48c4-9720-582aed650fb7" providerId="ADAL" clId="{39B09168-2D64-4679-9209-243C3D2608B1}" dt="2026-08-12T07:08:29.337" v="1067" actId="207"/>
          <ac:spMkLst>
            <pc:docMk/>
            <pc:sldMk cId="4122577068" sldId="266"/>
            <ac:spMk id="45" creationId="{83D99918-C978-4A86-871C-88E60AB600FC}"/>
          </ac:spMkLst>
        </pc:spChg>
        <pc:spChg chg="mod">
          <ac:chgData name="Duncan Young" userId="0d05c5b8-70c0-48c4-9720-582aed650fb7" providerId="ADAL" clId="{39B09168-2D64-4679-9209-243C3D2608B1}" dt="2026-08-12T07:06:40.937" v="1041" actId="20577"/>
          <ac:spMkLst>
            <pc:docMk/>
            <pc:sldMk cId="4122577068" sldId="266"/>
            <ac:spMk id="47" creationId="{4F27E635-92FE-373D-45E0-AD73626EF046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49" creationId="{1DD07FFC-AC5C-2B78-7997-3A7CFE8D5238}"/>
          </ac:spMkLst>
        </pc:spChg>
        <pc:spChg chg="mod">
          <ac:chgData name="Duncan Young" userId="0d05c5b8-70c0-48c4-9720-582aed650fb7" providerId="ADAL" clId="{39B09168-2D64-4679-9209-243C3D2608B1}" dt="2026-08-12T07:06:46.808" v="1042" actId="20577"/>
          <ac:spMkLst>
            <pc:docMk/>
            <pc:sldMk cId="4122577068" sldId="266"/>
            <ac:spMk id="51" creationId="{5E6274A6-9765-2AFD-490F-7BD3E03D8EE5}"/>
          </ac:spMkLst>
        </pc:spChg>
        <pc:spChg chg="mod">
          <ac:chgData name="Duncan Young" userId="0d05c5b8-70c0-48c4-9720-582aed650fb7" providerId="ADAL" clId="{39B09168-2D64-4679-9209-243C3D2608B1}" dt="2026-08-12T07:08:43.896" v="1068" actId="207"/>
          <ac:spMkLst>
            <pc:docMk/>
            <pc:sldMk cId="4122577068" sldId="266"/>
            <ac:spMk id="53" creationId="{EF1549F4-E00B-1769-EA67-C8D4113847B8}"/>
          </ac:spMkLst>
        </pc:spChg>
        <pc:spChg chg="mod">
          <ac:chgData name="Duncan Young" userId="0d05c5b8-70c0-48c4-9720-582aed650fb7" providerId="ADAL" clId="{39B09168-2D64-4679-9209-243C3D2608B1}" dt="2026-08-12T07:06:54.056" v="1043" actId="20577"/>
          <ac:spMkLst>
            <pc:docMk/>
            <pc:sldMk cId="4122577068" sldId="266"/>
            <ac:spMk id="55" creationId="{3461BD5A-1AC4-B322-42D4-A391705BB8A3}"/>
          </ac:spMkLst>
        </pc:spChg>
        <pc:spChg chg="mod">
          <ac:chgData name="Duncan Young" userId="0d05c5b8-70c0-48c4-9720-582aed650fb7" providerId="ADAL" clId="{39B09168-2D64-4679-9209-243C3D2608B1}" dt="2026-08-12T07:08:43.896" v="1068" actId="207"/>
          <ac:spMkLst>
            <pc:docMk/>
            <pc:sldMk cId="4122577068" sldId="266"/>
            <ac:spMk id="57" creationId="{F8EB843A-2C02-0A60-D6B1-A59436005101}"/>
          </ac:spMkLst>
        </pc:spChg>
        <pc:spChg chg="mod">
          <ac:chgData name="Duncan Young" userId="0d05c5b8-70c0-48c4-9720-582aed650fb7" providerId="ADAL" clId="{39B09168-2D64-4679-9209-243C3D2608B1}" dt="2026-08-12T07:06:57.599" v="1044" actId="20577"/>
          <ac:spMkLst>
            <pc:docMk/>
            <pc:sldMk cId="4122577068" sldId="266"/>
            <ac:spMk id="59" creationId="{7C937152-7F90-EF07-7DD2-B8E3ED979CAF}"/>
          </ac:spMkLst>
        </pc:spChg>
        <pc:spChg chg="mod">
          <ac:chgData name="Duncan Young" userId="0d05c5b8-70c0-48c4-9720-582aed650fb7" providerId="ADAL" clId="{39B09168-2D64-4679-9209-243C3D2608B1}" dt="2026-08-12T07:08:43.896" v="1068" actId="207"/>
          <ac:spMkLst>
            <pc:docMk/>
            <pc:sldMk cId="4122577068" sldId="266"/>
            <ac:spMk id="61" creationId="{432C4278-BE7B-D5E3-C07B-27EF0175907D}"/>
          </ac:spMkLst>
        </pc:spChg>
        <pc:spChg chg="mod">
          <ac:chgData name="Duncan Young" userId="0d05c5b8-70c0-48c4-9720-582aed650fb7" providerId="ADAL" clId="{39B09168-2D64-4679-9209-243C3D2608B1}" dt="2026-08-12T07:07:02.447" v="1045" actId="20577"/>
          <ac:spMkLst>
            <pc:docMk/>
            <pc:sldMk cId="4122577068" sldId="266"/>
            <ac:spMk id="63" creationId="{EE0F1EF8-ADFB-624C-6744-4B11F647C7CA}"/>
          </ac:spMkLst>
        </pc:spChg>
        <pc:spChg chg="mod">
          <ac:chgData name="Duncan Young" userId="0d05c5b8-70c0-48c4-9720-582aed650fb7" providerId="ADAL" clId="{39B09168-2D64-4679-9209-243C3D2608B1}" dt="2026-08-12T07:08:53.843" v="1069" actId="207"/>
          <ac:spMkLst>
            <pc:docMk/>
            <pc:sldMk cId="4122577068" sldId="266"/>
            <ac:spMk id="65" creationId="{5D19AB5D-66E4-884D-8375-E568CA4B1564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67" creationId="{47D5EB85-CF16-F670-4728-EE758A03F8A4}"/>
          </ac:spMkLst>
        </pc:spChg>
        <pc:spChg chg="mod">
          <ac:chgData name="Duncan Young" userId="0d05c5b8-70c0-48c4-9720-582aed650fb7" providerId="ADAL" clId="{39B09168-2D64-4679-9209-243C3D2608B1}" dt="2026-08-12T07:08:53.843" v="1069" actId="207"/>
          <ac:spMkLst>
            <pc:docMk/>
            <pc:sldMk cId="4122577068" sldId="266"/>
            <ac:spMk id="69" creationId="{1266F2A0-5AFB-247C-E6EE-172649B12806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71" creationId="{57AA50BA-5A84-3E63-0D04-E0B6D770ECD7}"/>
          </ac:spMkLst>
        </pc:spChg>
        <pc:spChg chg="mod">
          <ac:chgData name="Duncan Young" userId="0d05c5b8-70c0-48c4-9720-582aed650fb7" providerId="ADAL" clId="{39B09168-2D64-4679-9209-243C3D2608B1}" dt="2026-08-12T07:08:53.843" v="1069" actId="207"/>
          <ac:spMkLst>
            <pc:docMk/>
            <pc:sldMk cId="4122577068" sldId="266"/>
            <ac:spMk id="73" creationId="{9EA49455-14F1-6BC9-19DC-D3282420D53A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75" creationId="{67A832EF-D3E6-623F-4BDE-B713E0D3B3F6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77" creationId="{7ED8F648-4068-0C81-0D05-E66D85240F12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79" creationId="{2E69343A-ED48-D550-4C69-E6895707FAB8}"/>
          </ac:spMkLst>
        </pc:spChg>
        <pc:spChg chg="add del mod">
          <ac:chgData name="Duncan Young" userId="0d05c5b8-70c0-48c4-9720-582aed650fb7" providerId="ADAL" clId="{39B09168-2D64-4679-9209-243C3D2608B1}" dt="2026-08-12T07:02:45.732" v="883" actId="478"/>
          <ac:spMkLst>
            <pc:docMk/>
            <pc:sldMk cId="4122577068" sldId="266"/>
            <ac:spMk id="80" creationId="{DA20876D-C056-C3AF-E88D-235122A1A7C5}"/>
          </ac:spMkLst>
        </pc:spChg>
        <pc:spChg chg="add del mod">
          <ac:chgData name="Duncan Young" userId="0d05c5b8-70c0-48c4-9720-582aed650fb7" providerId="ADAL" clId="{39B09168-2D64-4679-9209-243C3D2608B1}" dt="2026-08-12T07:09:04.225" v="1070" actId="478"/>
          <ac:spMkLst>
            <pc:docMk/>
            <pc:sldMk cId="4122577068" sldId="266"/>
            <ac:spMk id="82" creationId="{AB03439D-266B-19E5-9895-E498D7E2EDC3}"/>
          </ac:spMkLst>
        </pc:spChg>
        <pc:spChg chg="add del mod">
          <ac:chgData name="Duncan Young" userId="0d05c5b8-70c0-48c4-9720-582aed650fb7" providerId="ADAL" clId="{39B09168-2D64-4679-9209-243C3D2608B1}" dt="2026-08-12T07:09:04.225" v="1070" actId="478"/>
          <ac:spMkLst>
            <pc:docMk/>
            <pc:sldMk cId="4122577068" sldId="266"/>
            <ac:spMk id="84" creationId="{ECA7994B-7F00-9262-0823-A24C6C05DA2C}"/>
          </ac:spMkLst>
        </pc:spChg>
        <pc:spChg chg="add del mod">
          <ac:chgData name="Duncan Young" userId="0d05c5b8-70c0-48c4-9720-582aed650fb7" providerId="ADAL" clId="{39B09168-2D64-4679-9209-243C3D2608B1}" dt="2026-08-12T07:09:04.225" v="1070" actId="478"/>
          <ac:spMkLst>
            <pc:docMk/>
            <pc:sldMk cId="4122577068" sldId="266"/>
            <ac:spMk id="86" creationId="{45C05E1E-F43C-2E9B-4376-9C7DF3CA5FBD}"/>
          </ac:spMkLst>
        </pc:spChg>
        <pc:spChg chg="add mod">
          <ac:chgData name="Duncan Young" userId="0d05c5b8-70c0-48c4-9720-582aed650fb7" providerId="ADAL" clId="{39B09168-2D64-4679-9209-243C3D2608B1}" dt="2026-08-12T07:08:43.896" v="1068" actId="207"/>
          <ac:spMkLst>
            <pc:docMk/>
            <pc:sldMk cId="4122577068" sldId="266"/>
            <ac:spMk id="88" creationId="{DA51EB79-1713-D758-2272-C6F50E56BA29}"/>
          </ac:spMkLst>
        </pc:spChg>
        <pc:spChg chg="add mod">
          <ac:chgData name="Duncan Young" userId="0d05c5b8-70c0-48c4-9720-582aed650fb7" providerId="ADAL" clId="{39B09168-2D64-4679-9209-243C3D2608B1}" dt="2026-08-12T07:09:27.713" v="1073" actId="1035"/>
          <ac:spMkLst>
            <pc:docMk/>
            <pc:sldMk cId="4122577068" sldId="266"/>
            <ac:spMk id="90" creationId="{614FC2E7-637A-165E-CC90-D79372A2B128}"/>
          </ac:spMkLst>
        </pc:spChg>
        <pc:picChg chg="del">
          <ac:chgData name="Duncan Young" userId="0d05c5b8-70c0-48c4-9720-582aed650fb7" providerId="ADAL" clId="{39B09168-2D64-4679-9209-243C3D2608B1}" dt="2026-08-12T06:59:42.811" v="817" actId="478"/>
          <ac:picMkLst>
            <pc:docMk/>
            <pc:sldMk cId="4122577068" sldId="266"/>
            <ac:picMk id="9" creationId="{799EC6FA-C337-1EA2-1A47-ECF253F1E601}"/>
          </ac:picMkLst>
        </pc:picChg>
        <pc:picChg chg="del">
          <ac:chgData name="Duncan Young" userId="0d05c5b8-70c0-48c4-9720-582aed650fb7" providerId="ADAL" clId="{39B09168-2D64-4679-9209-243C3D2608B1}" dt="2026-08-12T06:59:43.500" v="818" actId="478"/>
          <ac:picMkLst>
            <pc:docMk/>
            <pc:sldMk cId="4122577068" sldId="266"/>
            <ac:picMk id="13" creationId="{8F05252B-6B2F-814C-9279-709B6DC9769D}"/>
          </ac:picMkLst>
        </pc:picChg>
      </pc:sldChg>
      <pc:sldChg chg="delSp modSp mod">
        <pc:chgData name="Duncan Young" userId="0d05c5b8-70c0-48c4-9720-582aed650fb7" providerId="ADAL" clId="{39B09168-2D64-4679-9209-243C3D2608B1}" dt="2026-08-12T07:17:24.411" v="1088" actId="478"/>
        <pc:sldMkLst>
          <pc:docMk/>
          <pc:sldMk cId="1925827768" sldId="359"/>
        </pc:sldMkLst>
        <pc:spChg chg="mod">
          <ac:chgData name="Duncan Young" userId="0d05c5b8-70c0-48c4-9720-582aed650fb7" providerId="ADAL" clId="{39B09168-2D64-4679-9209-243C3D2608B1}" dt="2026-08-11T19:09:41.178" v="39" actId="20577"/>
          <ac:spMkLst>
            <pc:docMk/>
            <pc:sldMk cId="1925827768" sldId="359"/>
            <ac:spMk id="2" creationId="{FA699E02-D02F-76A5-088E-BAA8F6392D3B}"/>
          </ac:spMkLst>
        </pc:spChg>
        <pc:spChg chg="del">
          <ac:chgData name="Duncan Young" userId="0d05c5b8-70c0-48c4-9720-582aed650fb7" providerId="ADAL" clId="{39B09168-2D64-4679-9209-243C3D2608B1}" dt="2026-08-12T07:17:24.411" v="1088" actId="478"/>
          <ac:spMkLst>
            <pc:docMk/>
            <pc:sldMk cId="1925827768" sldId="359"/>
            <ac:spMk id="6" creationId="{564347B5-4820-847E-8368-AD389D8DBC3D}"/>
          </ac:spMkLst>
        </pc:spChg>
      </pc:sldChg>
      <pc:sldChg chg="del">
        <pc:chgData name="Duncan Young" userId="0d05c5b8-70c0-48c4-9720-582aed650fb7" providerId="ADAL" clId="{39B09168-2D64-4679-9209-243C3D2608B1}" dt="2026-08-12T07:10:26.595" v="1078" actId="47"/>
        <pc:sldMkLst>
          <pc:docMk/>
          <pc:sldMk cId="1087006648" sldId="2147483636"/>
        </pc:sldMkLst>
      </pc:sldChg>
      <pc:sldChg chg="del">
        <pc:chgData name="Duncan Young" userId="0d05c5b8-70c0-48c4-9720-582aed650fb7" providerId="ADAL" clId="{39B09168-2D64-4679-9209-243C3D2608B1}" dt="2026-08-12T07:10:22.574" v="1077" actId="47"/>
        <pc:sldMkLst>
          <pc:docMk/>
          <pc:sldMk cId="2088358800" sldId="2147483643"/>
        </pc:sldMkLst>
      </pc:sldChg>
      <pc:sldChg chg="del">
        <pc:chgData name="Duncan Young" userId="0d05c5b8-70c0-48c4-9720-582aed650fb7" providerId="ADAL" clId="{39B09168-2D64-4679-9209-243C3D2608B1}" dt="2026-08-12T07:10:19.224" v="1075" actId="47"/>
        <pc:sldMkLst>
          <pc:docMk/>
          <pc:sldMk cId="442545606" sldId="2147483644"/>
        </pc:sldMkLst>
      </pc:sldChg>
      <pc:sldChg chg="del">
        <pc:chgData name="Duncan Young" userId="0d05c5b8-70c0-48c4-9720-582aed650fb7" providerId="ADAL" clId="{39B09168-2D64-4679-9209-243C3D2608B1}" dt="2026-08-12T07:10:20.741" v="1076" actId="47"/>
        <pc:sldMkLst>
          <pc:docMk/>
          <pc:sldMk cId="1248296438" sldId="2147483645"/>
        </pc:sldMkLst>
      </pc:sldChg>
      <pc:sldChg chg="addSp delSp modSp mod">
        <pc:chgData name="Duncan Young" userId="0d05c5b8-70c0-48c4-9720-582aed650fb7" providerId="ADAL" clId="{39B09168-2D64-4679-9209-243C3D2608B1}" dt="2026-08-12T08:35:55.626" v="1271" actId="20577"/>
        <pc:sldMkLst>
          <pc:docMk/>
          <pc:sldMk cId="277495611" sldId="2147483647"/>
        </pc:sldMkLst>
        <pc:spChg chg="mod">
          <ac:chgData name="Duncan Young" userId="0d05c5b8-70c0-48c4-9720-582aed650fb7" providerId="ADAL" clId="{39B09168-2D64-4679-9209-243C3D2608B1}" dt="2026-08-11T19:23:13.493" v="228" actId="20577"/>
          <ac:spMkLst>
            <pc:docMk/>
            <pc:sldMk cId="277495611" sldId="2147483647"/>
            <ac:spMk id="3" creationId="{83C441C7-E130-9448-7679-2413CA0BE400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6" creationId="{86DBD3AF-CA5F-56ED-2F3A-EE3E7F171C10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13" creationId="{CA57635C-7F73-2E3C-32C6-F9A3C17F883A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15" creationId="{CB126DFF-9717-034A-93CD-5A680D4F5A3C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18" creationId="{1DA8504A-0314-C184-BB9B-325CB9154F6C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19" creationId="{D5BA038D-56A9-E8C6-D0F7-A2D5C7B98A09}"/>
          </ac:spMkLst>
        </pc:spChg>
        <pc:spChg chg="add mod">
          <ac:chgData name="Duncan Young" userId="0d05c5b8-70c0-48c4-9720-582aed650fb7" providerId="ADAL" clId="{39B09168-2D64-4679-9209-243C3D2608B1}" dt="2026-08-11T19:54:49.136" v="585" actId="1076"/>
          <ac:spMkLst>
            <pc:docMk/>
            <pc:sldMk cId="277495611" sldId="2147483647"/>
            <ac:spMk id="24" creationId="{D96108D4-D618-E2F0-B380-98F3518760CD}"/>
          </ac:spMkLst>
        </pc:spChg>
        <pc:spChg chg="mod">
          <ac:chgData name="Duncan Young" userId="0d05c5b8-70c0-48c4-9720-582aed650fb7" providerId="ADAL" clId="{39B09168-2D64-4679-9209-243C3D2608B1}" dt="2026-08-11T19:16:21.630" v="138" actId="207"/>
          <ac:spMkLst>
            <pc:docMk/>
            <pc:sldMk cId="277495611" sldId="2147483647"/>
            <ac:spMk id="26" creationId="{20C0272A-67A4-C144-1053-9458F8D32271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29" creationId="{438E9286-40C8-5754-6A97-40E1041C0B77}"/>
          </ac:spMkLst>
        </pc:spChg>
        <pc:spChg chg="add mod">
          <ac:chgData name="Duncan Young" userId="0d05c5b8-70c0-48c4-9720-582aed650fb7" providerId="ADAL" clId="{39B09168-2D64-4679-9209-243C3D2608B1}" dt="2026-08-12T08:35:55.626" v="1271" actId="20577"/>
          <ac:spMkLst>
            <pc:docMk/>
            <pc:sldMk cId="277495611" sldId="2147483647"/>
            <ac:spMk id="30" creationId="{FD8AB797-5C72-253E-6532-222DAD05A7B8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33" creationId="{5F6314E4-99C4-6627-C864-50FCAB2CE835}"/>
          </ac:spMkLst>
        </pc:spChg>
        <pc:spChg chg="mod">
          <ac:chgData name="Duncan Young" userId="0d05c5b8-70c0-48c4-9720-582aed650fb7" providerId="ADAL" clId="{39B09168-2D64-4679-9209-243C3D2608B1}" dt="2026-08-11T19:15:07.686" v="134" actId="1076"/>
          <ac:spMkLst>
            <pc:docMk/>
            <pc:sldMk cId="277495611" sldId="2147483647"/>
            <ac:spMk id="34" creationId="{5058C224-BD52-8E5D-776A-0CB20361C6F0}"/>
          </ac:spMkLst>
        </pc:spChg>
        <pc:spChg chg="add mod">
          <ac:chgData name="Duncan Young" userId="0d05c5b8-70c0-48c4-9720-582aed650fb7" providerId="ADAL" clId="{39B09168-2D64-4679-9209-243C3D2608B1}" dt="2026-08-11T19:29:37.372" v="322" actId="1035"/>
          <ac:spMkLst>
            <pc:docMk/>
            <pc:sldMk cId="277495611" sldId="2147483647"/>
            <ac:spMk id="38" creationId="{362443AB-926E-DD13-CFCD-08E38D177C54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39" creationId="{0CAB9F4B-EDA3-EF14-AE5A-9BA7D3490098}"/>
          </ac:spMkLst>
        </pc:spChg>
        <pc:spChg chg="add mod">
          <ac:chgData name="Duncan Young" userId="0d05c5b8-70c0-48c4-9720-582aed650fb7" providerId="ADAL" clId="{39B09168-2D64-4679-9209-243C3D2608B1}" dt="2026-08-11T19:29:37.372" v="322" actId="1035"/>
          <ac:spMkLst>
            <pc:docMk/>
            <pc:sldMk cId="277495611" sldId="2147483647"/>
            <ac:spMk id="42" creationId="{C84C9C1E-3ABD-7F60-0D75-25EBBFBBD7D7}"/>
          </ac:spMkLst>
        </pc:spChg>
        <pc:spChg chg="mod">
          <ac:chgData name="Duncan Young" userId="0d05c5b8-70c0-48c4-9720-582aed650fb7" providerId="ADAL" clId="{39B09168-2D64-4679-9209-243C3D2608B1}" dt="2026-08-11T19:19:17.798" v="157" actId="207"/>
          <ac:spMkLst>
            <pc:docMk/>
            <pc:sldMk cId="277495611" sldId="2147483647"/>
            <ac:spMk id="46" creationId="{B3A033C7-F3A1-AF75-523A-CC7E9EC69EAD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47" creationId="{696D8E72-405A-920E-FE2B-46F1C48DA1CF}"/>
          </ac:spMkLst>
        </pc:spChg>
        <pc:spChg chg="mod">
          <ac:chgData name="Duncan Young" userId="0d05c5b8-70c0-48c4-9720-582aed650fb7" providerId="ADAL" clId="{39B09168-2D64-4679-9209-243C3D2608B1}" dt="2026-08-11T19:14:52.389" v="130" actId="1076"/>
          <ac:spMkLst>
            <pc:docMk/>
            <pc:sldMk cId="277495611" sldId="2147483647"/>
            <ac:spMk id="50" creationId="{0E4B5492-1068-67D7-780E-36BA617F7CE9}"/>
          </ac:spMkLst>
        </pc:spChg>
        <pc:spChg chg="del">
          <ac:chgData name="Duncan Young" userId="0d05c5b8-70c0-48c4-9720-582aed650fb7" providerId="ADAL" clId="{39B09168-2D64-4679-9209-243C3D2608B1}" dt="2026-08-11T19:11:19.033" v="40" actId="478"/>
          <ac:spMkLst>
            <pc:docMk/>
            <pc:sldMk cId="277495611" sldId="2147483647"/>
            <ac:spMk id="53" creationId="{4400287C-0BA9-4974-15B9-648E0FB141C9}"/>
          </ac:spMkLst>
        </pc:spChg>
        <pc:spChg chg="mod">
          <ac:chgData name="Duncan Young" userId="0d05c5b8-70c0-48c4-9720-582aed650fb7" providerId="ADAL" clId="{39B09168-2D64-4679-9209-243C3D2608B1}" dt="2026-08-11T19:16:42.054" v="140" actId="208"/>
          <ac:spMkLst>
            <pc:docMk/>
            <pc:sldMk cId="277495611" sldId="2147483647"/>
            <ac:spMk id="54" creationId="{4A31A93F-F62E-E5B3-C48E-4EB8DB25B326}"/>
          </ac:spMkLst>
        </pc:spChg>
        <pc:spChg chg="mod">
          <ac:chgData name="Duncan Young" userId="0d05c5b8-70c0-48c4-9720-582aed650fb7" providerId="ADAL" clId="{39B09168-2D64-4679-9209-243C3D2608B1}" dt="2026-08-11T19:16:21.630" v="138" actId="207"/>
          <ac:spMkLst>
            <pc:docMk/>
            <pc:sldMk cId="277495611" sldId="2147483647"/>
            <ac:spMk id="56" creationId="{8B423D67-EB24-092F-C804-70D7C899EF2D}"/>
          </ac:spMkLst>
        </pc:spChg>
        <pc:spChg chg="mod">
          <ac:chgData name="Duncan Young" userId="0d05c5b8-70c0-48c4-9720-582aed650fb7" providerId="ADAL" clId="{39B09168-2D64-4679-9209-243C3D2608B1}" dt="2026-08-11T19:19:17.798" v="157" actId="207"/>
          <ac:spMkLst>
            <pc:docMk/>
            <pc:sldMk cId="277495611" sldId="2147483647"/>
            <ac:spMk id="58" creationId="{6F56D391-00AF-2586-8C63-33459B260199}"/>
          </ac:spMkLst>
        </pc:spChg>
        <pc:spChg chg="add mod">
          <ac:chgData name="Duncan Young" userId="0d05c5b8-70c0-48c4-9720-582aed650fb7" providerId="ADAL" clId="{39B09168-2D64-4679-9209-243C3D2608B1}" dt="2026-08-11T19:29:37.372" v="322" actId="1035"/>
          <ac:spMkLst>
            <pc:docMk/>
            <pc:sldMk cId="277495611" sldId="2147483647"/>
            <ac:spMk id="60" creationId="{B296EA30-8D31-894F-27B1-0282CF669401}"/>
          </ac:spMkLst>
        </pc:spChg>
        <pc:spChg chg="mod">
          <ac:chgData name="Duncan Young" userId="0d05c5b8-70c0-48c4-9720-582aed650fb7" providerId="ADAL" clId="{39B09168-2D64-4679-9209-243C3D2608B1}" dt="2026-08-11T19:16:42.054" v="140" actId="208"/>
          <ac:spMkLst>
            <pc:docMk/>
            <pc:sldMk cId="277495611" sldId="2147483647"/>
            <ac:spMk id="62" creationId="{64383007-CCFC-7A64-8E1D-1B90E2A2D110}"/>
          </ac:spMkLst>
        </pc:spChg>
        <pc:spChg chg="mod">
          <ac:chgData name="Duncan Young" userId="0d05c5b8-70c0-48c4-9720-582aed650fb7" providerId="ADAL" clId="{39B09168-2D64-4679-9209-243C3D2608B1}" dt="2026-08-11T19:16:31.155" v="139" actId="207"/>
          <ac:spMkLst>
            <pc:docMk/>
            <pc:sldMk cId="277495611" sldId="2147483647"/>
            <ac:spMk id="64" creationId="{D35A9DB3-F476-E30D-17CE-AB9FB8A4A7F5}"/>
          </ac:spMkLst>
        </pc:spChg>
        <pc:spChg chg="mod">
          <ac:chgData name="Duncan Young" userId="0d05c5b8-70c0-48c4-9720-582aed650fb7" providerId="ADAL" clId="{39B09168-2D64-4679-9209-243C3D2608B1}" dt="2026-08-11T19:19:17.798" v="157" actId="207"/>
          <ac:spMkLst>
            <pc:docMk/>
            <pc:sldMk cId="277495611" sldId="2147483647"/>
            <ac:spMk id="66" creationId="{16AE16ED-7637-D58E-2DBB-800E3069CD93}"/>
          </ac:spMkLst>
        </pc:spChg>
        <pc:spChg chg="mod">
          <ac:chgData name="Duncan Young" userId="0d05c5b8-70c0-48c4-9720-582aed650fb7" providerId="ADAL" clId="{39B09168-2D64-4679-9209-243C3D2608B1}" dt="2026-08-11T19:13:59.512" v="114" actId="1036"/>
          <ac:spMkLst>
            <pc:docMk/>
            <pc:sldMk cId="277495611" sldId="2147483647"/>
            <ac:spMk id="68" creationId="{9E0D3A60-7B3D-3AC7-7E6F-92F63353156C}"/>
          </ac:spMkLst>
        </pc:spChg>
        <pc:spChg chg="add 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70" creationId="{ED144DA4-ADF3-0077-8F73-59E9491D6020}"/>
          </ac:spMkLst>
        </pc:spChg>
        <pc:spChg chg="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72" creationId="{AAF07180-48FF-2DEC-9374-D80CEF0EF17E}"/>
          </ac:spMkLst>
        </pc:spChg>
        <pc:spChg chg="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74" creationId="{8EF4A290-FEEA-A6E0-C4AD-AE720FE5A514}"/>
          </ac:spMkLst>
        </pc:spChg>
        <pc:spChg chg="add 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76" creationId="{2250B869-3400-A7A8-E1A8-55AD3EDD1FEE}"/>
          </ac:spMkLst>
        </pc:spChg>
        <pc:spChg chg="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78" creationId="{0345ECEA-4DA8-3FDB-5D5C-B1A0ADA12CCE}"/>
          </ac:spMkLst>
        </pc:spChg>
        <pc:spChg chg="mod">
          <ac:chgData name="Duncan Young" userId="0d05c5b8-70c0-48c4-9720-582aed650fb7" providerId="ADAL" clId="{39B09168-2D64-4679-9209-243C3D2608B1}" dt="2026-08-11T19:21:35.456" v="196" actId="208"/>
          <ac:spMkLst>
            <pc:docMk/>
            <pc:sldMk cId="277495611" sldId="2147483647"/>
            <ac:spMk id="80" creationId="{53D10F4C-F2F7-4A48-2ED4-62ABBEFD0C0B}"/>
          </ac:spMkLst>
        </pc:spChg>
        <pc:spChg chg="add 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82" creationId="{D0C841B8-6DD4-7082-39E3-65D1CBB00CBF}"/>
          </ac:spMkLst>
        </pc:spChg>
        <pc:spChg chg="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84" creationId="{6EC3DBB4-77B3-0AFC-92B2-FDA995B9E5DB}"/>
          </ac:spMkLst>
        </pc:spChg>
        <pc:spChg chg="mod">
          <ac:chgData name="Duncan Young" userId="0d05c5b8-70c0-48c4-9720-582aed650fb7" providerId="ADAL" clId="{39B09168-2D64-4679-9209-243C3D2608B1}" dt="2026-08-11T19:19:49.481" v="158" actId="208"/>
          <ac:spMkLst>
            <pc:docMk/>
            <pc:sldMk cId="277495611" sldId="2147483647"/>
            <ac:spMk id="86" creationId="{A75B0841-24CC-EEBE-A3E4-5598736A27F4}"/>
          </ac:spMkLst>
        </pc:spChg>
        <pc:spChg chg="add 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88" creationId="{858885DA-6D32-6291-A105-9C160933E8DE}"/>
          </ac:spMkLst>
        </pc:spChg>
        <pc:spChg chg="add 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90" creationId="{7A1EBA04-9707-25F9-18E1-C203DE385F57}"/>
          </ac:spMkLst>
        </pc:spChg>
        <pc:spChg chg="mod">
          <ac:chgData name="Duncan Young" userId="0d05c5b8-70c0-48c4-9720-582aed650fb7" providerId="ADAL" clId="{39B09168-2D64-4679-9209-243C3D2608B1}" dt="2026-08-11T19:32:18.309" v="390" actId="1035"/>
          <ac:spMkLst>
            <pc:docMk/>
            <pc:sldMk cId="277495611" sldId="2147483647"/>
            <ac:spMk id="92" creationId="{D2ACDE92-7C8F-4264-2CA5-7E60866EC902}"/>
          </ac:spMkLst>
        </pc:spChg>
        <pc:spChg chg="add del mod">
          <ac:chgData name="Duncan Young" userId="0d05c5b8-70c0-48c4-9720-582aed650fb7" providerId="ADAL" clId="{39B09168-2D64-4679-9209-243C3D2608B1}" dt="2026-08-11T19:12:59.425" v="66"/>
          <ac:spMkLst>
            <pc:docMk/>
            <pc:sldMk cId="277495611" sldId="2147483647"/>
            <ac:spMk id="93" creationId="{F2761DF5-08E9-74CE-5D30-93D9D9870453}"/>
          </ac:spMkLst>
        </pc:spChg>
        <pc:spChg chg="add mod">
          <ac:chgData name="Duncan Young" userId="0d05c5b8-70c0-48c4-9720-582aed650fb7" providerId="ADAL" clId="{39B09168-2D64-4679-9209-243C3D2608B1}" dt="2026-08-11T19:30:03.879" v="328" actId="208"/>
          <ac:spMkLst>
            <pc:docMk/>
            <pc:sldMk cId="277495611" sldId="2147483647"/>
            <ac:spMk id="95" creationId="{4815E999-C3E3-F3E7-D665-1871A49BA48E}"/>
          </ac:spMkLst>
        </pc:spChg>
        <pc:spChg chg="add del mod">
          <ac:chgData name="Duncan Young" userId="0d05c5b8-70c0-48c4-9720-582aed650fb7" providerId="ADAL" clId="{39B09168-2D64-4679-9209-243C3D2608B1}" dt="2026-08-11T19:31:17.567" v="339" actId="478"/>
          <ac:spMkLst>
            <pc:docMk/>
            <pc:sldMk cId="277495611" sldId="2147483647"/>
            <ac:spMk id="97" creationId="{54873DC1-2AEE-6FCC-F31A-23B4E7FA4208}"/>
          </ac:spMkLst>
        </pc:spChg>
        <pc:spChg chg="add mod">
          <ac:chgData name="Duncan Young" userId="0d05c5b8-70c0-48c4-9720-582aed650fb7" providerId="ADAL" clId="{39B09168-2D64-4679-9209-243C3D2608B1}" dt="2026-08-11T19:32:00.325" v="375" actId="20577"/>
          <ac:spMkLst>
            <pc:docMk/>
            <pc:sldMk cId="277495611" sldId="2147483647"/>
            <ac:spMk id="99" creationId="{0909F2DD-8F4C-1AFC-906A-0695D261CD09}"/>
          </ac:spMkLst>
        </pc:spChg>
        <pc:spChg chg="add del mod">
          <ac:chgData name="Duncan Young" userId="0d05c5b8-70c0-48c4-9720-582aed650fb7" providerId="ADAL" clId="{39B09168-2D64-4679-9209-243C3D2608B1}" dt="2026-08-11T19:32:07.620" v="378"/>
          <ac:spMkLst>
            <pc:docMk/>
            <pc:sldMk cId="277495611" sldId="2147483647"/>
            <ac:spMk id="100" creationId="{322308B1-EBA2-3B20-BC8E-35B4CC1B577A}"/>
          </ac:spMkLst>
        </pc:spChg>
        <pc:spChg chg="add del mod">
          <ac:chgData name="Duncan Young" userId="0d05c5b8-70c0-48c4-9720-582aed650fb7" providerId="ADAL" clId="{39B09168-2D64-4679-9209-243C3D2608B1}" dt="2026-08-11T19:32:13.476" v="381"/>
          <ac:spMkLst>
            <pc:docMk/>
            <pc:sldMk cId="277495611" sldId="2147483647"/>
            <ac:spMk id="101" creationId="{CD43DEFD-B373-F545-6875-A183609EBB5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9616A"/>
              </a:solidFill>
            </c:spPr>
            <c:extLst>
              <c:ext xmlns:c16="http://schemas.microsoft.com/office/drawing/2014/chart" uri="{C3380CC4-5D6E-409C-BE32-E72D297353CC}">
                <c16:uniqueId val="{00000001-3514-4BEB-8B41-4F9DB9FC38B2}"/>
              </c:ext>
            </c:extLst>
          </c:dPt>
          <c:dPt>
            <c:idx val="1"/>
            <c:invertIfNegative val="1"/>
            <c:bubble3D val="0"/>
            <c:spPr>
              <a:solidFill>
                <a:srgbClr val="59616A"/>
              </a:solidFill>
            </c:spPr>
            <c:extLst>
              <c:ext xmlns:c16="http://schemas.microsoft.com/office/drawing/2014/chart" uri="{C3380CC4-5D6E-409C-BE32-E72D297353CC}">
                <c16:uniqueId val="{00000003-3514-4BEB-8B41-4F9DB9FC38B2}"/>
              </c:ext>
            </c:extLst>
          </c:dPt>
          <c:dPt>
            <c:idx val="2"/>
            <c:invertIfNegative val="1"/>
            <c:bubble3D val="0"/>
            <c:spPr>
              <a:solidFill>
                <a:srgbClr val="59616A"/>
              </a:solidFill>
            </c:spPr>
            <c:extLst>
              <c:ext xmlns:c16="http://schemas.microsoft.com/office/drawing/2014/chart" uri="{C3380CC4-5D6E-409C-BE32-E72D297353CC}">
                <c16:uniqueId val="{00000005-3514-4BEB-8B41-4F9DB9FC38B2}"/>
              </c:ext>
            </c:extLst>
          </c:dPt>
          <c:dPt>
            <c:idx val="3"/>
            <c:invertIfNegative val="1"/>
            <c:bubble3D val="0"/>
            <c:spPr>
              <a:solidFill>
                <a:srgbClr val="59616A"/>
              </a:solidFill>
            </c:spPr>
            <c:extLst>
              <c:ext xmlns:c16="http://schemas.microsoft.com/office/drawing/2014/chart" uri="{C3380CC4-5D6E-409C-BE32-E72D297353CC}">
                <c16:uniqueId val="{00000007-3514-4BEB-8B41-4F9DB9FC38B2}"/>
              </c:ext>
            </c:extLst>
          </c:dPt>
          <c:dPt>
            <c:idx val="4"/>
            <c:invertIfNegative val="1"/>
            <c:bubble3D val="0"/>
            <c:spPr>
              <a:solidFill>
                <a:srgbClr val="F0B429"/>
              </a:solidFill>
            </c:spPr>
            <c:extLst>
              <c:ext xmlns:c16="http://schemas.microsoft.com/office/drawing/2014/chart" uri="{C3380CC4-5D6E-409C-BE32-E72D297353CC}">
                <c16:uniqueId val="{00000009-3514-4BEB-8B41-4F9DB9FC38B2}"/>
              </c:ext>
            </c:extLst>
          </c:dPt>
          <c:dPt>
            <c:idx val="5"/>
            <c:invertIfNegative val="1"/>
            <c:bubble3D val="0"/>
            <c:spPr>
              <a:solidFill>
                <a:srgbClr val="21585A"/>
              </a:solidFill>
            </c:spPr>
            <c:extLst>
              <c:ext xmlns:c16="http://schemas.microsoft.com/office/drawing/2014/chart" uri="{C3380CC4-5D6E-409C-BE32-E72D297353CC}">
                <c16:uniqueId val="{0000000B-3514-4BEB-8B41-4F9DB9FC38B2}"/>
              </c:ext>
            </c:extLst>
          </c:dPt>
          <c:dPt>
            <c:idx val="6"/>
            <c:invertIfNegative val="1"/>
            <c:bubble3D val="0"/>
            <c:spPr>
              <a:solidFill>
                <a:srgbClr val="002664"/>
              </a:solidFill>
            </c:spPr>
            <c:extLst>
              <c:ext xmlns:c16="http://schemas.microsoft.com/office/drawing/2014/chart" uri="{C3380CC4-5D6E-409C-BE32-E72D297353CC}">
                <c16:uniqueId val="{0000000D-3514-4BEB-8B41-4F9DB9FC38B2}"/>
              </c:ext>
            </c:extLst>
          </c:dPt>
          <c:dPt>
            <c:idx val="7"/>
            <c:invertIfNegative val="1"/>
            <c:bubble3D val="0"/>
            <c:spPr>
              <a:solidFill>
                <a:srgbClr val="B5091F"/>
              </a:solidFill>
            </c:spPr>
            <c:extLst>
              <c:ext xmlns:c16="http://schemas.microsoft.com/office/drawing/2014/chart" uri="{C3380CC4-5D6E-409C-BE32-E72D297353CC}">
                <c16:uniqueId val="{0000000F-3514-4BEB-8B41-4F9DB9FC38B2}"/>
              </c:ext>
            </c:extLst>
          </c:dPt>
          <c:cat>
            <c:strRef>
              <c:f>Sheet1!$A$2:$A$9</c:f>
              <c:strCache>
                <c:ptCount val="8"/>
                <c:pt idx="0">
                  <c:v>Hydraulic</c:v>
                </c:pt>
                <c:pt idx="1">
                  <c:v>Brake fluid</c:v>
                </c:pt>
                <c:pt idx="2">
                  <c:v>Coolant/Antifreeze</c:v>
                </c:pt>
                <c:pt idx="3">
                  <c:v>Other</c:v>
                </c:pt>
                <c:pt idx="4">
                  <c:v>Grease</c:v>
                </c:pt>
                <c:pt idx="5">
                  <c:v>Gear oil</c:v>
                </c:pt>
                <c:pt idx="6">
                  <c:v>ATF</c:v>
                </c:pt>
                <c:pt idx="7">
                  <c:v>Engine oil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408</c:v>
                </c:pt>
                <c:pt idx="1">
                  <c:v>410</c:v>
                </c:pt>
                <c:pt idx="2">
                  <c:v>417</c:v>
                </c:pt>
                <c:pt idx="3">
                  <c:v>832</c:v>
                </c:pt>
                <c:pt idx="4">
                  <c:v>2985</c:v>
                </c:pt>
                <c:pt idx="5">
                  <c:v>4160</c:v>
                </c:pt>
                <c:pt idx="6">
                  <c:v>4654</c:v>
                </c:pt>
                <c:pt idx="7">
                  <c:v>151056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514-4BEB-8B41-4F9DB9FC38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30A8-4DF2-A6AB-BF14290E95A4}"/>
              </c:ext>
            </c:extLst>
          </c:dPt>
          <c:dPt>
            <c:idx val="1"/>
            <c:invertIfNegative val="1"/>
            <c:bubble3D val="0"/>
            <c:spPr>
              <a:solidFill>
                <a:srgbClr val="008FB8"/>
              </a:solidFill>
            </c:spPr>
            <c:extLst>
              <c:ext xmlns:c16="http://schemas.microsoft.com/office/drawing/2014/chart" uri="{C3380CC4-5D6E-409C-BE32-E72D297353CC}">
                <c16:uniqueId val="{00000003-30A8-4DF2-A6AB-BF14290E95A4}"/>
              </c:ext>
            </c:extLst>
          </c:dPt>
          <c:dPt>
            <c:idx val="2"/>
            <c:invertIfNegative val="1"/>
            <c:bubble3D val="0"/>
            <c:spPr>
              <a:solidFill>
                <a:srgbClr val="21585A"/>
              </a:solidFill>
            </c:spPr>
            <c:extLst>
              <c:ext xmlns:c16="http://schemas.microsoft.com/office/drawing/2014/chart" uri="{C3380CC4-5D6E-409C-BE32-E72D297353CC}">
                <c16:uniqueId val="{00000005-30A8-4DF2-A6AB-BF14290E95A4}"/>
              </c:ext>
            </c:extLst>
          </c:dPt>
          <c:dPt>
            <c:idx val="3"/>
            <c:invertIfNegative val="1"/>
            <c:bubble3D val="0"/>
            <c:spPr>
              <a:solidFill>
                <a:srgbClr val="F0B429"/>
              </a:solidFill>
            </c:spPr>
            <c:extLst>
              <c:ext xmlns:c16="http://schemas.microsoft.com/office/drawing/2014/chart" uri="{C3380CC4-5D6E-409C-BE32-E72D297353CC}">
                <c16:uniqueId val="{00000007-30A8-4DF2-A6AB-BF14290E95A4}"/>
              </c:ext>
            </c:extLst>
          </c:dPt>
          <c:dPt>
            <c:idx val="4"/>
            <c:invertIfNegative val="1"/>
            <c:bubble3D val="0"/>
            <c:spPr>
              <a:solidFill>
                <a:srgbClr val="DF621D"/>
              </a:solidFill>
            </c:spPr>
            <c:extLst>
              <c:ext xmlns:c16="http://schemas.microsoft.com/office/drawing/2014/chart" uri="{C3380CC4-5D6E-409C-BE32-E72D297353CC}">
                <c16:uniqueId val="{00000009-30A8-4DF2-A6AB-BF14290E95A4}"/>
              </c:ext>
            </c:extLst>
          </c:dPt>
          <c:dPt>
            <c:idx val="5"/>
            <c:invertIfNegative val="1"/>
            <c:bubble3D val="0"/>
            <c:spPr>
              <a:solidFill>
                <a:srgbClr val="606872"/>
              </a:solidFill>
            </c:spPr>
            <c:extLst>
              <c:ext xmlns:c16="http://schemas.microsoft.com/office/drawing/2014/chart" uri="{C3380CC4-5D6E-409C-BE32-E72D297353CC}">
                <c16:uniqueId val="{0000000B-30A8-4DF2-A6AB-BF14290E95A4}"/>
              </c:ext>
            </c:extLst>
          </c:dPt>
          <c:dPt>
            <c:idx val="6"/>
            <c:invertIfNegative val="1"/>
            <c:bubble3D val="0"/>
            <c:spPr>
              <a:solidFill>
                <a:srgbClr val="195096"/>
              </a:solidFill>
            </c:spPr>
            <c:extLst>
              <c:ext xmlns:c16="http://schemas.microsoft.com/office/drawing/2014/chart" uri="{C3380CC4-5D6E-409C-BE32-E72D297353CC}">
                <c16:uniqueId val="{0000000D-30A8-4DF2-A6AB-BF14290E95A4}"/>
              </c:ext>
            </c:extLst>
          </c:dPt>
          <c:dPt>
            <c:idx val="7"/>
            <c:invertIfNegative val="1"/>
            <c:bubble3D val="0"/>
            <c:spPr>
              <a:solidFill>
                <a:srgbClr val="966019"/>
              </a:solidFill>
            </c:spPr>
            <c:extLst>
              <c:ext xmlns:c16="http://schemas.microsoft.com/office/drawing/2014/chart" uri="{C3380CC4-5D6E-409C-BE32-E72D297353CC}">
                <c16:uniqueId val="{0000000F-30A8-4DF2-A6AB-BF14290E95A4}"/>
              </c:ext>
            </c:extLst>
          </c:dPt>
          <c:cat>
            <c:strRef>
              <c:f>Sheet1!$A$2:$A$9</c:f>
              <c:strCache>
                <c:ptCount val="8"/>
                <c:pt idx="0">
                  <c:v>HAVOLINE PRO DS M 5W30 208L</c:v>
                </c:pt>
                <c:pt idx="1">
                  <c:v>TX HAV PRODS P 0W30 1000L</c:v>
                </c:pt>
                <c:pt idx="2">
                  <c:v>TX DELO 400 XSP 5W30 1000L</c:v>
                </c:pt>
                <c:pt idx="3">
                  <c:v>TX DELO 400 RDS10W40 1000L</c:v>
                </c:pt>
                <c:pt idx="4">
                  <c:v>TX DELO 400 RDS 10W40 20L</c:v>
                </c:pt>
                <c:pt idx="5">
                  <c:v>TX DELO 400 RDS 10W40 4x5L</c:v>
                </c:pt>
                <c:pt idx="6">
                  <c:v>TX DELO 400 RDS 10W40 1000L</c:v>
                </c:pt>
                <c:pt idx="7">
                  <c:v>TX DELO 400 RDS 10W40 208L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3952</c:v>
                </c:pt>
                <c:pt idx="1">
                  <c:v>4000</c:v>
                </c:pt>
                <c:pt idx="2">
                  <c:v>5000</c:v>
                </c:pt>
                <c:pt idx="3">
                  <c:v>6000</c:v>
                </c:pt>
                <c:pt idx="4">
                  <c:v>12600</c:v>
                </c:pt>
                <c:pt idx="5">
                  <c:v>13940</c:v>
                </c:pt>
                <c:pt idx="6">
                  <c:v>29561</c:v>
                </c:pt>
                <c:pt idx="7">
                  <c:v>58032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0A8-4DF2-A6AB-BF14290E95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dPt>
            <c:idx val="0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4608-4BF6-95C0-A1928527028B}"/>
              </c:ext>
            </c:extLst>
          </c:dPt>
          <c:dPt>
            <c:idx val="1"/>
            <c:bubble3D val="0"/>
            <c:spPr>
              <a:solidFill>
                <a:srgbClr val="2F6FDB"/>
              </a:solidFill>
            </c:spPr>
            <c:extLst>
              <c:ext xmlns:c16="http://schemas.microsoft.com/office/drawing/2014/chart" uri="{C3380CC4-5D6E-409C-BE32-E72D297353CC}">
                <c16:uniqueId val="{00000003-4608-4BF6-95C0-A1928527028B}"/>
              </c:ext>
            </c:extLst>
          </c:dPt>
          <c:cat>
            <c:strRef>
              <c:f>Sheet1!$A$2:$A$3</c:f>
              <c:strCache>
                <c:ptCount val="2"/>
                <c:pt idx="0">
                  <c:v>Chevron</c:v>
                </c:pt>
                <c:pt idx="1">
                  <c:v>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161483</c:v>
                </c:pt>
                <c:pt idx="1">
                  <c:v>3439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08-4BF6-95C0-A19285270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660A-4D1A-96E8-0B0B6BBB15F3}"/>
              </c:ext>
            </c:extLst>
          </c:dPt>
          <c:dPt>
            <c:idx val="1"/>
            <c:invertIfNegative val="1"/>
            <c:bubble3D val="0"/>
            <c:spPr>
              <a:solidFill>
                <a:srgbClr val="002664"/>
              </a:solidFill>
            </c:spPr>
            <c:extLst>
              <c:ext xmlns:c16="http://schemas.microsoft.com/office/drawing/2014/chart" uri="{C3380CC4-5D6E-409C-BE32-E72D297353CC}">
                <c16:uniqueId val="{00000003-660A-4D1A-96E8-0B0B6BBB15F3}"/>
              </c:ext>
            </c:extLst>
          </c:dPt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Packaged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120649</c:v>
                </c:pt>
                <c:pt idx="1">
                  <c:v>44273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0A-4D1A-96E8-0B0B6BBB1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20252B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8102E"/>
              </a:solidFill>
            </c:spPr>
            <c:extLst>
              <c:ext xmlns:c16="http://schemas.microsoft.com/office/drawing/2014/chart" uri="{C3380CC4-5D6E-409C-BE32-E72D297353CC}">
                <c16:uniqueId val="{00000001-FD94-4736-9F2B-74F2641943FD}"/>
              </c:ext>
            </c:extLst>
          </c:dPt>
          <c:dPt>
            <c:idx val="1"/>
            <c:invertIfNegative val="1"/>
            <c:bubble3D val="0"/>
            <c:spPr>
              <a:solidFill>
                <a:srgbClr val="002664"/>
              </a:solidFill>
            </c:spPr>
            <c:extLst>
              <c:ext xmlns:c16="http://schemas.microsoft.com/office/drawing/2014/chart" uri="{C3380CC4-5D6E-409C-BE32-E72D297353CC}">
                <c16:uniqueId val="{00000003-FD94-4736-9F2B-74F2641943FD}"/>
              </c:ext>
            </c:extLst>
          </c:dPt>
          <c:dPt>
            <c:idx val="2"/>
            <c:invertIfNegative val="1"/>
            <c:bubble3D val="0"/>
            <c:spPr>
              <a:solidFill>
                <a:srgbClr val="21585A"/>
              </a:solidFill>
            </c:spPr>
            <c:extLst>
              <c:ext xmlns:c16="http://schemas.microsoft.com/office/drawing/2014/chart" uri="{C3380CC4-5D6E-409C-BE32-E72D297353CC}">
                <c16:uniqueId val="{00000005-FD94-4736-9F2B-74F2641943FD}"/>
              </c:ext>
            </c:extLst>
          </c:dPt>
          <c:dPt>
            <c:idx val="3"/>
            <c:invertIfNegative val="1"/>
            <c:bubble3D val="0"/>
            <c:spPr>
              <a:solidFill>
                <a:srgbClr val="F0B429"/>
              </a:solidFill>
            </c:spPr>
            <c:extLst>
              <c:ext xmlns:c16="http://schemas.microsoft.com/office/drawing/2014/chart" uri="{C3380CC4-5D6E-409C-BE32-E72D297353CC}">
                <c16:uniqueId val="{00000007-FD94-4736-9F2B-74F2641943FD}"/>
              </c:ext>
            </c:extLst>
          </c:dPt>
          <c:dPt>
            <c:idx val="4"/>
            <c:invertIfNegative val="1"/>
            <c:bubble3D val="0"/>
            <c:spPr>
              <a:solidFill>
                <a:srgbClr val="DF621D"/>
              </a:solidFill>
            </c:spPr>
            <c:extLst>
              <c:ext xmlns:c16="http://schemas.microsoft.com/office/drawing/2014/chart" uri="{C3380CC4-5D6E-409C-BE32-E72D297353CC}">
                <c16:uniqueId val="{00000009-FD94-4736-9F2B-74F2641943FD}"/>
              </c:ext>
            </c:extLst>
          </c:dPt>
          <c:dPt>
            <c:idx val="5"/>
            <c:invertIfNegative val="1"/>
            <c:bubble3D val="0"/>
            <c:spPr>
              <a:solidFill>
                <a:srgbClr val="59616A"/>
              </a:solidFill>
            </c:spPr>
            <c:extLst>
              <c:ext xmlns:c16="http://schemas.microsoft.com/office/drawing/2014/chart" uri="{C3380CC4-5D6E-409C-BE32-E72D297353CC}">
                <c16:uniqueId val="{0000000B-FD94-4736-9F2B-74F2641943FD}"/>
              </c:ext>
            </c:extLst>
          </c:dPt>
          <c:cat>
            <c:strRef>
              <c:f>Sheet1!$A$2:$A$7</c:f>
              <c:strCache>
                <c:ptCount val="6"/>
                <c:pt idx="0">
                  <c:v>208</c:v>
                </c:pt>
                <c:pt idx="1">
                  <c:v>1000</c:v>
                </c:pt>
                <c:pt idx="2">
                  <c:v>20</c:v>
                </c:pt>
                <c:pt idx="3">
                  <c:v>4 x 5</c:v>
                </c:pt>
                <c:pt idx="4">
                  <c:v>24 x 0.4</c:v>
                </c:pt>
                <c:pt idx="5">
                  <c:v>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75088</c:v>
                </c:pt>
                <c:pt idx="1">
                  <c:v>45561</c:v>
                </c:pt>
                <c:pt idx="2">
                  <c:v>20505</c:v>
                </c:pt>
                <c:pt idx="3">
                  <c:v>14120</c:v>
                </c:pt>
                <c:pt idx="4">
                  <c:v>4653</c:v>
                </c:pt>
                <c:pt idx="5">
                  <c:v>2940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D94-4736-9F2B-74F2641943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800">
                <a:solidFill>
                  <a:srgbClr val="20252B"/>
                </a:solidFill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20252B"/>
                </a:solidFill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heme" Target="../theme/theme3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8/12/2026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heme" Target="../theme/theme2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8/12/2026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3.svg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sv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2.svg"/><Relationship Id="rId5" Type="http://schemas.openxmlformats.org/officeDocument/2006/relationships/tags" Target="../tags/tag3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3.svg"/><Relationship Id="rId4" Type="http://schemas.openxmlformats.org/officeDocument/2006/relationships/tags" Target="../tags/tag50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svg"/><Relationship Id="rId4" Type="http://schemas.openxmlformats.org/officeDocument/2006/relationships/tags" Target="../tags/tag56.xml"/><Relationship Id="rId9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svg"/><Relationship Id="rId4" Type="http://schemas.openxmlformats.org/officeDocument/2006/relationships/tags" Target="../tags/tag62.xml"/><Relationship Id="rId9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9.sv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0.sv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2.sv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sv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2.sv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image" Target="../media/image6.sv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7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10" Type="http://schemas.openxmlformats.org/officeDocument/2006/relationships/image" Target="../media/image5.svg"/><Relationship Id="rId4" Type="http://schemas.openxmlformats.org/officeDocument/2006/relationships/tags" Target="../tags/tag187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6.svg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2.svg"/><Relationship Id="rId5" Type="http://schemas.openxmlformats.org/officeDocument/2006/relationships/tags" Target="../tags/tag206.xml"/><Relationship Id="rId10" Type="http://schemas.openxmlformats.org/officeDocument/2006/relationships/image" Target="../media/image1.svg"/><Relationship Id="rId4" Type="http://schemas.openxmlformats.org/officeDocument/2006/relationships/tags" Target="../tags/tag205.xml"/><Relationship Id="rId9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08C39C-20D9-C1AE-3AF7-BF60ABC2BCDB}"/>
              </a:ext>
            </a:extLst>
          </p:cNvPr>
          <p:cNvSpPr/>
          <p:nvPr userDrawn="1"/>
        </p:nvSpPr>
        <p:spPr>
          <a:xfrm>
            <a:off x="0" y="6383734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3D07AA-59AE-F6B7-D242-02D2D6FC51A2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53C9551-6F6E-0A0F-ADB5-07A7CBCB151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708CF01-DE81-2B96-B06E-68D3EBBCF5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04CACB78-F145-CCD3-C94E-42968604B92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D2641F76-BA10-207F-18FC-B54093DBB52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F3B74E68-3BB9-E2F0-E168-57BA58530B5D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BA00D4DA-1DBD-CD92-6AEE-A77F06D8515E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C6DCA0A-34BC-3633-D2DC-4B1A1F15DCF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EE1E8DC-4741-59F2-A8E6-298ECF2113C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CC4D5812-E907-84D8-6980-29394C9031E7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61CB4AEE-A8F6-0A59-6370-5F8EDCC0863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0559B8ED-E8EC-BD7C-95E5-3DD3F053D82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3D4C52BD-F63C-DE34-7DA8-63082B32CEAC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4D936A5-1222-BA67-8DA2-1EA0BAD68A74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4AF0AB7-CFFA-EDE3-7487-128BEA647526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8ED1AA4-B47C-6727-B932-89897A7B77A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9598EB09-A4E7-966C-0B1B-A068B46F0A0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3" name="Swirl Locked">
            <a:extLst>
              <a:ext uri="{FF2B5EF4-FFF2-40B4-BE49-F238E27FC236}">
                <a16:creationId xmlns:a16="http://schemas.microsoft.com/office/drawing/2014/main" id="{B9CFDEC6-D613-779F-38D5-4342A03080A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9AFC8E-90B8-5EAE-CAA6-F0671E1A679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DD10703-BFB7-BA06-D79E-0E466DC91DCB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Logo ISUZU GROUP">
            <a:extLst>
              <a:ext uri="{FF2B5EF4-FFF2-40B4-BE49-F238E27FC236}">
                <a16:creationId xmlns:a16="http://schemas.microsoft.com/office/drawing/2014/main" id="{36A20C74-B1A7-1C8F-52FE-7695F2FB7DAD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6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21C5C6E-FDCB-487C-C3C5-FF3E86349BF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F537AC7-658C-D162-6007-1E9565B7A8E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9" name="Logo ISUZU GROUP">
            <a:extLst>
              <a:ext uri="{FF2B5EF4-FFF2-40B4-BE49-F238E27FC236}">
                <a16:creationId xmlns:a16="http://schemas.microsoft.com/office/drawing/2014/main" id="{AB84F571-B13A-7E3A-F24D-EC81F9B3121C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46649C2D-FFF2-49F8-90B7-96CFAF91C5B3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>
          <a:xfrm>
            <a:off x="0" y="3695341"/>
            <a:ext cx="12193209" cy="3162659"/>
            <a:chOff x="0" y="3699103"/>
            <a:chExt cx="12193209" cy="3162659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652CF7D2-44A5-085F-4CB4-7C7165D6647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2C2DD17B-9DC9-16E4-3846-B2155A9FAC62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1EBC45D8-6C0A-F2AE-F9B9-9764B9E35FDC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1" name="Swirl Locked">
            <a:extLst>
              <a:ext uri="{FF2B5EF4-FFF2-40B4-BE49-F238E27FC236}">
                <a16:creationId xmlns:a16="http://schemas.microsoft.com/office/drawing/2014/main" id="{1F381FEE-8E63-7CD6-E3CC-BC2A3EDFE2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89FAF5-7AC5-C6FC-5E2B-AB33DC2AA07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BC0041CD-D4F8-6ECC-A104-A945A55CF40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884800-C0A3-CE77-2AC4-08E7D10843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7" name="Logo ISUZU GROUP">
            <a:extLst>
              <a:ext uri="{FF2B5EF4-FFF2-40B4-BE49-F238E27FC236}">
                <a16:creationId xmlns:a16="http://schemas.microsoft.com/office/drawing/2014/main" id="{949EAAC2-57E6-F525-52DE-8E3C83C69A59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0" name="Swirl Locked">
            <a:extLst>
              <a:ext uri="{FF2B5EF4-FFF2-40B4-BE49-F238E27FC236}">
                <a16:creationId xmlns:a16="http://schemas.microsoft.com/office/drawing/2014/main" id="{9E7F9BD1-2AAD-9AD7-E744-920B665A26F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E0F15026-6184-A986-FF59-9369B74E9BA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F10EBB-9A88-B7A7-1B08-8884C5512638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4E89846-739C-C28F-B6B1-B9C87B66716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0EA28C34-5276-ED46-6CA9-92B3A9F1AB82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279642" y="2567027"/>
            <a:ext cx="6857999" cy="1723951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wirl Locked">
            <a:extLst>
              <a:ext uri="{FF2B5EF4-FFF2-40B4-BE49-F238E27FC236}">
                <a16:creationId xmlns:a16="http://schemas.microsoft.com/office/drawing/2014/main" id="{568E3E55-F4A5-3FA9-4E00-4E7534A19CB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09B29BD-3EA5-FA35-6E92-54D58354920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665D82C6-5E46-A233-A86C-52E900CC2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9C363D3-4FE8-9360-32BC-00CA39F52B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itle 6">
            <a:extLst>
              <a:ext uri="{FF2B5EF4-FFF2-40B4-BE49-F238E27FC236}">
                <a16:creationId xmlns:a16="http://schemas.microsoft.com/office/drawing/2014/main" id="{2C806783-2618-0C42-985C-78FA2C0843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CA7D30C-B39C-6E45-2110-A4B5009FFFDF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ked">
            <a:extLst>
              <a:ext uri="{FF2B5EF4-FFF2-40B4-BE49-F238E27FC236}">
                <a16:creationId xmlns:a16="http://schemas.microsoft.com/office/drawing/2014/main" id="{E0974985-8BDB-B28D-F193-B71979F13D0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5C72D6B-2A48-0A69-C499-B320874569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3E2BB04E-0434-6A5F-5BC4-739D377C4EA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96AD288-79D7-65DA-78D4-6BACB4C47C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8" name="Title 6">
            <a:extLst>
              <a:ext uri="{FF2B5EF4-FFF2-40B4-BE49-F238E27FC236}">
                <a16:creationId xmlns:a16="http://schemas.microsoft.com/office/drawing/2014/main" id="{E5C851E5-C86C-60A3-0A02-2429FF7933B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8B85A9D-30D5-A72B-03F1-65DE470A115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DFB1040D-CC45-E18B-6DDD-D7306EB09FF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0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4E7BC9-9FD5-9217-6AD6-4196B54CA65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4">
            <a:extLst>
              <a:ext uri="{FF2B5EF4-FFF2-40B4-BE49-F238E27FC236}">
                <a16:creationId xmlns:a16="http://schemas.microsoft.com/office/drawing/2014/main" id="{3DA5557C-E058-9A1B-D5B0-733BC1700FD5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C0233031-230C-DA82-EEF2-7B26FAEFCE3B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-15383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7691C5-9D1D-97C3-835A-61A1FCA1BB9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0FB7F5-5864-79B4-142F-D30C62FAE3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CF6419C-CB04-3BB8-CCB2-635AC3F35A12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54720B-F73A-A501-42D0-21E6A07CE4E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B3D184C-527C-EC75-4AA5-0AC7E6C5D2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9FE5F715-89EB-A8FB-2D2E-EA8BEC9AD334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98A11EE-460D-6559-0017-5D84D545E44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03A479DD-95E5-1C8B-D864-0AB29400F4B9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4A571C4-4D31-D173-F041-72701864667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3584D62-8455-C6C5-2C94-2413CA6CD42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85F825F1-AE64-3E33-509B-7194EDEA298F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>
            <a:lvl1pPr>
              <a:defRPr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38DEDB97-F1F9-7A36-8CFC-00AC051ACD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 flipH="1">
            <a:off x="8516631" y="3182631"/>
            <a:ext cx="6857866" cy="492871"/>
          </a:xfrm>
          <a:custGeom>
            <a:avLst/>
            <a:gdLst>
              <a:gd name="connsiteX0" fmla="*/ 0 w 4859940"/>
              <a:gd name="connsiteY0" fmla="*/ 0 h 349281"/>
              <a:gd name="connsiteX1" fmla="*/ 4859941 w 4859940"/>
              <a:gd name="connsiteY1" fmla="*/ 0 h 349281"/>
              <a:gd name="connsiteX2" fmla="*/ 4859941 w 4859940"/>
              <a:gd name="connsiteY2" fmla="*/ 349282 h 349281"/>
              <a:gd name="connsiteX3" fmla="*/ 0 w 4859940"/>
              <a:gd name="connsiteY3" fmla="*/ 349282 h 34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9940" h="349281">
                <a:moveTo>
                  <a:pt x="0" y="0"/>
                </a:moveTo>
                <a:lnTo>
                  <a:pt x="4859941" y="0"/>
                </a:lnTo>
                <a:lnTo>
                  <a:pt x="4859941" y="349282"/>
                </a:lnTo>
                <a:lnTo>
                  <a:pt x="0" y="349282"/>
                </a:lnTo>
                <a:close/>
              </a:path>
            </a:pathLst>
          </a:custGeom>
          <a:solidFill>
            <a:srgbClr val="C7465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8FA3B11-8BF7-9E80-2AF4-346AAECFE6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H="1">
            <a:off x="11699129" y="0"/>
            <a:ext cx="428625" cy="2283580"/>
          </a:xfrm>
          <a:custGeom>
            <a:avLst/>
            <a:gdLst>
              <a:gd name="connsiteX0" fmla="*/ 303752 w 303752"/>
              <a:gd name="connsiteY0" fmla="*/ 1618298 h 1618297"/>
              <a:gd name="connsiteX1" fmla="*/ 0 w 303752"/>
              <a:gd name="connsiteY1" fmla="*/ 0 h 1618297"/>
              <a:gd name="connsiteX2" fmla="*/ 303752 w 303752"/>
              <a:gd name="connsiteY2" fmla="*/ 0 h 1618297"/>
              <a:gd name="connsiteX3" fmla="*/ 303752 w 303752"/>
              <a:gd name="connsiteY3" fmla="*/ 1618298 h 16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52" h="1618297">
                <a:moveTo>
                  <a:pt x="303752" y="1618298"/>
                </a:moveTo>
                <a:cubicBezTo>
                  <a:pt x="129445" y="1104233"/>
                  <a:pt x="20955" y="543687"/>
                  <a:pt x="0" y="0"/>
                </a:cubicBezTo>
                <a:lnTo>
                  <a:pt x="303752" y="0"/>
                </a:lnTo>
                <a:lnTo>
                  <a:pt x="303752" y="1618298"/>
                </a:lnTo>
                <a:close/>
              </a:path>
            </a:pathLst>
          </a:custGeom>
          <a:solidFill>
            <a:srgbClr val="B5091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8A1B6884-A343-1B3C-BD01-9F530D8CB4A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H="1">
            <a:off x="10413255" y="2283580"/>
            <a:ext cx="1285874" cy="4574420"/>
          </a:xfrm>
          <a:custGeom>
            <a:avLst/>
            <a:gdLst>
              <a:gd name="connsiteX0" fmla="*/ 0 w 911256"/>
              <a:gd name="connsiteY0" fmla="*/ 754190 h 3241738"/>
              <a:gd name="connsiteX1" fmla="*/ 0 w 911256"/>
              <a:gd name="connsiteY1" fmla="*/ 3241739 h 3241738"/>
              <a:gd name="connsiteX2" fmla="*/ 911257 w 911256"/>
              <a:gd name="connsiteY2" fmla="*/ 3241739 h 3241738"/>
              <a:gd name="connsiteX3" fmla="*/ 607505 w 911256"/>
              <a:gd name="connsiteY3" fmla="*/ 1622965 h 3241738"/>
              <a:gd name="connsiteX4" fmla="*/ 0 w 911256"/>
              <a:gd name="connsiteY4" fmla="*/ 0 h 3241738"/>
              <a:gd name="connsiteX5" fmla="*/ 0 w 911256"/>
              <a:gd name="connsiteY5" fmla="*/ 754190 h 324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256" h="3241738">
                <a:moveTo>
                  <a:pt x="0" y="754190"/>
                </a:moveTo>
                <a:lnTo>
                  <a:pt x="0" y="3241739"/>
                </a:lnTo>
                <a:cubicBezTo>
                  <a:pt x="0" y="3241739"/>
                  <a:pt x="911257" y="3241739"/>
                  <a:pt x="911257" y="3241739"/>
                </a:cubicBezTo>
                <a:cubicBezTo>
                  <a:pt x="882301" y="2665476"/>
                  <a:pt x="756761" y="2123313"/>
                  <a:pt x="607505" y="1622965"/>
                </a:cubicBezTo>
                <a:cubicBezTo>
                  <a:pt x="446151" y="1082135"/>
                  <a:pt x="104299" y="307562"/>
                  <a:pt x="0" y="0"/>
                </a:cubicBezTo>
                <a:lnTo>
                  <a:pt x="0" y="754190"/>
                </a:lnTo>
                <a:close/>
              </a:path>
            </a:pathLst>
          </a:custGeom>
          <a:solidFill>
            <a:srgbClr val="D36B7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52B7CE3-EE5F-3956-8582-45533859E0B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 flipH="1">
            <a:off x="10413255" y="0"/>
            <a:ext cx="1778745" cy="6858000"/>
            <a:chOff x="0" y="0"/>
            <a:chExt cx="1778745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1D34ED51-DF7D-A873-4EB6-B7627C66DCE8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CCB3507-F00F-4068-4C59-442388BAAA27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F371865-3772-5BFC-B112-D6B0D6D26D3D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251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853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5341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9954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8/12/2026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8/12/2026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8/12/2026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Recolor 3">
            <a:extLst>
              <a:ext uri="{FF2B5EF4-FFF2-40B4-BE49-F238E27FC236}">
                <a16:creationId xmlns:a16="http://schemas.microsoft.com/office/drawing/2014/main" id="{B744EFA9-74E3-DAE9-718E-269A7E74B22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1">
            <a:extLst>
              <a:ext uri="{FF2B5EF4-FFF2-40B4-BE49-F238E27FC236}">
                <a16:creationId xmlns:a16="http://schemas.microsoft.com/office/drawing/2014/main" id="{D3B8D502-F0F1-50F5-DDED-3773CBAE1DB4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8/12/2026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Recolor 3">
            <a:extLst>
              <a:ext uri="{FF2B5EF4-FFF2-40B4-BE49-F238E27FC236}">
                <a16:creationId xmlns:a16="http://schemas.microsoft.com/office/drawing/2014/main" id="{0EB27B04-F8B3-1F2C-11EA-1264AE4C842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9BCCF247-FB88-324E-1B31-9A0DB9D8825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F63C480B-FAB5-C846-C250-17FA4293E40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0" name="Logo ISUZU GROUP">
            <a:extLst>
              <a:ext uri="{FF2B5EF4-FFF2-40B4-BE49-F238E27FC236}">
                <a16:creationId xmlns:a16="http://schemas.microsoft.com/office/drawing/2014/main" id="{3D8D0F4E-6E36-3CB8-A800-8A84F5F522D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Contact address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Full Name</a:t>
            </a:r>
            <a:endParaRPr kumimoji="1" lang="ja-JP" altLang="en-US"/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Phone</a:t>
            </a:r>
            <a:endParaRPr kumimoji="1" lang="ja-JP" altLang="en-US"/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7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E-Mail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43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 altLang="ja-JP"/>
              <a:t>Text</a:t>
            </a:r>
            <a:endParaRPr lang="ja-JP" altLang="en-US"/>
          </a:p>
          <a:p>
            <a:pPr lvl="1"/>
            <a:r>
              <a:rPr lang="en-GB" altLang="ja-JP"/>
              <a:t>Text</a:t>
            </a:r>
          </a:p>
          <a:p>
            <a:pPr lvl="2"/>
            <a:r>
              <a:rPr lang="en-GB" altLang="ja-JP"/>
              <a:t>Text</a:t>
            </a:r>
          </a:p>
          <a:p>
            <a:pPr lvl="3"/>
            <a:r>
              <a:rPr lang="en-GB" altLang="ja-JP"/>
              <a:t>Text</a:t>
            </a:r>
          </a:p>
          <a:p>
            <a:pPr lvl="4"/>
            <a:r>
              <a:rPr lang="en-GB" altLang="ja-JP"/>
              <a:t>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E02-D02F-76A5-088E-BAA8F6392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8" y="2059911"/>
            <a:ext cx="11409042" cy="1609862"/>
          </a:xfrm>
        </p:spPr>
        <p:txBody>
          <a:bodyPr>
            <a:normAutofit/>
          </a:bodyPr>
          <a:lstStyle/>
          <a:p>
            <a:r>
              <a:rPr lang="en-US" sz="4000" dirty="0"/>
              <a:t>Lubricant Project – </a:t>
            </a:r>
            <a:r>
              <a:rPr lang="en-US" sz="4000" dirty="0" err="1"/>
              <a:t>Centralised</a:t>
            </a:r>
            <a:r>
              <a:rPr lang="en-US" sz="4000" dirty="0"/>
              <a:t> Purchasing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0FB0C-108E-D693-57E6-D6E78737E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ISUZU TRUCK UK LTD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BAACD-2830-5861-7AC3-7F3D6FD5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82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392D-6BDF-5B57-D95D-7F53FD3F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C441C7-E130-9448-7679-2413CA0B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- ITUK</a:t>
            </a: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D96108D4-D618-E2F0-B380-98F3518760CD}"/>
              </a:ext>
            </a:extLst>
          </p:cNvPr>
          <p:cNvSpPr/>
          <p:nvPr/>
        </p:nvSpPr>
        <p:spPr>
          <a:xfrm>
            <a:off x="412452" y="1179576"/>
            <a:ext cx="2752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0C0272A-67A4-C144-1053-9458F8D32271}"/>
              </a:ext>
            </a:extLst>
          </p:cNvPr>
          <p:cNvSpPr/>
          <p:nvPr/>
        </p:nvSpPr>
        <p:spPr>
          <a:xfrm>
            <a:off x="540468" y="1344168"/>
            <a:ext cx="24244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585A"/>
                </a:solidFill>
              </a:rPr>
              <a:t>164,922 L</a:t>
            </a:r>
            <a:endParaRPr lang="en-US" sz="2000" dirty="0">
              <a:solidFill>
                <a:srgbClr val="21585A"/>
              </a:solidFill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D8AB797-5C72-253E-6532-222DAD05A7B8}"/>
              </a:ext>
            </a:extLst>
          </p:cNvPr>
          <p:cNvSpPr/>
          <p:nvPr/>
        </p:nvSpPr>
        <p:spPr>
          <a:xfrm>
            <a:off x="549611" y="1801368"/>
            <a:ext cx="240098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18-month lubricant sales volume</a:t>
            </a:r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5058C224-BD52-8E5D-776A-0CB20361C6F0}"/>
              </a:ext>
            </a:extLst>
          </p:cNvPr>
          <p:cNvSpPr/>
          <p:nvPr/>
        </p:nvSpPr>
        <p:spPr>
          <a:xfrm>
            <a:off x="549611" y="2084832"/>
            <a:ext cx="24009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all products in sales sheet</a:t>
            </a:r>
            <a:endParaRPr lang="en-US" sz="12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362443AB-926E-DD13-CFCD-08E38D177C54}"/>
              </a:ext>
            </a:extLst>
          </p:cNvPr>
          <p:cNvSpPr/>
          <p:nvPr/>
        </p:nvSpPr>
        <p:spPr>
          <a:xfrm>
            <a:off x="3310128" y="1179576"/>
            <a:ext cx="2752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C84C9C1E-3ABD-7F60-0D75-25EBBFBBD7D7}"/>
              </a:ext>
            </a:extLst>
          </p:cNvPr>
          <p:cNvSpPr/>
          <p:nvPr/>
        </p:nvSpPr>
        <p:spPr>
          <a:xfrm>
            <a:off x="3502424" y="1344168"/>
            <a:ext cx="24244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5091F"/>
                </a:solidFill>
              </a:rPr>
              <a:t>GBP 543k</a:t>
            </a:r>
            <a:endParaRPr lang="en-US" sz="2000" dirty="0">
              <a:solidFill>
                <a:srgbClr val="B5091F"/>
              </a:solidFill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B3A033C7-F3A1-AF75-523A-CC7E9EC69EAD}"/>
              </a:ext>
            </a:extLst>
          </p:cNvPr>
          <p:cNvSpPr/>
          <p:nvPr/>
        </p:nvSpPr>
        <p:spPr>
          <a:xfrm>
            <a:off x="3516159" y="1801368"/>
            <a:ext cx="240098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Indicative 18-month purchase value</a:t>
            </a: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0E4B5492-1068-67D7-780E-36BA617F7CE9}"/>
              </a:ext>
            </a:extLst>
          </p:cNvPr>
          <p:cNvSpPr/>
          <p:nvPr/>
        </p:nvSpPr>
        <p:spPr>
          <a:xfrm>
            <a:off x="3516159" y="2084832"/>
            <a:ext cx="24009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volume x cost per litre</a:t>
            </a:r>
            <a:endParaRPr lang="en-US" sz="120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4A31A93F-F62E-E5B3-C48E-4EB8DB25B326}"/>
              </a:ext>
            </a:extLst>
          </p:cNvPr>
          <p:cNvSpPr/>
          <p:nvPr/>
        </p:nvSpPr>
        <p:spPr>
          <a:xfrm>
            <a:off x="6199632" y="1179576"/>
            <a:ext cx="2752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8B423D67-EB24-092F-C804-70D7C899EF2D}"/>
              </a:ext>
            </a:extLst>
          </p:cNvPr>
          <p:cNvSpPr/>
          <p:nvPr/>
        </p:nvSpPr>
        <p:spPr>
          <a:xfrm>
            <a:off x="6360695" y="1344168"/>
            <a:ext cx="24244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585A"/>
                </a:solidFill>
              </a:rPr>
              <a:t>97.9%</a:t>
            </a:r>
            <a:endParaRPr lang="en-US" sz="2000" dirty="0">
              <a:solidFill>
                <a:srgbClr val="21585A"/>
              </a:solidFill>
            </a:endParaRPr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6F56D391-00AF-2586-8C63-33459B260199}"/>
              </a:ext>
            </a:extLst>
          </p:cNvPr>
          <p:cNvSpPr/>
          <p:nvPr/>
        </p:nvSpPr>
        <p:spPr>
          <a:xfrm>
            <a:off x="6346713" y="1792224"/>
            <a:ext cx="264183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Volume currently supplied by Chevron</a:t>
            </a:r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B296EA30-8D31-894F-27B1-0282CF669401}"/>
              </a:ext>
            </a:extLst>
          </p:cNvPr>
          <p:cNvSpPr/>
          <p:nvPr/>
        </p:nvSpPr>
        <p:spPr>
          <a:xfrm>
            <a:off x="6372201" y="2084832"/>
            <a:ext cx="24009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IME is 2.1%</a:t>
            </a:r>
            <a:endParaRPr lang="en-US" sz="1200" dirty="0"/>
          </a:p>
        </p:txBody>
      </p:sp>
      <p:sp>
        <p:nvSpPr>
          <p:cNvPr id="62" name="Shape 18">
            <a:extLst>
              <a:ext uri="{FF2B5EF4-FFF2-40B4-BE49-F238E27FC236}">
                <a16:creationId xmlns:a16="http://schemas.microsoft.com/office/drawing/2014/main" id="{64383007-CCFC-7A64-8E1D-1B90E2A2D110}"/>
              </a:ext>
            </a:extLst>
          </p:cNvPr>
          <p:cNvSpPr/>
          <p:nvPr/>
        </p:nvSpPr>
        <p:spPr>
          <a:xfrm>
            <a:off x="9089136" y="1179576"/>
            <a:ext cx="275234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D35A9DB3-F476-E30D-17CE-AB9FB8A4A7F5}"/>
              </a:ext>
            </a:extLst>
          </p:cNvPr>
          <p:cNvSpPr/>
          <p:nvPr/>
        </p:nvSpPr>
        <p:spPr>
          <a:xfrm>
            <a:off x="9250199" y="1344168"/>
            <a:ext cx="242440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5091F"/>
                </a:solidFill>
              </a:rPr>
              <a:t>73.2%</a:t>
            </a:r>
            <a:endParaRPr lang="en-US" sz="2000" dirty="0">
              <a:solidFill>
                <a:srgbClr val="B5091F"/>
              </a:solidFill>
            </a:endParaRPr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16AE16ED-7637-D58E-2DBB-800E3069CD93}"/>
              </a:ext>
            </a:extLst>
          </p:cNvPr>
          <p:cNvSpPr/>
          <p:nvPr/>
        </p:nvSpPr>
        <p:spPr>
          <a:xfrm>
            <a:off x="9261705" y="1801368"/>
            <a:ext cx="240098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Volume delivered direct</a:t>
            </a:r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9E0D3A60-7B3D-3AC7-7E6F-92F63353156C}"/>
              </a:ext>
            </a:extLst>
          </p:cNvPr>
          <p:cNvSpPr/>
          <p:nvPr/>
        </p:nvSpPr>
        <p:spPr>
          <a:xfrm>
            <a:off x="9261705" y="2084832"/>
            <a:ext cx="24009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208L and 1000L dominate</a:t>
            </a:r>
            <a:endParaRPr lang="en-US" sz="1200" dirty="0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ED144DA4-ADF3-0077-8F73-59E9491D6020}"/>
              </a:ext>
            </a:extLst>
          </p:cNvPr>
          <p:cNvSpPr/>
          <p:nvPr/>
        </p:nvSpPr>
        <p:spPr>
          <a:xfrm>
            <a:off x="422749" y="2651760"/>
            <a:ext cx="3516287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AAF07180-48FF-2DEC-9374-D80CEF0EF17E}"/>
              </a:ext>
            </a:extLst>
          </p:cNvPr>
          <p:cNvSpPr/>
          <p:nvPr/>
        </p:nvSpPr>
        <p:spPr>
          <a:xfrm>
            <a:off x="422750" y="2651760"/>
            <a:ext cx="79216" cy="251460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8EF4A290-FEEA-A6E0-C4AD-AE720FE5A514}"/>
              </a:ext>
            </a:extLst>
          </p:cNvPr>
          <p:cNvSpPr/>
          <p:nvPr/>
        </p:nvSpPr>
        <p:spPr>
          <a:xfrm>
            <a:off x="623917" y="2798064"/>
            <a:ext cx="3416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Participation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2250B869-3400-A7A8-E1A8-55AD3EDD1FEE}"/>
              </a:ext>
            </a:extLst>
          </p:cNvPr>
          <p:cNvSpPr/>
          <p:nvPr/>
        </p:nvSpPr>
        <p:spPr>
          <a:xfrm>
            <a:off x="576680" y="3127248"/>
            <a:ext cx="336235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ITUK has high interest in selling Isuzu Genuine Oil and centralised purchasing. We have no exclusive supplier contract. Supplier switch is possible if the business case is compelling.</a:t>
            </a:r>
          </a:p>
        </p:txBody>
      </p:sp>
      <p:sp>
        <p:nvSpPr>
          <p:cNvPr id="78" name="Shape 26">
            <a:extLst>
              <a:ext uri="{FF2B5EF4-FFF2-40B4-BE49-F238E27FC236}">
                <a16:creationId xmlns:a16="http://schemas.microsoft.com/office/drawing/2014/main" id="{0345ECEA-4DA8-3FDB-5D5C-B1A0ADA12CCE}"/>
              </a:ext>
            </a:extLst>
          </p:cNvPr>
          <p:cNvSpPr/>
          <p:nvPr/>
        </p:nvSpPr>
        <p:spPr>
          <a:xfrm>
            <a:off x="4521708" y="265176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0" name="Shape 27">
            <a:extLst>
              <a:ext uri="{FF2B5EF4-FFF2-40B4-BE49-F238E27FC236}">
                <a16:creationId xmlns:a16="http://schemas.microsoft.com/office/drawing/2014/main" id="{53D10F4C-F2F7-4A48-2ED4-62ABBEFD0C0B}"/>
              </a:ext>
            </a:extLst>
          </p:cNvPr>
          <p:cNvSpPr/>
          <p:nvPr/>
        </p:nvSpPr>
        <p:spPr>
          <a:xfrm>
            <a:off x="4521708" y="2651760"/>
            <a:ext cx="73152" cy="251460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D0C841B8-6DD4-7082-39E3-65D1CBB00CBF}"/>
              </a:ext>
            </a:extLst>
          </p:cNvPr>
          <p:cNvSpPr/>
          <p:nvPr/>
        </p:nvSpPr>
        <p:spPr>
          <a:xfrm>
            <a:off x="4722876" y="27980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What must be protected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4" name="Text 29">
            <a:extLst>
              <a:ext uri="{FF2B5EF4-FFF2-40B4-BE49-F238E27FC236}">
                <a16:creationId xmlns:a16="http://schemas.microsoft.com/office/drawing/2014/main" id="{6EC3DBB4-77B3-0AFC-92B2-FDA995B9E5DB}"/>
              </a:ext>
            </a:extLst>
          </p:cNvPr>
          <p:cNvSpPr/>
          <p:nvPr/>
        </p:nvSpPr>
        <p:spPr>
          <a:xfrm>
            <a:off x="4722876" y="3127248"/>
            <a:ext cx="3172968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UK needs competitive cost, stable availability, practical minimum order quantities, acceptable lead times and packaging options that fit dealer and workshop channels.</a:t>
            </a:r>
          </a:p>
        </p:txBody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A75B0841-24CC-EEBE-A3E4-5598736A27F4}"/>
              </a:ext>
            </a:extLst>
          </p:cNvPr>
          <p:cNvSpPr/>
          <p:nvPr/>
        </p:nvSpPr>
        <p:spPr>
          <a:xfrm>
            <a:off x="8503920" y="2651760"/>
            <a:ext cx="33375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8" name="Shape 31">
            <a:extLst>
              <a:ext uri="{FF2B5EF4-FFF2-40B4-BE49-F238E27FC236}">
                <a16:creationId xmlns:a16="http://schemas.microsoft.com/office/drawing/2014/main" id="{858885DA-6D32-6291-A105-9C160933E8DE}"/>
              </a:ext>
            </a:extLst>
          </p:cNvPr>
          <p:cNvSpPr/>
          <p:nvPr/>
        </p:nvSpPr>
        <p:spPr>
          <a:xfrm>
            <a:off x="8503920" y="2651760"/>
            <a:ext cx="73152" cy="251460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7A1EBA04-9707-25F9-18E1-C203DE385F57}"/>
              </a:ext>
            </a:extLst>
          </p:cNvPr>
          <p:cNvSpPr/>
          <p:nvPr/>
        </p:nvSpPr>
        <p:spPr>
          <a:xfrm>
            <a:off x="8705088" y="27980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Requirements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92" name="Text 33">
            <a:extLst>
              <a:ext uri="{FF2B5EF4-FFF2-40B4-BE49-F238E27FC236}">
                <a16:creationId xmlns:a16="http://schemas.microsoft.com/office/drawing/2014/main" id="{D2ACDE92-7C8F-4264-2CA5-7E60866EC902}"/>
              </a:ext>
            </a:extLst>
          </p:cNvPr>
          <p:cNvSpPr/>
          <p:nvPr/>
        </p:nvSpPr>
        <p:spPr>
          <a:xfrm>
            <a:off x="8705088" y="3127248"/>
            <a:ext cx="2990088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A like-for-like oil price matrix, UK logistics model, technical equivalence mapping, marketing support proposal and phased pilot plan.</a:t>
            </a:r>
          </a:p>
        </p:txBody>
      </p:sp>
      <p:sp>
        <p:nvSpPr>
          <p:cNvPr id="95" name="Shape 18">
            <a:extLst>
              <a:ext uri="{FF2B5EF4-FFF2-40B4-BE49-F238E27FC236}">
                <a16:creationId xmlns:a16="http://schemas.microsoft.com/office/drawing/2014/main" id="{4815E999-C3E3-F3E7-D665-1871A49BA48E}"/>
              </a:ext>
            </a:extLst>
          </p:cNvPr>
          <p:cNvSpPr/>
          <p:nvPr/>
        </p:nvSpPr>
        <p:spPr>
          <a:xfrm>
            <a:off x="412452" y="5394960"/>
            <a:ext cx="11429028" cy="1234440"/>
          </a:xfrm>
          <a:prstGeom prst="roundRect">
            <a:avLst>
              <a:gd name="adj" fmla="val 5926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20">
            <a:extLst>
              <a:ext uri="{FF2B5EF4-FFF2-40B4-BE49-F238E27FC236}">
                <a16:creationId xmlns:a16="http://schemas.microsoft.com/office/drawing/2014/main" id="{0909F2DD-8F4C-1AFC-906A-0695D261CD09}"/>
              </a:ext>
            </a:extLst>
          </p:cNvPr>
          <p:cNvSpPr/>
          <p:nvPr/>
        </p:nvSpPr>
        <p:spPr>
          <a:xfrm>
            <a:off x="1188720" y="5623559"/>
            <a:ext cx="9939528" cy="8576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ITUK supports the strategic direction in principle. The commercial decision should be based on a feasibility study that compares IML Lubricants landed cost, service levels and operational fit against the current Chevron-led model.</a:t>
            </a:r>
          </a:p>
        </p:txBody>
      </p:sp>
    </p:spTree>
    <p:extLst>
      <p:ext uri="{BB962C8B-B14F-4D97-AF65-F5344CB8AC3E}">
        <p14:creationId xmlns:p14="http://schemas.microsoft.com/office/powerpoint/2010/main" val="27749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243D-8239-0F55-6D9C-C8716581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321484-0F36-732C-3689-A4C64233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18-month Lubricant Sales</a:t>
            </a:r>
          </a:p>
        </p:txBody>
      </p:sp>
      <p:sp>
        <p:nvSpPr>
          <p:cNvPr id="145" name="Text 21">
            <a:extLst>
              <a:ext uri="{FF2B5EF4-FFF2-40B4-BE49-F238E27FC236}">
                <a16:creationId xmlns:a16="http://schemas.microsoft.com/office/drawing/2014/main" id="{5BB7654D-1409-C037-7C36-AEC4058AE866}"/>
              </a:ext>
            </a:extLst>
          </p:cNvPr>
          <p:cNvSpPr/>
          <p:nvPr/>
        </p:nvSpPr>
        <p:spPr>
          <a:xfrm>
            <a:off x="704088" y="257860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16A"/>
                </a:solidFill>
              </a:rPr>
              <a:t>Top concentration: the largest products are DELO/RDS 10W40 and related engine oil lines, so a like-for-like engine oil comparison will drive the viability of the proposal.</a:t>
            </a:r>
            <a:endParaRPr lang="en-US" sz="950" dirty="0"/>
          </a:p>
        </p:txBody>
      </p:sp>
      <p:sp>
        <p:nvSpPr>
          <p:cNvPr id="147" name="Shape 6">
            <a:extLst>
              <a:ext uri="{FF2B5EF4-FFF2-40B4-BE49-F238E27FC236}">
                <a16:creationId xmlns:a16="http://schemas.microsoft.com/office/drawing/2014/main" id="{65621935-E157-F57C-2167-2265A24BE430}"/>
              </a:ext>
            </a:extLst>
          </p:cNvPr>
          <p:cNvSpPr/>
          <p:nvPr/>
        </p:nvSpPr>
        <p:spPr>
          <a:xfrm>
            <a:off x="1865376" y="1188437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9" name="Text 7">
            <a:extLst>
              <a:ext uri="{FF2B5EF4-FFF2-40B4-BE49-F238E27FC236}">
                <a16:creationId xmlns:a16="http://schemas.microsoft.com/office/drawing/2014/main" id="{D8A2039D-220D-941E-FC32-BF05151266FE}"/>
              </a:ext>
            </a:extLst>
          </p:cNvPr>
          <p:cNvSpPr/>
          <p:nvPr/>
        </p:nvSpPr>
        <p:spPr>
          <a:xfrm>
            <a:off x="1993392" y="1353029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585A"/>
                </a:solidFill>
              </a:rPr>
              <a:t>164,922 L</a:t>
            </a:r>
            <a:endParaRPr lang="en-US" sz="2000" dirty="0">
              <a:solidFill>
                <a:srgbClr val="21585A"/>
              </a:solidFill>
            </a:endParaRPr>
          </a:p>
        </p:txBody>
      </p:sp>
      <p:sp>
        <p:nvSpPr>
          <p:cNvPr id="151" name="Text 8">
            <a:extLst>
              <a:ext uri="{FF2B5EF4-FFF2-40B4-BE49-F238E27FC236}">
                <a16:creationId xmlns:a16="http://schemas.microsoft.com/office/drawing/2014/main" id="{6491F521-F612-08E2-33FB-50684204C658}"/>
              </a:ext>
            </a:extLst>
          </p:cNvPr>
          <p:cNvSpPr/>
          <p:nvPr/>
        </p:nvSpPr>
        <p:spPr>
          <a:xfrm>
            <a:off x="2002536" y="1810229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Total volume</a:t>
            </a:r>
            <a:endParaRPr lang="en-US" sz="1200" dirty="0"/>
          </a:p>
        </p:txBody>
      </p:sp>
      <p:sp>
        <p:nvSpPr>
          <p:cNvPr id="153" name="Shape 9">
            <a:extLst>
              <a:ext uri="{FF2B5EF4-FFF2-40B4-BE49-F238E27FC236}">
                <a16:creationId xmlns:a16="http://schemas.microsoft.com/office/drawing/2014/main" id="{643BD791-CB7D-C7F8-3C15-0C54C8F9509B}"/>
              </a:ext>
            </a:extLst>
          </p:cNvPr>
          <p:cNvSpPr/>
          <p:nvPr/>
        </p:nvSpPr>
        <p:spPr>
          <a:xfrm>
            <a:off x="4087368" y="1188437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5" name="Text 10">
            <a:extLst>
              <a:ext uri="{FF2B5EF4-FFF2-40B4-BE49-F238E27FC236}">
                <a16:creationId xmlns:a16="http://schemas.microsoft.com/office/drawing/2014/main" id="{8344E0B4-451F-EF6D-A2BE-798B30D6C031}"/>
              </a:ext>
            </a:extLst>
          </p:cNvPr>
          <p:cNvSpPr/>
          <p:nvPr/>
        </p:nvSpPr>
        <p:spPr>
          <a:xfrm>
            <a:off x="4215384" y="1353029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585A"/>
                </a:solidFill>
              </a:rPr>
              <a:t>43</a:t>
            </a:r>
            <a:endParaRPr lang="en-US" sz="2000" dirty="0">
              <a:solidFill>
                <a:srgbClr val="21585A"/>
              </a:solidFill>
            </a:endParaRPr>
          </a:p>
        </p:txBody>
      </p:sp>
      <p:sp>
        <p:nvSpPr>
          <p:cNvPr id="157" name="Text 11">
            <a:extLst>
              <a:ext uri="{FF2B5EF4-FFF2-40B4-BE49-F238E27FC236}">
                <a16:creationId xmlns:a16="http://schemas.microsoft.com/office/drawing/2014/main" id="{59DB99CE-FB61-BA34-9F2B-7EE65023E8EB}"/>
              </a:ext>
            </a:extLst>
          </p:cNvPr>
          <p:cNvSpPr/>
          <p:nvPr/>
        </p:nvSpPr>
        <p:spPr>
          <a:xfrm>
            <a:off x="4224528" y="1810229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Product lines / PNs</a:t>
            </a:r>
            <a:endParaRPr lang="en-US" sz="1200" dirty="0"/>
          </a:p>
        </p:txBody>
      </p:sp>
      <p:sp>
        <p:nvSpPr>
          <p:cNvPr id="159" name="Shape 12">
            <a:extLst>
              <a:ext uri="{FF2B5EF4-FFF2-40B4-BE49-F238E27FC236}">
                <a16:creationId xmlns:a16="http://schemas.microsoft.com/office/drawing/2014/main" id="{B1B5BB08-87CC-D174-FA3E-D5C56F95C7B2}"/>
              </a:ext>
            </a:extLst>
          </p:cNvPr>
          <p:cNvSpPr/>
          <p:nvPr/>
        </p:nvSpPr>
        <p:spPr>
          <a:xfrm>
            <a:off x="6309360" y="1188437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1" name="Text 13">
            <a:extLst>
              <a:ext uri="{FF2B5EF4-FFF2-40B4-BE49-F238E27FC236}">
                <a16:creationId xmlns:a16="http://schemas.microsoft.com/office/drawing/2014/main" id="{BE0B054A-5C4D-DC2F-7395-0334016F2BB7}"/>
              </a:ext>
            </a:extLst>
          </p:cNvPr>
          <p:cNvSpPr/>
          <p:nvPr/>
        </p:nvSpPr>
        <p:spPr>
          <a:xfrm>
            <a:off x="6437376" y="1353029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5091F"/>
                </a:solidFill>
              </a:rPr>
              <a:t>GBP 543k</a:t>
            </a:r>
            <a:endParaRPr lang="en-US" sz="2000" dirty="0">
              <a:solidFill>
                <a:srgbClr val="B5091F"/>
              </a:solidFill>
            </a:endParaRPr>
          </a:p>
        </p:txBody>
      </p:sp>
      <p:sp>
        <p:nvSpPr>
          <p:cNvPr id="163" name="Text 14">
            <a:extLst>
              <a:ext uri="{FF2B5EF4-FFF2-40B4-BE49-F238E27FC236}">
                <a16:creationId xmlns:a16="http://schemas.microsoft.com/office/drawing/2014/main" id="{E20DBAA2-8C18-6FBE-48FE-0A97282D47D8}"/>
              </a:ext>
            </a:extLst>
          </p:cNvPr>
          <p:cNvSpPr/>
          <p:nvPr/>
        </p:nvSpPr>
        <p:spPr>
          <a:xfrm>
            <a:off x="6446520" y="1810229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Indicative value</a:t>
            </a:r>
            <a:endParaRPr lang="en-US" sz="1200" dirty="0"/>
          </a:p>
        </p:txBody>
      </p:sp>
      <p:sp>
        <p:nvSpPr>
          <p:cNvPr id="171" name="Shape 18">
            <a:extLst>
              <a:ext uri="{FF2B5EF4-FFF2-40B4-BE49-F238E27FC236}">
                <a16:creationId xmlns:a16="http://schemas.microsoft.com/office/drawing/2014/main" id="{A9B739D7-C418-9ECF-AA5D-908893D54F4E}"/>
              </a:ext>
            </a:extLst>
          </p:cNvPr>
          <p:cNvSpPr/>
          <p:nvPr/>
        </p:nvSpPr>
        <p:spPr>
          <a:xfrm>
            <a:off x="8494776" y="1188437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3" name="Text 19">
            <a:extLst>
              <a:ext uri="{FF2B5EF4-FFF2-40B4-BE49-F238E27FC236}">
                <a16:creationId xmlns:a16="http://schemas.microsoft.com/office/drawing/2014/main" id="{B063D34B-5D7C-4477-A3F5-1FE74AF2AE11}"/>
              </a:ext>
            </a:extLst>
          </p:cNvPr>
          <p:cNvSpPr/>
          <p:nvPr/>
        </p:nvSpPr>
        <p:spPr>
          <a:xfrm>
            <a:off x="8622792" y="1353029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1585A"/>
                </a:solidFill>
              </a:rPr>
              <a:t>91.6%</a:t>
            </a:r>
            <a:endParaRPr lang="en-US" sz="2000" dirty="0">
              <a:solidFill>
                <a:srgbClr val="21585A"/>
              </a:solidFill>
            </a:endParaRPr>
          </a:p>
        </p:txBody>
      </p:sp>
      <p:sp>
        <p:nvSpPr>
          <p:cNvPr id="175" name="Text 20">
            <a:extLst>
              <a:ext uri="{FF2B5EF4-FFF2-40B4-BE49-F238E27FC236}">
                <a16:creationId xmlns:a16="http://schemas.microsoft.com/office/drawing/2014/main" id="{47D3FDBD-E72F-D66A-AE35-BCB558C5A549}"/>
              </a:ext>
            </a:extLst>
          </p:cNvPr>
          <p:cNvSpPr/>
          <p:nvPr/>
        </p:nvSpPr>
        <p:spPr>
          <a:xfrm>
            <a:off x="8631936" y="1810229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Engine oil share by volume</a:t>
            </a:r>
            <a:endParaRPr lang="en-US" sz="1200" dirty="0"/>
          </a:p>
        </p:txBody>
      </p:sp>
      <p:sp>
        <p:nvSpPr>
          <p:cNvPr id="4" name="Text 21">
            <a:extLst>
              <a:ext uri="{FF2B5EF4-FFF2-40B4-BE49-F238E27FC236}">
                <a16:creationId xmlns:a16="http://schemas.microsoft.com/office/drawing/2014/main" id="{056982C6-8470-E705-5DE9-3B4E7A632290}"/>
              </a:ext>
            </a:extLst>
          </p:cNvPr>
          <p:cNvSpPr/>
          <p:nvPr/>
        </p:nvSpPr>
        <p:spPr>
          <a:xfrm>
            <a:off x="685800" y="2935224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0252B"/>
                </a:solidFill>
                <a:effectLst/>
                <a:uFillTx/>
                <a:latin typeface="Aptos"/>
              </a:rPr>
              <a:t>Volume by product family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860D8D5D-BB3D-CE3A-7E75-83BCFC1746F2}"/>
              </a:ext>
            </a:extLst>
          </p:cNvPr>
          <p:cNvSpPr/>
          <p:nvPr/>
        </p:nvSpPr>
        <p:spPr>
          <a:xfrm>
            <a:off x="6355080" y="2935224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0252B"/>
                </a:solidFill>
                <a:effectLst/>
                <a:uFillTx/>
                <a:latin typeface="Aptos"/>
              </a:rPr>
              <a:t>Top products by 18-month volume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BA0E6BC-4DDC-581A-FACD-8C31B29C7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586889"/>
              </p:ext>
            </p:extLst>
          </p:nvPr>
        </p:nvGraphicFramePr>
        <p:xfrm>
          <a:off x="685800" y="3209544"/>
          <a:ext cx="5348880" cy="3154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2C3621C-B41B-890D-981D-349521B36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69414"/>
              </p:ext>
            </p:extLst>
          </p:nvPr>
        </p:nvGraphicFramePr>
        <p:xfrm>
          <a:off x="6355080" y="3209544"/>
          <a:ext cx="5211720" cy="3154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23211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3D32-0327-886E-A50A-EEEC4870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55FE63-54FA-D647-08B3-D2EC56E9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Suppliers Chevron-Led &amp; Limited IME Lines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1FA01CA-D490-70C1-411B-F4B1BDD3FC5C}"/>
              </a:ext>
            </a:extLst>
          </p:cNvPr>
          <p:cNvSpPr/>
          <p:nvPr/>
        </p:nvSpPr>
        <p:spPr>
          <a:xfrm>
            <a:off x="4379976" y="2916936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44B6307F-6914-D795-2933-B1770222878B}"/>
              </a:ext>
            </a:extLst>
          </p:cNvPr>
          <p:cNvSpPr/>
          <p:nvPr/>
        </p:nvSpPr>
        <p:spPr>
          <a:xfrm>
            <a:off x="4379975" y="2916936"/>
            <a:ext cx="83945" cy="1234440"/>
          </a:xfrm>
          <a:prstGeom prst="rect">
            <a:avLst/>
          </a:prstGeom>
          <a:solidFill>
            <a:srgbClr val="B5091F"/>
          </a:solidFill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14CDA7B-8D5E-280A-0ABC-942297A323A2}"/>
              </a:ext>
            </a:extLst>
          </p:cNvPr>
          <p:cNvSpPr/>
          <p:nvPr/>
        </p:nvSpPr>
        <p:spPr>
          <a:xfrm>
            <a:off x="4581143" y="3063240"/>
            <a:ext cx="278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Chevron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BADE162-6111-C142-3C6F-47EE97886D42}"/>
              </a:ext>
            </a:extLst>
          </p:cNvPr>
          <p:cNvSpPr/>
          <p:nvPr/>
        </p:nvSpPr>
        <p:spPr>
          <a:xfrm>
            <a:off x="4581144" y="3392424"/>
            <a:ext cx="280166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161,483 L and GBP 520.9k value in the sales baseline. Main supplier for engine oil and most product families.</a:t>
            </a: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FF51B21-2961-CD2F-E86C-1AEA767D4789}"/>
              </a:ext>
            </a:extLst>
          </p:cNvPr>
          <p:cNvSpPr/>
          <p:nvPr/>
        </p:nvSpPr>
        <p:spPr>
          <a:xfrm>
            <a:off x="7744968" y="2916936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4612D8BE-4F79-4E54-1C9E-46EA176DD798}"/>
              </a:ext>
            </a:extLst>
          </p:cNvPr>
          <p:cNvSpPr/>
          <p:nvPr/>
        </p:nvSpPr>
        <p:spPr>
          <a:xfrm>
            <a:off x="7744967" y="2916936"/>
            <a:ext cx="83945" cy="123444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567FBDD-0096-36C8-91F9-C8273935729B}"/>
              </a:ext>
            </a:extLst>
          </p:cNvPr>
          <p:cNvSpPr/>
          <p:nvPr/>
        </p:nvSpPr>
        <p:spPr>
          <a:xfrm>
            <a:off x="7946135" y="3063240"/>
            <a:ext cx="278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/>
              <a:t>IME</a:t>
            </a:r>
            <a:endParaRPr lang="en-US" sz="14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DEED54D-C4F5-E16A-1BCD-50C8305F04B3}"/>
              </a:ext>
            </a:extLst>
          </p:cNvPr>
          <p:cNvSpPr/>
          <p:nvPr/>
        </p:nvSpPr>
        <p:spPr>
          <a:xfrm>
            <a:off x="7946136" y="3392424"/>
            <a:ext cx="280166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</a:rPr>
              <a:t>3,439 L and GBP 22.3k value, currently covering ATF DEXRON and LLC Type E lines.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1FFA796-9973-5D98-3409-B538C1FF3EF5}"/>
              </a:ext>
            </a:extLst>
          </p:cNvPr>
          <p:cNvSpPr/>
          <p:nvPr/>
        </p:nvSpPr>
        <p:spPr>
          <a:xfrm>
            <a:off x="595617" y="21031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0252B"/>
                </a:solidFill>
                <a:effectLst/>
                <a:uFillTx/>
                <a:latin typeface="Aptos"/>
              </a:rPr>
              <a:t>18-month volume by supplier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818BD6-F349-BAD4-A9F9-92FE2C236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77514"/>
              </p:ext>
            </p:extLst>
          </p:nvPr>
        </p:nvGraphicFramePr>
        <p:xfrm>
          <a:off x="504177" y="2286000"/>
          <a:ext cx="3657240" cy="2788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226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7FA1-A95B-7423-F837-4FC569E5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2CFFF1-0A7F-0FD4-C34B-000BBA4A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Delivery Method and Package Size</a:t>
            </a: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8E944F6-2D4C-0CB7-54FC-3CCC183F86D0}"/>
              </a:ext>
            </a:extLst>
          </p:cNvPr>
          <p:cNvSpPr/>
          <p:nvPr/>
        </p:nvSpPr>
        <p:spPr>
          <a:xfrm>
            <a:off x="640080" y="1335024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16A"/>
                </a:solidFill>
              </a:rPr>
              <a:t>The UK model relies heavily on direct supply and larger pack sizes.</a:t>
            </a:r>
            <a:endParaRPr lang="en-US" sz="95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FAFB8F7C-E7A8-4817-B5E8-14045FB372F2}"/>
              </a:ext>
            </a:extLst>
          </p:cNvPr>
          <p:cNvSpPr/>
          <p:nvPr/>
        </p:nvSpPr>
        <p:spPr>
          <a:xfrm>
            <a:off x="841248" y="5221224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C66AB106-AED5-C489-88AD-12B4DB03A445}"/>
              </a:ext>
            </a:extLst>
          </p:cNvPr>
          <p:cNvSpPr/>
          <p:nvPr/>
        </p:nvSpPr>
        <p:spPr>
          <a:xfrm>
            <a:off x="841248" y="5221224"/>
            <a:ext cx="73152" cy="1097280"/>
          </a:xfrm>
          <a:prstGeom prst="rect">
            <a:avLst/>
          </a:prstGeom>
          <a:solidFill>
            <a:srgbClr val="21585A"/>
          </a:solidFill>
          <a:ln w="12700">
            <a:solidFill>
              <a:srgbClr val="2158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133B1D42-7D55-27B2-B14D-C8D08C05769A}"/>
              </a:ext>
            </a:extLst>
          </p:cNvPr>
          <p:cNvSpPr/>
          <p:nvPr/>
        </p:nvSpPr>
        <p:spPr>
          <a:xfrm>
            <a:off x="1042416" y="53675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52B"/>
                </a:solidFill>
              </a:rPr>
              <a:t>Direct volumes dominate</a:t>
            </a:r>
            <a:endParaRPr lang="en-US" sz="14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3470BC4-1031-F3EF-05F0-A71AC7ED019D}"/>
              </a:ext>
            </a:extLst>
          </p:cNvPr>
          <p:cNvSpPr/>
          <p:nvPr/>
        </p:nvSpPr>
        <p:spPr>
          <a:xfrm>
            <a:off x="1042416" y="569671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120,649 L is direct supply, representing 73.2% of the sales baseline.</a:t>
            </a:r>
            <a:endParaRPr lang="en-US" sz="12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B909EE6-C976-C661-B165-A6C79B7E0EF4}"/>
              </a:ext>
            </a:extLst>
          </p:cNvPr>
          <p:cNvSpPr/>
          <p:nvPr/>
        </p:nvSpPr>
        <p:spPr>
          <a:xfrm>
            <a:off x="4453128" y="5221224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51B66D2C-8B4A-49B3-6B3F-BECAEE0ED6B9}"/>
              </a:ext>
            </a:extLst>
          </p:cNvPr>
          <p:cNvSpPr/>
          <p:nvPr/>
        </p:nvSpPr>
        <p:spPr>
          <a:xfrm>
            <a:off x="4453128" y="5221224"/>
            <a:ext cx="73152" cy="109728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5E10E7A-4100-6D69-7320-9ABAA8EB4C71}"/>
              </a:ext>
            </a:extLst>
          </p:cNvPr>
          <p:cNvSpPr/>
          <p:nvPr/>
        </p:nvSpPr>
        <p:spPr>
          <a:xfrm>
            <a:off x="4654296" y="53675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52B"/>
                </a:solidFill>
              </a:rPr>
              <a:t>Large packs matter</a:t>
            </a:r>
            <a:endParaRPr lang="en-US" sz="1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86CEF23-A018-9944-2127-8E403241FD9B}"/>
              </a:ext>
            </a:extLst>
          </p:cNvPr>
          <p:cNvSpPr/>
          <p:nvPr/>
        </p:nvSpPr>
        <p:spPr>
          <a:xfrm>
            <a:off x="4654296" y="569671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208 L and 1000 L formats together account for 120,649 L, matching the direct delivery footprint.</a:t>
            </a:r>
            <a:endParaRPr lang="en-US" sz="12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D8706130-F048-EC8C-6609-2E77AEA7B936}"/>
              </a:ext>
            </a:extLst>
          </p:cNvPr>
          <p:cNvSpPr/>
          <p:nvPr/>
        </p:nvSpPr>
        <p:spPr>
          <a:xfrm>
            <a:off x="8065008" y="5221224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4B440256-EAA7-98E0-5012-2D8D51107DDB}"/>
              </a:ext>
            </a:extLst>
          </p:cNvPr>
          <p:cNvSpPr/>
          <p:nvPr/>
        </p:nvSpPr>
        <p:spPr>
          <a:xfrm>
            <a:off x="8065008" y="5221224"/>
            <a:ext cx="73152" cy="1097280"/>
          </a:xfrm>
          <a:prstGeom prst="rect">
            <a:avLst/>
          </a:prstGeom>
          <a:solidFill>
            <a:srgbClr val="FDD34E"/>
          </a:solidFill>
          <a:ln w="12700">
            <a:solidFill>
              <a:srgbClr val="FDD3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4A39BFBA-1F1B-093E-85F8-AAC1EDB32E46}"/>
              </a:ext>
            </a:extLst>
          </p:cNvPr>
          <p:cNvSpPr/>
          <p:nvPr/>
        </p:nvSpPr>
        <p:spPr>
          <a:xfrm>
            <a:off x="8266176" y="53675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0252B"/>
                </a:solidFill>
              </a:rPr>
              <a:t>Minimum order fit</a:t>
            </a:r>
            <a:endParaRPr lang="en-US" sz="14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F59B0F48-3E28-DF93-CEB0-A8207980B7BF}"/>
              </a:ext>
            </a:extLst>
          </p:cNvPr>
          <p:cNvSpPr/>
          <p:nvPr/>
        </p:nvSpPr>
        <p:spPr>
          <a:xfrm>
            <a:off x="8266176" y="5696712"/>
            <a:ext cx="2624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6A"/>
                </a:solidFill>
              </a:rPr>
              <a:t>Currently no MOQ from supplier, but needs purchasing in package size.</a:t>
            </a:r>
            <a:endParaRPr lang="en-US" sz="120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C0D449DF-BCC0-5937-2972-0ECBFB6B959D}"/>
              </a:ext>
            </a:extLst>
          </p:cNvPr>
          <p:cNvSpPr/>
          <p:nvPr/>
        </p:nvSpPr>
        <p:spPr>
          <a:xfrm>
            <a:off x="653976" y="1792692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0252B"/>
                </a:solidFill>
                <a:effectLst/>
                <a:uFillTx/>
                <a:latin typeface="Aptos"/>
              </a:rPr>
              <a:t>Volume by delivery method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DBA5A58-3121-E3ED-413E-4B0402182750}"/>
              </a:ext>
            </a:extLst>
          </p:cNvPr>
          <p:cNvSpPr/>
          <p:nvPr/>
        </p:nvSpPr>
        <p:spPr>
          <a:xfrm>
            <a:off x="5591736" y="1792692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0252B"/>
                </a:solidFill>
                <a:effectLst/>
                <a:uFillTx/>
                <a:latin typeface="Aptos"/>
              </a:rPr>
              <a:t>Volume by package size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65A2487-66D4-155F-456C-D712FF0E8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533983"/>
              </p:ext>
            </p:extLst>
          </p:nvPr>
        </p:nvGraphicFramePr>
        <p:xfrm>
          <a:off x="653976" y="2002932"/>
          <a:ext cx="4434480" cy="306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92E4E8C-5518-208E-AD92-99D731DC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477496"/>
              </p:ext>
            </p:extLst>
          </p:nvPr>
        </p:nvGraphicFramePr>
        <p:xfrm>
          <a:off x="5591736" y="2002932"/>
          <a:ext cx="5348880" cy="306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159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EFF99-9542-4C7F-7F30-B2933BE9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08FC03-0D94-E3BF-B43E-9AEB2C9D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ITUK Oil Purchases Jan 2025 to July 2026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479B39-01F9-62EC-424A-AC085BFB1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621038"/>
              </p:ext>
            </p:extLst>
          </p:nvPr>
        </p:nvGraphicFramePr>
        <p:xfrm>
          <a:off x="2342388" y="1014964"/>
          <a:ext cx="7548727" cy="5755140"/>
        </p:xfrm>
        <a:graphic>
          <a:graphicData uri="http://schemas.openxmlformats.org/drawingml/2006/table">
            <a:tbl>
              <a:tblPr/>
              <a:tblGrid>
                <a:gridCol w="512476">
                  <a:extLst>
                    <a:ext uri="{9D8B030D-6E8A-4147-A177-3AD203B41FA5}">
                      <a16:colId xmlns:a16="http://schemas.microsoft.com/office/drawing/2014/main" val="3189982573"/>
                    </a:ext>
                  </a:extLst>
                </a:gridCol>
                <a:gridCol w="711469">
                  <a:extLst>
                    <a:ext uri="{9D8B030D-6E8A-4147-A177-3AD203B41FA5}">
                      <a16:colId xmlns:a16="http://schemas.microsoft.com/office/drawing/2014/main" val="2502738678"/>
                    </a:ext>
                  </a:extLst>
                </a:gridCol>
                <a:gridCol w="1853636">
                  <a:extLst>
                    <a:ext uri="{9D8B030D-6E8A-4147-A177-3AD203B41FA5}">
                      <a16:colId xmlns:a16="http://schemas.microsoft.com/office/drawing/2014/main" val="1780398169"/>
                    </a:ext>
                  </a:extLst>
                </a:gridCol>
                <a:gridCol w="708743">
                  <a:extLst>
                    <a:ext uri="{9D8B030D-6E8A-4147-A177-3AD203B41FA5}">
                      <a16:colId xmlns:a16="http://schemas.microsoft.com/office/drawing/2014/main" val="375635211"/>
                    </a:ext>
                  </a:extLst>
                </a:gridCol>
                <a:gridCol w="1101277">
                  <a:extLst>
                    <a:ext uri="{9D8B030D-6E8A-4147-A177-3AD203B41FA5}">
                      <a16:colId xmlns:a16="http://schemas.microsoft.com/office/drawing/2014/main" val="2869832931"/>
                    </a:ext>
                  </a:extLst>
                </a:gridCol>
                <a:gridCol w="818394">
                  <a:extLst>
                    <a:ext uri="{9D8B030D-6E8A-4147-A177-3AD203B41FA5}">
                      <a16:colId xmlns:a16="http://schemas.microsoft.com/office/drawing/2014/main" val="3112179324"/>
                    </a:ext>
                  </a:extLst>
                </a:gridCol>
                <a:gridCol w="556091">
                  <a:extLst>
                    <a:ext uri="{9D8B030D-6E8A-4147-A177-3AD203B41FA5}">
                      <a16:colId xmlns:a16="http://schemas.microsoft.com/office/drawing/2014/main" val="210295880"/>
                    </a:ext>
                  </a:extLst>
                </a:gridCol>
                <a:gridCol w="556091">
                  <a:extLst>
                    <a:ext uri="{9D8B030D-6E8A-4147-A177-3AD203B41FA5}">
                      <a16:colId xmlns:a16="http://schemas.microsoft.com/office/drawing/2014/main" val="307835370"/>
                    </a:ext>
                  </a:extLst>
                </a:gridCol>
                <a:gridCol w="730550">
                  <a:extLst>
                    <a:ext uri="{9D8B030D-6E8A-4147-A177-3AD203B41FA5}">
                      <a16:colId xmlns:a16="http://schemas.microsoft.com/office/drawing/2014/main" val="3249216739"/>
                    </a:ext>
                  </a:extLst>
                </a:gridCol>
              </a:tblGrid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Supplier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P/N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Cost Per Ltr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Sales Quantity (Ltr)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Sales Method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2025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2026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6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66617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1884059120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ATF DEXRON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6.26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7633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1884059130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ATF DEXRON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0491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ISU1908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BRAKE FLUID 1 LITRE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746122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ISU1386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DELO GOLD ULTRA E 15W40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130545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ISU1385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DELO GOLD ULTRA E 15W40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80721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ISU1387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DELO GOLD ULTRA E 15W40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x 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723928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ISU1392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DELO STARPLEX EP2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x 0.4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1368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1668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52882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ISU1406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HAV XTENDED LIFE COOLANT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2.11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30339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ISU1403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HAVOLINE MULTI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546692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ISU1396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HAVOLINE PRO DS M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3744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3952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00436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ISU1478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HAVOLINE PRO DS M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x 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35918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1884053350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LLC;4L TYPE 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15.26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53177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ISU1378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RANDO HD 46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1.72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7856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ISU1377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RANDO HD 46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2.49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50712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ISU1432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STARPLEX EP2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x 0.4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1584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2985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27307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ISU1482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ATF HD 389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3.32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00622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ISU1484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ATF HD 389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53395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ISU1481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ATF HD 389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 x1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6592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ISU1379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RDS 10W40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2.91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37024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21008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58032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23360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ISU1370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RDS 10W40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2.79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20629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8932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29561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0956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ISU1380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RDS 10W40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3.29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12600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1003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ISU1381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RDS 10W40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x 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13940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68217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ISU1371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RDS10W40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57212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ISU1422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XLE 10W30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61976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ISU1476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XSP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1735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3715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491295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ISU1475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XSP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3.47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394417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ISU1474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XSP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2288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1456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3744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449932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ISU1666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XSP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505340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ISU1473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400 XSP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3.5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045802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ISU1420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DELO SYN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6.71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1248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727143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ISU2906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EGX ANTIFREEZE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730779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ISU2907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EGX ANTIFREEZE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62677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ISU1493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 OIL GL 80w90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838499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ISU1443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 OIL GL 80w90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3.79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96925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ISU1490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 OIL GL 80w90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2912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0711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ISU1439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 OIL GL 80w90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3.77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55846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ISU1391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GEARTEX EP 85W90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2.81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996836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ISU1404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GEARTEX EP 85W90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2.91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20964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ISU1399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HAV ENERGY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677938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ISU1369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HAV PRODS M 5W30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3.61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642198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ISU1977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HAV PRODS P 0W30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4.86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23149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ISU1982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HAV PRODS P 0W30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4.86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Direct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689261"/>
                  </a:ext>
                </a:extLst>
              </a:tr>
              <a:tr h="1213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Chevron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ISU1980 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TX HAV PRODS V 0W30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3.4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Packaged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5972" marR="5972" marT="5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988704"/>
                  </a:ext>
                </a:extLst>
              </a:tr>
              <a:tr h="12771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109,115 </a:t>
                      </a: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55,807 </a:t>
                      </a: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      164,922 </a:t>
                      </a:r>
                    </a:p>
                  </a:txBody>
                  <a:tcPr marL="5972" marR="5972" marT="5972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17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563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6697-6168-7FAB-C71D-4223033B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9A0EEA-491D-6EA6-DC24-EAB317951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ITUK Questionnaire Responses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6E2A02-CC62-C980-BA4C-ECB12F2AA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52520"/>
              </p:ext>
            </p:extLst>
          </p:nvPr>
        </p:nvGraphicFramePr>
        <p:xfrm>
          <a:off x="454152" y="1160397"/>
          <a:ext cx="5641848" cy="5238861"/>
        </p:xfrm>
        <a:graphic>
          <a:graphicData uri="http://schemas.openxmlformats.org/drawingml/2006/table">
            <a:tbl>
              <a:tblPr/>
              <a:tblGrid>
                <a:gridCol w="715963">
                  <a:extLst>
                    <a:ext uri="{9D8B030D-6E8A-4147-A177-3AD203B41FA5}">
                      <a16:colId xmlns:a16="http://schemas.microsoft.com/office/drawing/2014/main" val="2933536986"/>
                    </a:ext>
                  </a:extLst>
                </a:gridCol>
                <a:gridCol w="186337">
                  <a:extLst>
                    <a:ext uri="{9D8B030D-6E8A-4147-A177-3AD203B41FA5}">
                      <a16:colId xmlns:a16="http://schemas.microsoft.com/office/drawing/2014/main" val="3743956261"/>
                    </a:ext>
                  </a:extLst>
                </a:gridCol>
                <a:gridCol w="2359124">
                  <a:extLst>
                    <a:ext uri="{9D8B030D-6E8A-4147-A177-3AD203B41FA5}">
                      <a16:colId xmlns:a16="http://schemas.microsoft.com/office/drawing/2014/main" val="3353153473"/>
                    </a:ext>
                  </a:extLst>
                </a:gridCol>
                <a:gridCol w="1978088">
                  <a:extLst>
                    <a:ext uri="{9D8B030D-6E8A-4147-A177-3AD203B41FA5}">
                      <a16:colId xmlns:a16="http://schemas.microsoft.com/office/drawing/2014/main" val="3411883536"/>
                    </a:ext>
                  </a:extLst>
                </a:gridCol>
                <a:gridCol w="402336">
                  <a:extLst>
                    <a:ext uri="{9D8B030D-6E8A-4147-A177-3AD203B41FA5}">
                      <a16:colId xmlns:a16="http://schemas.microsoft.com/office/drawing/2014/main" val="917310171"/>
                    </a:ext>
                  </a:extLst>
                </a:gridCol>
              </a:tblGrid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Questions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Answers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Priority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671710"/>
                  </a:ext>
                </a:extLst>
              </a:tr>
              <a:tr h="3937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Product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brand do you use for engine oil?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CHEVRON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775003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packaging size do you purchase?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1L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4L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20L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200L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・1000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L(IBC)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Others ( BULK)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07473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is the API/ACEA grade of your oil?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82919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  E6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</a:rPr>
                        <a:t>・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E7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</a:rPr>
                        <a:t>・ E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</a:rPr>
                        <a:t>・ E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</a:rPr>
                        <a:t>・ Others (E8)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430777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is the SAE viscosity of your engine oil?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5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W-30 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</a:rPr>
                        <a:t>・ 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10W-30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10W-40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15W-40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Others (80w90 85w140)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92908"/>
                  </a:ext>
                </a:extLst>
              </a:tr>
              <a:tr h="4103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Do you usually purchase lubricants  from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foreign countries or domestic market?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From foreign countries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33950"/>
                  </a:ext>
                </a:extLst>
              </a:tr>
              <a:tr h="447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Price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much is the purchasing cost?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</a:b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 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Please input the package size, too.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Varies By product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74128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Is your engine oil competitive price?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   Yes vs OE suppliers (shell etc) but not vs UK based blenders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075144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(are you satisfied with the cost of E/O?)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191183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Distribution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From who do you purchase? (supplier/brand)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Chevron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889017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is the sales channel of yourself?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Workshop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・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Counter sales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959318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Delivery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long is the delivery LT of your SPLR?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5 Working Days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701600"/>
                  </a:ext>
                </a:extLst>
              </a:tr>
              <a:tr h="3313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much is the MOQ of your SPLR?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No MOQ, must be ordered in package size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580456"/>
                  </a:ext>
                </a:extLst>
              </a:tr>
              <a:tr h="231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Are you satisfied with the current LT and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MOQ?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LT : 5             MOQ : 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67239"/>
                  </a:ext>
                </a:extLst>
              </a:tr>
              <a:tr h="5301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Promotion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kind of marketing support do you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get from your supplier?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Marketing funds £5,000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823071"/>
                  </a:ext>
                </a:extLst>
              </a:tr>
              <a:tr h="4473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Do you get facility support from your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supplier?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3355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4197E-1884-DD31-E92F-A08B647F6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217424"/>
              </p:ext>
            </p:extLst>
          </p:nvPr>
        </p:nvGraphicFramePr>
        <p:xfrm>
          <a:off x="6345936" y="1160397"/>
          <a:ext cx="5641848" cy="5287828"/>
        </p:xfrm>
        <a:graphic>
          <a:graphicData uri="http://schemas.openxmlformats.org/drawingml/2006/table">
            <a:tbl>
              <a:tblPr/>
              <a:tblGrid>
                <a:gridCol w="995363">
                  <a:extLst>
                    <a:ext uri="{9D8B030D-6E8A-4147-A177-3AD203B41FA5}">
                      <a16:colId xmlns:a16="http://schemas.microsoft.com/office/drawing/2014/main" val="251982810"/>
                    </a:ext>
                  </a:extLst>
                </a:gridCol>
                <a:gridCol w="209550">
                  <a:extLst>
                    <a:ext uri="{9D8B030D-6E8A-4147-A177-3AD203B41FA5}">
                      <a16:colId xmlns:a16="http://schemas.microsoft.com/office/drawing/2014/main" val="2680999738"/>
                    </a:ext>
                  </a:extLst>
                </a:gridCol>
                <a:gridCol w="1983127">
                  <a:extLst>
                    <a:ext uri="{9D8B030D-6E8A-4147-A177-3AD203B41FA5}">
                      <a16:colId xmlns:a16="http://schemas.microsoft.com/office/drawing/2014/main" val="2762399446"/>
                    </a:ext>
                  </a:extLst>
                </a:gridCol>
                <a:gridCol w="1996608">
                  <a:extLst>
                    <a:ext uri="{9D8B030D-6E8A-4147-A177-3AD203B41FA5}">
                      <a16:colId xmlns:a16="http://schemas.microsoft.com/office/drawing/2014/main" val="238391221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40217282"/>
                    </a:ext>
                  </a:extLst>
                </a:gridCol>
              </a:tblGrid>
              <a:tr h="2305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Category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Questions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Answers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Priority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819141"/>
                  </a:ext>
                </a:extLst>
              </a:tr>
              <a:tr h="3419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Demand/</a:t>
                      </a:r>
                      <a:b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Needs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much volume of engine oil do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you purchase per one year?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Total vol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：151,156L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37299"/>
                  </a:ext>
                </a:extLst>
              </a:tr>
              <a:tr h="2305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 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Only ISUZU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：4,500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192668"/>
                  </a:ext>
                </a:extLst>
              </a:tr>
              <a:tr h="35022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Current Contract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Do you have Existing contract with oil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suppliers?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613744"/>
                  </a:ext>
                </a:extLst>
              </a:tr>
              <a:tr h="1855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Exclusive or non-exclusive 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Non-exclusive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77528"/>
                  </a:ext>
                </a:extLst>
              </a:tr>
              <a:tr h="3502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Are you a exclusive distributor of 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oil manufacturers?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858468"/>
                  </a:ext>
                </a:extLst>
              </a:tr>
              <a:tr h="4446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Business Matter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is the challenges for you to sell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lubricants 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Cost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008427"/>
                  </a:ext>
                </a:extLst>
              </a:tr>
              <a:tr h="6587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many brand do you have in your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dealer?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What percentage does Isuzu account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for within that?</a:t>
                      </a:r>
                      <a:b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Which brand is your main brand?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2 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Brands</a:t>
                      </a:r>
                      <a:b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ISUZU accounts for 5%  within that.</a:t>
                      </a:r>
                      <a:b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</a:b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  Main brand :  </a:t>
                      </a:r>
                      <a:r>
                        <a:rPr lang="en-GB" sz="900" b="0" i="0" u="sng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Chevron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87308"/>
                  </a:ext>
                </a:extLst>
              </a:tr>
              <a:tr h="2140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Would you be interested in selling 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Isuzu Genuine Oil?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52686"/>
                  </a:ext>
                </a:extLst>
              </a:tr>
              <a:tr h="185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How much do you think the added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value of ISUZU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  </a:t>
                      </a:r>
                      <a:r>
                        <a:rPr lang="en-GB" sz="10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+ 5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%  than current supplier brand oil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255279"/>
                  </a:ext>
                </a:extLst>
              </a:tr>
              <a:tr h="185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Brand is 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293215"/>
                  </a:ext>
                </a:extLst>
              </a:tr>
              <a:tr h="4078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Are you interested in lubricants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centralized purchasing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●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744946"/>
                  </a:ext>
                </a:extLst>
              </a:tr>
              <a:tr h="4078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Is it possible for you to switch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suppliers?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Yes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564864"/>
                  </a:ext>
                </a:extLst>
              </a:tr>
              <a:tr h="4078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Do you have any difficulty for wasted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oil disposal?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887033"/>
                  </a:ext>
                </a:extLst>
              </a:tr>
              <a:tr h="51051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Could you please tell us the person in </a:t>
                      </a:r>
                    </a:p>
                    <a:p>
                      <a:pPr algn="l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charge of lubricants business?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JP"/>
                        </a:rPr>
                        <a:t>　</a:t>
                      </a: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Mr. James Marsh </a:t>
                      </a:r>
                      <a:r>
                        <a:rPr lang="en-GB" sz="900" b="0" i="0" u="sng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                                                                                  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728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95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C5BB-B8E3-107E-6562-BB217AEF0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D7B011-E928-CC0A-EB66-B9872C97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ITUK Assessment Centralised Lubricants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14A1408-17CD-1D1A-D0A4-090C9739FD2F}"/>
              </a:ext>
            </a:extLst>
          </p:cNvPr>
          <p:cNvSpPr/>
          <p:nvPr/>
        </p:nvSpPr>
        <p:spPr>
          <a:xfrm>
            <a:off x="969263" y="2176271"/>
            <a:ext cx="3182775" cy="501491"/>
          </a:xfrm>
          <a:prstGeom prst="roundRect">
            <a:avLst>
              <a:gd name="adj" fmla="val 17778"/>
            </a:avLst>
          </a:prstGeom>
          <a:solidFill>
            <a:srgbClr val="21585A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8F87DEF-613E-3BCA-976C-AE51E652EDFD}"/>
              </a:ext>
            </a:extLst>
          </p:cNvPr>
          <p:cNvSpPr/>
          <p:nvPr/>
        </p:nvSpPr>
        <p:spPr>
          <a:xfrm>
            <a:off x="1142999" y="2331719"/>
            <a:ext cx="2817539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 fit</a:t>
            </a:r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E9751CF-12C3-F2D8-4178-B5C6C1357438}"/>
              </a:ext>
            </a:extLst>
          </p:cNvPr>
          <p:cNvSpPr/>
          <p:nvPr/>
        </p:nvSpPr>
        <p:spPr>
          <a:xfrm>
            <a:off x="4590287" y="2176271"/>
            <a:ext cx="3182775" cy="501491"/>
          </a:xfrm>
          <a:prstGeom prst="roundRect">
            <a:avLst>
              <a:gd name="adj" fmla="val 17778"/>
            </a:avLst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2AB8096-8143-1DB9-EED5-1D35B7A12E6A}"/>
              </a:ext>
            </a:extLst>
          </p:cNvPr>
          <p:cNvSpPr/>
          <p:nvPr/>
        </p:nvSpPr>
        <p:spPr>
          <a:xfrm>
            <a:off x="4764023" y="2331719"/>
            <a:ext cx="2817539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Needs confirmation</a:t>
            </a:r>
            <a:endParaRPr lang="en-US" sz="12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5DCC338E-85EB-9E70-D00A-5872B0E8B2B3}"/>
              </a:ext>
            </a:extLst>
          </p:cNvPr>
          <p:cNvSpPr/>
          <p:nvPr/>
        </p:nvSpPr>
        <p:spPr>
          <a:xfrm>
            <a:off x="8229599" y="2176271"/>
            <a:ext cx="3182775" cy="501491"/>
          </a:xfrm>
          <a:prstGeom prst="roundRect">
            <a:avLst>
              <a:gd name="adj" fmla="val 17778"/>
            </a:avLst>
          </a:prstGeom>
          <a:solidFill>
            <a:srgbClr val="B5091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3114150-D30C-C263-A642-88D1C5F1D3DB}"/>
              </a:ext>
            </a:extLst>
          </p:cNvPr>
          <p:cNvSpPr/>
          <p:nvPr/>
        </p:nvSpPr>
        <p:spPr>
          <a:xfrm>
            <a:off x="8403335" y="2331719"/>
            <a:ext cx="2817539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Potential concern</a:t>
            </a:r>
            <a:endParaRPr lang="en-US" sz="12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F5A0F39E-E3DB-1851-7310-DFC53C7464FD}"/>
              </a:ext>
            </a:extLst>
          </p:cNvPr>
          <p:cNvSpPr/>
          <p:nvPr/>
        </p:nvSpPr>
        <p:spPr>
          <a:xfrm>
            <a:off x="1106424" y="2980944"/>
            <a:ext cx="93918" cy="100298"/>
          </a:xfrm>
          <a:prstGeom prst="ellipse">
            <a:avLst/>
          </a:prstGeom>
          <a:solidFill>
            <a:srgbClr val="21585A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4CEC293-3422-6262-6535-87185B46462B}"/>
              </a:ext>
            </a:extLst>
          </p:cNvPr>
          <p:cNvSpPr/>
          <p:nvPr/>
        </p:nvSpPr>
        <p:spPr>
          <a:xfrm>
            <a:off x="1271016" y="2907792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High stated interest in centralized lubricants purchasing.</a:t>
            </a:r>
            <a:endParaRPr lang="en-US" sz="12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DDDE8B56-5E49-086C-4CC7-1E52F81B6E7B}"/>
              </a:ext>
            </a:extLst>
          </p:cNvPr>
          <p:cNvSpPr/>
          <p:nvPr/>
        </p:nvSpPr>
        <p:spPr>
          <a:xfrm>
            <a:off x="1106424" y="3511296"/>
            <a:ext cx="93918" cy="100298"/>
          </a:xfrm>
          <a:prstGeom prst="ellipse">
            <a:avLst/>
          </a:prstGeom>
          <a:solidFill>
            <a:srgbClr val="21585A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D325E251-B19F-B098-7816-AB1F8E6BB7D8}"/>
              </a:ext>
            </a:extLst>
          </p:cNvPr>
          <p:cNvSpPr/>
          <p:nvPr/>
        </p:nvSpPr>
        <p:spPr>
          <a:xfrm>
            <a:off x="1271016" y="3438144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No existing exclusive supply contract.</a:t>
            </a:r>
            <a:endParaRPr lang="en-US" sz="12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AD2993C0-3668-BDBC-2FE3-6F8788717592}"/>
              </a:ext>
            </a:extLst>
          </p:cNvPr>
          <p:cNvSpPr/>
          <p:nvPr/>
        </p:nvSpPr>
        <p:spPr>
          <a:xfrm>
            <a:off x="1106424" y="4041648"/>
            <a:ext cx="93918" cy="100298"/>
          </a:xfrm>
          <a:prstGeom prst="ellipse">
            <a:avLst/>
          </a:prstGeom>
          <a:solidFill>
            <a:srgbClr val="21585A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9CC648C-CB08-F48E-2687-021BEF0D7D70}"/>
              </a:ext>
            </a:extLst>
          </p:cNvPr>
          <p:cNvSpPr/>
          <p:nvPr/>
        </p:nvSpPr>
        <p:spPr>
          <a:xfrm>
            <a:off x="1271016" y="3968496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Supplier switch is possible.</a:t>
            </a:r>
            <a:endParaRPr lang="en-US" sz="120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83D99918-C978-4A86-871C-88E60AB600FC}"/>
              </a:ext>
            </a:extLst>
          </p:cNvPr>
          <p:cNvSpPr/>
          <p:nvPr/>
        </p:nvSpPr>
        <p:spPr>
          <a:xfrm>
            <a:off x="1106424" y="4572000"/>
            <a:ext cx="93918" cy="100298"/>
          </a:xfrm>
          <a:prstGeom prst="ellipse">
            <a:avLst/>
          </a:prstGeom>
          <a:solidFill>
            <a:srgbClr val="21585A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4F27E635-92FE-373D-45E0-AD73626EF046}"/>
              </a:ext>
            </a:extLst>
          </p:cNvPr>
          <p:cNvSpPr/>
          <p:nvPr/>
        </p:nvSpPr>
        <p:spPr>
          <a:xfrm>
            <a:off x="1271016" y="4498848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Clear engine oil volume base for negotiation.</a:t>
            </a:r>
            <a:endParaRPr lang="en-US" sz="1200" dirty="0"/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1DD07FFC-AC5C-2B78-7997-3A7CFE8D5238}"/>
              </a:ext>
            </a:extLst>
          </p:cNvPr>
          <p:cNvSpPr/>
          <p:nvPr/>
        </p:nvSpPr>
        <p:spPr>
          <a:xfrm>
            <a:off x="4727448" y="2980944"/>
            <a:ext cx="93918" cy="100298"/>
          </a:xfrm>
          <a:prstGeom prst="ellipse">
            <a:avLst/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1" name="Text 21">
            <a:extLst>
              <a:ext uri="{FF2B5EF4-FFF2-40B4-BE49-F238E27FC236}">
                <a16:creationId xmlns:a16="http://schemas.microsoft.com/office/drawing/2014/main" id="{5E6274A6-9765-2AFD-490F-7BD3E03D8EE5}"/>
              </a:ext>
            </a:extLst>
          </p:cNvPr>
          <p:cNvSpPr/>
          <p:nvPr/>
        </p:nvSpPr>
        <p:spPr>
          <a:xfrm>
            <a:off x="4892040" y="2907792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Landed cost versus Chevron and UK-based blenders.</a:t>
            </a:r>
            <a:endParaRPr lang="en-US" sz="12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EF1549F4-E00B-1769-EA67-C8D4113847B8}"/>
              </a:ext>
            </a:extLst>
          </p:cNvPr>
          <p:cNvSpPr/>
          <p:nvPr/>
        </p:nvSpPr>
        <p:spPr>
          <a:xfrm>
            <a:off x="4727448" y="3511296"/>
            <a:ext cx="93918" cy="100298"/>
          </a:xfrm>
          <a:prstGeom prst="ellipse">
            <a:avLst/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461BD5A-1AC4-B322-42D4-A391705BB8A3}"/>
              </a:ext>
            </a:extLst>
          </p:cNvPr>
          <p:cNvSpPr/>
          <p:nvPr/>
        </p:nvSpPr>
        <p:spPr>
          <a:xfrm>
            <a:off x="4892040" y="3438144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Lead time and stock availability for UK dealers.</a:t>
            </a:r>
            <a:endParaRPr lang="en-US" sz="1200" dirty="0"/>
          </a:p>
        </p:txBody>
      </p:sp>
      <p:sp>
        <p:nvSpPr>
          <p:cNvPr id="57" name="Shape 24">
            <a:extLst>
              <a:ext uri="{FF2B5EF4-FFF2-40B4-BE49-F238E27FC236}">
                <a16:creationId xmlns:a16="http://schemas.microsoft.com/office/drawing/2014/main" id="{F8EB843A-2C02-0A60-D6B1-A59436005101}"/>
              </a:ext>
            </a:extLst>
          </p:cNvPr>
          <p:cNvSpPr/>
          <p:nvPr/>
        </p:nvSpPr>
        <p:spPr>
          <a:xfrm>
            <a:off x="4727448" y="4041648"/>
            <a:ext cx="93918" cy="100298"/>
          </a:xfrm>
          <a:prstGeom prst="ellipse">
            <a:avLst/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7C937152-7F90-EF07-7DD2-B8E3ED979CAF}"/>
              </a:ext>
            </a:extLst>
          </p:cNvPr>
          <p:cNvSpPr/>
          <p:nvPr/>
        </p:nvSpPr>
        <p:spPr>
          <a:xfrm>
            <a:off x="4892040" y="3968496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Package availability: 20 L, 208 L and 1000 L.</a:t>
            </a:r>
            <a:endParaRPr lang="en-US" sz="1200" dirty="0"/>
          </a:p>
        </p:txBody>
      </p:sp>
      <p:sp>
        <p:nvSpPr>
          <p:cNvPr id="61" name="Shape 26">
            <a:extLst>
              <a:ext uri="{FF2B5EF4-FFF2-40B4-BE49-F238E27FC236}">
                <a16:creationId xmlns:a16="http://schemas.microsoft.com/office/drawing/2014/main" id="{432C4278-BE7B-D5E3-C07B-27EF0175907D}"/>
              </a:ext>
            </a:extLst>
          </p:cNvPr>
          <p:cNvSpPr/>
          <p:nvPr/>
        </p:nvSpPr>
        <p:spPr>
          <a:xfrm>
            <a:off x="4727448" y="4572000"/>
            <a:ext cx="93918" cy="100298"/>
          </a:xfrm>
          <a:prstGeom prst="ellipse">
            <a:avLst/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EE0F1EF8-ADFB-624C-6744-4B11F647C7CA}"/>
              </a:ext>
            </a:extLst>
          </p:cNvPr>
          <p:cNvSpPr/>
          <p:nvPr/>
        </p:nvSpPr>
        <p:spPr>
          <a:xfrm>
            <a:off x="4892040" y="4498848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Marketing funds and facility support.</a:t>
            </a:r>
            <a:endParaRPr lang="en-US" sz="1200" dirty="0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5D19AB5D-66E4-884D-8375-E568CA4B1564}"/>
              </a:ext>
            </a:extLst>
          </p:cNvPr>
          <p:cNvSpPr/>
          <p:nvPr/>
        </p:nvSpPr>
        <p:spPr>
          <a:xfrm>
            <a:off x="8366760" y="2980944"/>
            <a:ext cx="93918" cy="10029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7" name="Text 29">
            <a:extLst>
              <a:ext uri="{FF2B5EF4-FFF2-40B4-BE49-F238E27FC236}">
                <a16:creationId xmlns:a16="http://schemas.microsoft.com/office/drawing/2014/main" id="{47D5EB85-CF16-F670-4728-EE758A03F8A4}"/>
              </a:ext>
            </a:extLst>
          </p:cNvPr>
          <p:cNvSpPr/>
          <p:nvPr/>
        </p:nvSpPr>
        <p:spPr>
          <a:xfrm>
            <a:off x="8531352" y="2907792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Current service is only a few days lead time.</a:t>
            </a:r>
            <a:endParaRPr lang="en-US" sz="1200" dirty="0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1266F2A0-5AFB-247C-E6EE-172649B12806}"/>
              </a:ext>
            </a:extLst>
          </p:cNvPr>
          <p:cNvSpPr/>
          <p:nvPr/>
        </p:nvSpPr>
        <p:spPr>
          <a:xfrm>
            <a:off x="8366760" y="3511296"/>
            <a:ext cx="93918" cy="10029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57AA50BA-5A84-3E63-0D04-E0B6D770ECD7}"/>
              </a:ext>
            </a:extLst>
          </p:cNvPr>
          <p:cNvSpPr/>
          <p:nvPr/>
        </p:nvSpPr>
        <p:spPr>
          <a:xfrm>
            <a:off x="8531352" y="3438144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Storage and warehouse impact if MOQ increases.</a:t>
            </a:r>
            <a:endParaRPr lang="en-US" sz="1200" dirty="0"/>
          </a:p>
        </p:txBody>
      </p:sp>
      <p:sp>
        <p:nvSpPr>
          <p:cNvPr id="73" name="Shape 32">
            <a:extLst>
              <a:ext uri="{FF2B5EF4-FFF2-40B4-BE49-F238E27FC236}">
                <a16:creationId xmlns:a16="http://schemas.microsoft.com/office/drawing/2014/main" id="{9EA49455-14F1-6BC9-19DC-D3282420D53A}"/>
              </a:ext>
            </a:extLst>
          </p:cNvPr>
          <p:cNvSpPr/>
          <p:nvPr/>
        </p:nvSpPr>
        <p:spPr>
          <a:xfrm>
            <a:off x="8366760" y="4041648"/>
            <a:ext cx="93918" cy="10029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67A832EF-D3E6-623F-4BDE-B713E0D3B3F6}"/>
              </a:ext>
            </a:extLst>
          </p:cNvPr>
          <p:cNvSpPr/>
          <p:nvPr/>
        </p:nvSpPr>
        <p:spPr>
          <a:xfrm>
            <a:off x="8531352" y="3968496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Risk of dealer resistance if cost or packaging worsens.</a:t>
            </a:r>
            <a:endParaRPr lang="en-US" sz="1200" dirty="0"/>
          </a:p>
        </p:txBody>
      </p:sp>
      <p:sp>
        <p:nvSpPr>
          <p:cNvPr id="77" name="Shape 34">
            <a:extLst>
              <a:ext uri="{FF2B5EF4-FFF2-40B4-BE49-F238E27FC236}">
                <a16:creationId xmlns:a16="http://schemas.microsoft.com/office/drawing/2014/main" id="{7ED8F648-4068-0C81-0D05-E66D85240F12}"/>
              </a:ext>
            </a:extLst>
          </p:cNvPr>
          <p:cNvSpPr/>
          <p:nvPr/>
        </p:nvSpPr>
        <p:spPr>
          <a:xfrm>
            <a:off x="8366760" y="4572000"/>
            <a:ext cx="93918" cy="100298"/>
          </a:xfrm>
          <a:prstGeom prst="ellipse">
            <a:avLst/>
          </a:prstGeom>
          <a:solidFill>
            <a:srgbClr val="B5091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79" name="Text 35">
            <a:extLst>
              <a:ext uri="{FF2B5EF4-FFF2-40B4-BE49-F238E27FC236}">
                <a16:creationId xmlns:a16="http://schemas.microsoft.com/office/drawing/2014/main" id="{2E69343A-ED48-D550-4C69-E6895707FAB8}"/>
              </a:ext>
            </a:extLst>
          </p:cNvPr>
          <p:cNvSpPr/>
          <p:nvPr/>
        </p:nvSpPr>
        <p:spPr>
          <a:xfrm>
            <a:off x="8531352" y="4498848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Product mapping across engine oil, ATF, gear oil and coolant.</a:t>
            </a:r>
            <a:endParaRPr lang="en-US" sz="1200" dirty="0"/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DA51EB79-1713-D758-2272-C6F50E56BA29}"/>
              </a:ext>
            </a:extLst>
          </p:cNvPr>
          <p:cNvSpPr/>
          <p:nvPr/>
        </p:nvSpPr>
        <p:spPr>
          <a:xfrm>
            <a:off x="4727448" y="5002054"/>
            <a:ext cx="93918" cy="100298"/>
          </a:xfrm>
          <a:prstGeom prst="ellipse">
            <a:avLst/>
          </a:prstGeom>
          <a:solidFill>
            <a:srgbClr val="FDD34E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614FC2E7-637A-165E-CC90-D79372A2B128}"/>
              </a:ext>
            </a:extLst>
          </p:cNvPr>
          <p:cNvSpPr/>
          <p:nvPr/>
        </p:nvSpPr>
        <p:spPr>
          <a:xfrm>
            <a:off x="4892040" y="4928902"/>
            <a:ext cx="27340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252B"/>
                </a:solidFill>
              </a:rPr>
              <a:t>Delivery method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257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66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410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DA5AE"/>
    </a:custClr>
    <a:custClr name="Dark Grey 80">
      <a:srgbClr val="5D6874"/>
    </a:custClr>
    <a:custClr name="Dark Red 80">
      <a:srgbClr val="C43A4C"/>
    </a:custClr>
    <a:custClr name="Dark Blue 80">
      <a:srgbClr val="335183"/>
    </a:custClr>
    <a:custClr name="Dark Green 80">
      <a:srgbClr val="4D797B"/>
    </a:custClr>
    <a:custClr name="Dark Orange 80">
      <a:srgbClr val="E5814A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3AAB3"/>
    </a:custClr>
    <a:custClr name="Dark Grey 75">
      <a:srgbClr val="67717C"/>
    </a:custClr>
    <a:custClr name="Dark Red 75">
      <a:srgbClr val="C74657"/>
    </a:custClr>
    <a:custClr name="Dark Blue 75">
      <a:srgbClr val="405C8B"/>
    </a:custClr>
    <a:custClr name="Dark Green 75">
      <a:srgbClr val="588283"/>
    </a:custClr>
    <a:custClr name="Dark Orange 75">
      <a:srgbClr val="E78955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BC2"/>
    </a:custClr>
    <a:custClr name="Dark Grey 60">
      <a:srgbClr val="858E97"/>
    </a:custClr>
    <a:custClr name="Dark Red 60">
      <a:srgbClr val="D36B79"/>
    </a:custClr>
    <a:custClr name="Dark Blue 60">
      <a:srgbClr val="667DA2"/>
    </a:custClr>
    <a:custClr name="Dark Green 60">
      <a:srgbClr val="7A9B9C"/>
    </a:custClr>
    <a:custClr name="Dark Orange 60">
      <a:srgbClr val="ECA17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GROUP PPT Template_JPN_202410.pptx" id="{DAFEDCD1-E6D8-4F1D-B930-9B1B06933545}" vid="{3F159DE2-77F8-4152-B7E9-A68242AE273D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B5BDE85556624BBCE99F7B4FD8D8C6" ma:contentTypeVersion="11" ma:contentTypeDescription="新しいドキュメントを作成します。" ma:contentTypeScope="" ma:versionID="473a36a0b428684d82675f04cea60e8e">
  <xsd:schema xmlns:xsd="http://www.w3.org/2001/XMLSchema" xmlns:xs="http://www.w3.org/2001/XMLSchema" xmlns:p="http://schemas.microsoft.com/office/2006/metadata/properties" xmlns:ns2="0122b829-8724-470b-986d-098077dd34b8" xmlns:ns3="7f970a2c-e610-47a8-a2de-9982ccc31c2b" targetNamespace="http://schemas.microsoft.com/office/2006/metadata/properties" ma:root="true" ma:fieldsID="b83a5af186d86254845bbee05d537444" ns2:_="" ns3:_="">
    <xsd:import namespace="0122b829-8724-470b-986d-098077dd34b8"/>
    <xsd:import namespace="7f970a2c-e610-47a8-a2de-9982ccc31c2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2b829-8724-470b-986d-098077dd34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d78d7d5a-2c89-47bb-bda4-6ea5dbfbd4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70a2c-e610-47a8-a2de-9982ccc31c2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0b04fd0-30fc-4ef9-a654-d8c007d35bd7}" ma:internalName="TaxCatchAll" ma:showField="CatchAllData" ma:web="7f970a2c-e610-47a8-a2de-9982ccc31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22b829-8724-470b-986d-098077dd34b8">
      <Terms xmlns="http://schemas.microsoft.com/office/infopath/2007/PartnerControls"/>
    </lcf76f155ced4ddcb4097134ff3c332f>
    <TaxCatchAll xmlns="7f970a2c-e610-47a8-a2de-9982ccc31c2b" xsi:nil="true"/>
  </documentManagement>
</p:properties>
</file>

<file path=customXml/itemProps1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75695-CD55-493F-ABB2-08C81361B9AB}">
  <ds:schemaRefs>
    <ds:schemaRef ds:uri="0122b829-8724-470b-986d-098077dd34b8"/>
    <ds:schemaRef ds:uri="7f970a2c-e610-47a8-a2de-9982ccc31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383D4A-78E7-44CE-ADFC-39E7E727F4A6}">
  <ds:schemaRefs>
    <ds:schemaRef ds:uri="http://schemas.microsoft.com/office/2006/metadata/properties"/>
    <ds:schemaRef ds:uri="http://www.w3.org/XML/1998/namespace"/>
    <ds:schemaRef ds:uri="http://purl.org/dc/terms/"/>
    <ds:schemaRef ds:uri="0122b829-8724-470b-986d-098077dd34b8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7f970a2c-e610-47a8-a2de-9982ccc31c2b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GROUP PPT Template_JPN_202410</Template>
  <TotalTime>1900</TotalTime>
  <Words>1703</Words>
  <Application>Microsoft Office PowerPoint</Application>
  <PresentationFormat>Widescreen</PresentationFormat>
  <Paragraphs>638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Meiryo</vt:lpstr>
      <vt:lpstr>ＭＳ Ｐゴシック</vt:lpstr>
      <vt:lpstr>Aptos</vt:lpstr>
      <vt:lpstr>Aptos Narrow</vt:lpstr>
      <vt:lpstr>Arial</vt:lpstr>
      <vt:lpstr>Noto Sans JP</vt:lpstr>
      <vt:lpstr>Tahoma</vt:lpstr>
      <vt:lpstr>ISUZU GROUP PPT Template 202410</vt:lpstr>
      <vt:lpstr>Lubricant Project – Centralised Purchasing</vt:lpstr>
      <vt:lpstr>Summary - ITUK</vt:lpstr>
      <vt:lpstr>18-month Lubricant Sales</vt:lpstr>
      <vt:lpstr>Suppliers Chevron-Led &amp; Limited IME Lines</vt:lpstr>
      <vt:lpstr>Delivery Method and Package Size</vt:lpstr>
      <vt:lpstr>ITUK Oil Purchases Jan 2025 to July 2026</vt:lpstr>
      <vt:lpstr>ITUK Questionnaire Responses </vt:lpstr>
      <vt:lpstr>Initial ITUK Assessment Centralised Lubricants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KOSHA Presentation</dc:title>
  <dc:creator>Sakiko Ishizuka ISZJ</dc:creator>
  <cp:lastModifiedBy>Duncan Young</cp:lastModifiedBy>
  <cp:revision>6</cp:revision>
  <cp:lastPrinted>2024-10-15T01:06:05Z</cp:lastPrinted>
  <dcterms:created xsi:type="dcterms:W3CDTF">2024-11-13T15:55:57Z</dcterms:created>
  <dcterms:modified xsi:type="dcterms:W3CDTF">2026-08-12T08:44:45Z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0x01010034B5BDE85556624BBCE99F7B4FD8D8C6</vt:lpwstr>
  </property>
</Properties>
</file>