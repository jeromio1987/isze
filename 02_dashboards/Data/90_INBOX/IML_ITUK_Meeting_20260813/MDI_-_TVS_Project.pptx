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heme/theme2.xml" ContentType="application/vnd.openxmlformats-officedocument.theme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heme/theme3.xml" ContentType="application/vnd.openxmlformats-officedocument.them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59" r:id="rId5"/>
    <p:sldId id="2147483647" r:id="rId6"/>
    <p:sldId id="2147483644" r:id="rId7"/>
    <p:sldId id="2147483645" r:id="rId8"/>
    <p:sldId id="2147483643" r:id="rId9"/>
    <p:sldId id="2147483636" r:id="rId10"/>
    <p:sldId id="256" r:id="rId11"/>
    <p:sldId id="257" r:id="rId12"/>
    <p:sldId id="258" r:id="rId13"/>
    <p:sldId id="259" r:id="rId14"/>
    <p:sldId id="2147469443" r:id="rId15"/>
  </p:sldIdLst>
  <p:sldSz cx="12192000" cy="6858000"/>
  <p:notesSz cx="6858000" cy="9144000"/>
  <p:custDataLst>
    <p:tags r:id="rId18"/>
  </p:custDataLst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5C8B"/>
    <a:srgbClr val="335183"/>
    <a:srgbClr val="002564"/>
    <a:srgbClr val="595959"/>
    <a:srgbClr val="DDEBF8"/>
    <a:srgbClr val="CCCDD3"/>
    <a:srgbClr val="E8E8EB"/>
    <a:srgbClr val="ECA177"/>
    <a:srgbClr val="7A9B9C"/>
    <a:srgbClr val="667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2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can Young" userId="0d05c5b8-70c0-48c4-9720-582aed650fb7" providerId="ADAL" clId="{39B09168-2D64-4679-9209-243C3D2608B1}"/>
    <pc:docChg chg="undo custSel addSld delSld modSld sldOrd">
      <pc:chgData name="Duncan Young" userId="0d05c5b8-70c0-48c4-9720-582aed650fb7" providerId="ADAL" clId="{39B09168-2D64-4679-9209-243C3D2608B1}" dt="2026-08-11T07:42:48.750" v="992"/>
      <pc:docMkLst>
        <pc:docMk/>
      </pc:docMkLst>
      <pc:sldChg chg="addSp delSp modSp add mod">
        <pc:chgData name="Duncan Young" userId="0d05c5b8-70c0-48c4-9720-582aed650fb7" providerId="ADAL" clId="{39B09168-2D64-4679-9209-243C3D2608B1}" dt="2026-08-11T07:14:44.783" v="656" actId="20577"/>
        <pc:sldMkLst>
          <pc:docMk/>
          <pc:sldMk cId="1856661247" sldId="256"/>
        </pc:sldMkLst>
        <pc:spChg chg="mod">
          <ac:chgData name="Duncan Young" userId="0d05c5b8-70c0-48c4-9720-582aed650fb7" providerId="ADAL" clId="{39B09168-2D64-4679-9209-243C3D2608B1}" dt="2026-08-11T07:11:12.312" v="598"/>
          <ac:spMkLst>
            <pc:docMk/>
            <pc:sldMk cId="1856661247" sldId="256"/>
            <ac:spMk id="3" creationId="{16374A16-8805-D471-5993-24D32F5F6B5C}"/>
          </ac:spMkLst>
        </pc:spChg>
        <pc:spChg chg="mod">
          <ac:chgData name="Duncan Young" userId="0d05c5b8-70c0-48c4-9720-582aed650fb7" providerId="ADAL" clId="{39B09168-2D64-4679-9209-243C3D2608B1}" dt="2026-08-11T07:12:41.796" v="632" actId="20577"/>
          <ac:spMkLst>
            <pc:docMk/>
            <pc:sldMk cId="1856661247" sldId="256"/>
            <ac:spMk id="7" creationId="{2E77CE13-0564-A789-685C-48D323B694FF}"/>
          </ac:spMkLst>
        </pc:spChg>
        <pc:spChg chg="mod">
          <ac:chgData name="Duncan Young" userId="0d05c5b8-70c0-48c4-9720-582aed650fb7" providerId="ADAL" clId="{39B09168-2D64-4679-9209-243C3D2608B1}" dt="2026-08-11T07:12:12.361" v="628" actId="207"/>
          <ac:spMkLst>
            <pc:docMk/>
            <pc:sldMk cId="1856661247" sldId="256"/>
            <ac:spMk id="23" creationId="{5C0D6294-FA82-D7E6-2860-AF1206B1B1DB}"/>
          </ac:spMkLst>
        </pc:spChg>
        <pc:spChg chg="add mod">
          <ac:chgData name="Duncan Young" userId="0d05c5b8-70c0-48c4-9720-582aed650fb7" providerId="ADAL" clId="{39B09168-2D64-4679-9209-243C3D2608B1}" dt="2026-08-11T07:12:12.361" v="628" actId="207"/>
          <ac:spMkLst>
            <pc:docMk/>
            <pc:sldMk cId="1856661247" sldId="256"/>
            <ac:spMk id="25" creationId="{4756A10B-BDAA-ACF8-D41B-D654AE91C321}"/>
          </ac:spMkLst>
        </pc:spChg>
        <pc:spChg chg="mod">
          <ac:chgData name="Duncan Young" userId="0d05c5b8-70c0-48c4-9720-582aed650fb7" providerId="ADAL" clId="{39B09168-2D64-4679-9209-243C3D2608B1}" dt="2026-08-11T07:12:12.361" v="628" actId="207"/>
          <ac:spMkLst>
            <pc:docMk/>
            <pc:sldMk cId="1856661247" sldId="256"/>
            <ac:spMk id="27" creationId="{E9F9C413-7FCD-CCA7-5460-F19EC812ED03}"/>
          </ac:spMkLst>
        </pc:spChg>
        <pc:spChg chg="add mod">
          <ac:chgData name="Duncan Young" userId="0d05c5b8-70c0-48c4-9720-582aed650fb7" providerId="ADAL" clId="{39B09168-2D64-4679-9209-243C3D2608B1}" dt="2026-08-11T07:12:34.037" v="630" actId="255"/>
          <ac:spMkLst>
            <pc:docMk/>
            <pc:sldMk cId="1856661247" sldId="256"/>
            <ac:spMk id="29" creationId="{AFBE8BE9-DFE9-3FC1-BC37-121964FC14C4}"/>
          </ac:spMkLst>
        </pc:spChg>
        <pc:spChg chg="mod">
          <ac:chgData name="Duncan Young" userId="0d05c5b8-70c0-48c4-9720-582aed650fb7" providerId="ADAL" clId="{39B09168-2D64-4679-9209-243C3D2608B1}" dt="2026-08-11T07:12:12.361" v="628" actId="207"/>
          <ac:spMkLst>
            <pc:docMk/>
            <pc:sldMk cId="1856661247" sldId="256"/>
            <ac:spMk id="31" creationId="{BDA3A7E0-00B3-2FE0-DC06-8829D60CF8B3}"/>
          </ac:spMkLst>
        </pc:spChg>
        <pc:spChg chg="mod">
          <ac:chgData name="Duncan Young" userId="0d05c5b8-70c0-48c4-9720-582aed650fb7" providerId="ADAL" clId="{39B09168-2D64-4679-9209-243C3D2608B1}" dt="2026-08-11T07:13:17.051" v="634" actId="20577"/>
          <ac:spMkLst>
            <pc:docMk/>
            <pc:sldMk cId="1856661247" sldId="256"/>
            <ac:spMk id="33" creationId="{2C4B0EB5-387B-AF29-41C3-33CD1F62D9A7}"/>
          </ac:spMkLst>
        </pc:spChg>
        <pc:spChg chg="mod">
          <ac:chgData name="Duncan Young" userId="0d05c5b8-70c0-48c4-9720-582aed650fb7" providerId="ADAL" clId="{39B09168-2D64-4679-9209-243C3D2608B1}" dt="2026-08-11T07:12:06.830" v="627" actId="207"/>
          <ac:spMkLst>
            <pc:docMk/>
            <pc:sldMk cId="1856661247" sldId="256"/>
            <ac:spMk id="35" creationId="{879F94A5-2817-64C8-18FB-F5B9FF9314CA}"/>
          </ac:spMkLst>
        </pc:spChg>
        <pc:spChg chg="add mod">
          <ac:chgData name="Duncan Young" userId="0d05c5b8-70c0-48c4-9720-582aed650fb7" providerId="ADAL" clId="{39B09168-2D64-4679-9209-243C3D2608B1}" dt="2026-08-11T07:12:06.830" v="627" actId="207"/>
          <ac:spMkLst>
            <pc:docMk/>
            <pc:sldMk cId="1856661247" sldId="256"/>
            <ac:spMk id="37" creationId="{74FCBD68-CBFF-3D0E-51F0-3E0F3F3B3B7D}"/>
          </ac:spMkLst>
        </pc:spChg>
        <pc:spChg chg="add mod">
          <ac:chgData name="Duncan Young" userId="0d05c5b8-70c0-48c4-9720-582aed650fb7" providerId="ADAL" clId="{39B09168-2D64-4679-9209-243C3D2608B1}" dt="2026-08-11T07:12:06.830" v="627" actId="207"/>
          <ac:spMkLst>
            <pc:docMk/>
            <pc:sldMk cId="1856661247" sldId="256"/>
            <ac:spMk id="39" creationId="{906F7F65-D420-D82F-CDB4-076B3F3EECB6}"/>
          </ac:spMkLst>
        </pc:spChg>
        <pc:spChg chg="mod">
          <ac:chgData name="Duncan Young" userId="0d05c5b8-70c0-48c4-9720-582aed650fb7" providerId="ADAL" clId="{39B09168-2D64-4679-9209-243C3D2608B1}" dt="2026-08-11T07:12:34.037" v="630" actId="255"/>
          <ac:spMkLst>
            <pc:docMk/>
            <pc:sldMk cId="1856661247" sldId="256"/>
            <ac:spMk id="41" creationId="{65691168-75E9-EC31-D51E-35FD1DAFAF84}"/>
          </ac:spMkLst>
        </pc:spChg>
        <pc:spChg chg="mod">
          <ac:chgData name="Duncan Young" userId="0d05c5b8-70c0-48c4-9720-582aed650fb7" providerId="ADAL" clId="{39B09168-2D64-4679-9209-243C3D2608B1}" dt="2026-08-11T07:12:06.830" v="627" actId="207"/>
          <ac:spMkLst>
            <pc:docMk/>
            <pc:sldMk cId="1856661247" sldId="256"/>
            <ac:spMk id="43" creationId="{71016BC8-8224-38B6-49CB-E80519525902}"/>
          </ac:spMkLst>
        </pc:spChg>
        <pc:spChg chg="mod">
          <ac:chgData name="Duncan Young" userId="0d05c5b8-70c0-48c4-9720-582aed650fb7" providerId="ADAL" clId="{39B09168-2D64-4679-9209-243C3D2608B1}" dt="2026-08-11T07:12:06.830" v="627" actId="207"/>
          <ac:spMkLst>
            <pc:docMk/>
            <pc:sldMk cId="1856661247" sldId="256"/>
            <ac:spMk id="45" creationId="{607D6685-BF48-102F-20AF-84CE5DCB2922}"/>
          </ac:spMkLst>
        </pc:spChg>
        <pc:spChg chg="mod">
          <ac:chgData name="Duncan Young" userId="0d05c5b8-70c0-48c4-9720-582aed650fb7" providerId="ADAL" clId="{39B09168-2D64-4679-9209-243C3D2608B1}" dt="2026-08-11T07:13:36.330" v="636" actId="20577"/>
          <ac:spMkLst>
            <pc:docMk/>
            <pc:sldMk cId="1856661247" sldId="256"/>
            <ac:spMk id="47" creationId="{DF254390-4971-D3AA-B946-212774E3E5F2}"/>
          </ac:spMkLst>
        </pc:spChg>
        <pc:spChg chg="mod">
          <ac:chgData name="Duncan Young" userId="0d05c5b8-70c0-48c4-9720-582aed650fb7" providerId="ADAL" clId="{39B09168-2D64-4679-9209-243C3D2608B1}" dt="2026-08-11T07:13:54.681" v="638" actId="207"/>
          <ac:spMkLst>
            <pc:docMk/>
            <pc:sldMk cId="1856661247" sldId="256"/>
            <ac:spMk id="51" creationId="{E51BD009-1944-7294-817A-B2ED3AFB4CBC}"/>
          </ac:spMkLst>
        </pc:spChg>
        <pc:spChg chg="mod">
          <ac:chgData name="Duncan Young" userId="0d05c5b8-70c0-48c4-9720-582aed650fb7" providerId="ADAL" clId="{39B09168-2D64-4679-9209-243C3D2608B1}" dt="2026-08-11T07:13:54.681" v="638" actId="207"/>
          <ac:spMkLst>
            <pc:docMk/>
            <pc:sldMk cId="1856661247" sldId="256"/>
            <ac:spMk id="55" creationId="{66F165AC-4365-81F0-DCCC-72EFDEF2584C}"/>
          </ac:spMkLst>
        </pc:spChg>
        <pc:spChg chg="add mod">
          <ac:chgData name="Duncan Young" userId="0d05c5b8-70c0-48c4-9720-582aed650fb7" providerId="ADAL" clId="{39B09168-2D64-4679-9209-243C3D2608B1}" dt="2026-08-11T07:13:54.681" v="638" actId="207"/>
          <ac:spMkLst>
            <pc:docMk/>
            <pc:sldMk cId="1856661247" sldId="256"/>
            <ac:spMk id="57" creationId="{9DBF8CF1-35EB-51E1-C7F7-47F543F1C8B0}"/>
          </ac:spMkLst>
        </pc:spChg>
        <pc:spChg chg="add mod">
          <ac:chgData name="Duncan Young" userId="0d05c5b8-70c0-48c4-9720-582aed650fb7" providerId="ADAL" clId="{39B09168-2D64-4679-9209-243C3D2608B1}" dt="2026-08-11T07:14:16.824" v="642" actId="20577"/>
          <ac:spMkLst>
            <pc:docMk/>
            <pc:sldMk cId="1856661247" sldId="256"/>
            <ac:spMk id="59" creationId="{250B8C26-9D13-A190-1FD5-DC6D6EF48FEC}"/>
          </ac:spMkLst>
        </pc:spChg>
        <pc:spChg chg="mod">
          <ac:chgData name="Duncan Young" userId="0d05c5b8-70c0-48c4-9720-582aed650fb7" providerId="ADAL" clId="{39B09168-2D64-4679-9209-243C3D2608B1}" dt="2026-08-11T07:13:54.681" v="638" actId="207"/>
          <ac:spMkLst>
            <pc:docMk/>
            <pc:sldMk cId="1856661247" sldId="256"/>
            <ac:spMk id="61" creationId="{DF1867B4-2A12-697C-CBE2-0E5899427B7B}"/>
          </ac:spMkLst>
        </pc:spChg>
        <pc:spChg chg="mod">
          <ac:chgData name="Duncan Young" userId="0d05c5b8-70c0-48c4-9720-582aed650fb7" providerId="ADAL" clId="{39B09168-2D64-4679-9209-243C3D2608B1}" dt="2026-08-11T07:11:29.088" v="622" actId="1036"/>
          <ac:spMkLst>
            <pc:docMk/>
            <pc:sldMk cId="1856661247" sldId="256"/>
            <ac:spMk id="63" creationId="{2A4A756D-FD4F-733F-8C86-000A35EA3653}"/>
          </ac:spMkLst>
        </pc:spChg>
        <pc:spChg chg="add mod">
          <ac:chgData name="Duncan Young" userId="0d05c5b8-70c0-48c4-9720-582aed650fb7" providerId="ADAL" clId="{39B09168-2D64-4679-9209-243C3D2608B1}" dt="2026-08-11T07:13:54.681" v="638" actId="207"/>
          <ac:spMkLst>
            <pc:docMk/>
            <pc:sldMk cId="1856661247" sldId="256"/>
            <ac:spMk id="65" creationId="{44ACBA38-E756-73D7-50C5-FEBE623BFDCF}"/>
          </ac:spMkLst>
        </pc:spChg>
        <pc:spChg chg="add mod">
          <ac:chgData name="Duncan Young" userId="0d05c5b8-70c0-48c4-9720-582aed650fb7" providerId="ADAL" clId="{39B09168-2D64-4679-9209-243C3D2608B1}" dt="2026-08-11T07:13:54.681" v="638" actId="207"/>
          <ac:spMkLst>
            <pc:docMk/>
            <pc:sldMk cId="1856661247" sldId="256"/>
            <ac:spMk id="67" creationId="{92CC9513-F985-E975-23E2-6C51D9FF3E14}"/>
          </ac:spMkLst>
        </pc:spChg>
        <pc:spChg chg="mod">
          <ac:chgData name="Duncan Young" userId="0d05c5b8-70c0-48c4-9720-582aed650fb7" providerId="ADAL" clId="{39B09168-2D64-4679-9209-243C3D2608B1}" dt="2026-08-11T07:14:02.849" v="639" actId="255"/>
          <ac:spMkLst>
            <pc:docMk/>
            <pc:sldMk cId="1856661247" sldId="256"/>
            <ac:spMk id="69" creationId="{FB2A30C6-36B0-8433-B2BC-705D8A8B9CDE}"/>
          </ac:spMkLst>
        </pc:spChg>
        <pc:spChg chg="add mod">
          <ac:chgData name="Duncan Young" userId="0d05c5b8-70c0-48c4-9720-582aed650fb7" providerId="ADAL" clId="{39B09168-2D64-4679-9209-243C3D2608B1}" dt="2026-08-11T07:13:54.681" v="638" actId="207"/>
          <ac:spMkLst>
            <pc:docMk/>
            <pc:sldMk cId="1856661247" sldId="256"/>
            <ac:spMk id="71" creationId="{9B3D2196-57F4-D20E-0146-0045373A2253}"/>
          </ac:spMkLst>
        </pc:spChg>
        <pc:spChg chg="add mod">
          <ac:chgData name="Duncan Young" userId="0d05c5b8-70c0-48c4-9720-582aed650fb7" providerId="ADAL" clId="{39B09168-2D64-4679-9209-243C3D2608B1}" dt="2026-08-11T07:13:54.681" v="638" actId="207"/>
          <ac:spMkLst>
            <pc:docMk/>
            <pc:sldMk cId="1856661247" sldId="256"/>
            <ac:spMk id="73" creationId="{9FDC71ED-1AD0-C11E-F8B1-A135533D9101}"/>
          </ac:spMkLst>
        </pc:spChg>
        <pc:spChg chg="mod">
          <ac:chgData name="Duncan Young" userId="0d05c5b8-70c0-48c4-9720-582aed650fb7" providerId="ADAL" clId="{39B09168-2D64-4679-9209-243C3D2608B1}" dt="2026-08-11T07:11:29.088" v="622" actId="1036"/>
          <ac:spMkLst>
            <pc:docMk/>
            <pc:sldMk cId="1856661247" sldId="256"/>
            <ac:spMk id="75" creationId="{DC73AE97-9AA6-FEEF-EA9C-BA2CC14FE978}"/>
          </ac:spMkLst>
        </pc:spChg>
        <pc:spChg chg="mod">
          <ac:chgData name="Duncan Young" userId="0d05c5b8-70c0-48c4-9720-582aed650fb7" providerId="ADAL" clId="{39B09168-2D64-4679-9209-243C3D2608B1}" dt="2026-08-11T07:11:29.088" v="622" actId="1036"/>
          <ac:spMkLst>
            <pc:docMk/>
            <pc:sldMk cId="1856661247" sldId="256"/>
            <ac:spMk id="77" creationId="{0D7F3253-AA9F-26E6-9485-487F9864990F}"/>
          </ac:spMkLst>
        </pc:spChg>
        <pc:spChg chg="mod">
          <ac:chgData name="Duncan Young" userId="0d05c5b8-70c0-48c4-9720-582aed650fb7" providerId="ADAL" clId="{39B09168-2D64-4679-9209-243C3D2608B1}" dt="2026-08-11T07:14:44.783" v="656" actId="20577"/>
          <ac:spMkLst>
            <pc:docMk/>
            <pc:sldMk cId="1856661247" sldId="256"/>
            <ac:spMk id="79" creationId="{51D6A24C-5CBA-5465-7DA8-28C57B1849F4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1T07:28:58.777" v="871" actId="1035"/>
        <pc:sldMkLst>
          <pc:docMk/>
          <pc:sldMk cId="1330970995" sldId="257"/>
        </pc:sldMkLst>
        <pc:spChg chg="add mod">
          <ac:chgData name="Duncan Young" userId="0d05c5b8-70c0-48c4-9720-582aed650fb7" providerId="ADAL" clId="{39B09168-2D64-4679-9209-243C3D2608B1}" dt="2026-08-11T07:19:34.316" v="728" actId="1035"/>
          <ac:spMkLst>
            <pc:docMk/>
            <pc:sldMk cId="1330970995" sldId="257"/>
            <ac:spMk id="4" creationId="{AD57F317-46C1-61FB-4E04-9512C1C8BCB6}"/>
          </ac:spMkLst>
        </pc:spChg>
        <pc:spChg chg="add mod">
          <ac:chgData name="Duncan Young" userId="0d05c5b8-70c0-48c4-9720-582aed650fb7" providerId="ADAL" clId="{39B09168-2D64-4679-9209-243C3D2608B1}" dt="2026-08-11T07:28:58.777" v="871" actId="1035"/>
          <ac:spMkLst>
            <pc:docMk/>
            <pc:sldMk cId="1330970995" sldId="257"/>
            <ac:spMk id="6" creationId="{56924896-17F3-7BE0-388B-687AD2810399}"/>
          </ac:spMkLst>
        </pc:spChg>
        <pc:spChg chg="add mod">
          <ac:chgData name="Duncan Young" userId="0d05c5b8-70c0-48c4-9720-582aed650fb7" providerId="ADAL" clId="{39B09168-2D64-4679-9209-243C3D2608B1}" dt="2026-08-11T07:28:58.777" v="871" actId="1035"/>
          <ac:spMkLst>
            <pc:docMk/>
            <pc:sldMk cId="1330970995" sldId="257"/>
            <ac:spMk id="9" creationId="{AFE9C1C5-13D5-8A74-28DE-89CE9CC63A48}"/>
          </ac:spMkLst>
        </pc:spChg>
        <pc:spChg chg="add mod">
          <ac:chgData name="Duncan Young" userId="0d05c5b8-70c0-48c4-9720-582aed650fb7" providerId="ADAL" clId="{39B09168-2D64-4679-9209-243C3D2608B1}" dt="2026-08-11T07:28:58.777" v="871" actId="1035"/>
          <ac:spMkLst>
            <pc:docMk/>
            <pc:sldMk cId="1330970995" sldId="257"/>
            <ac:spMk id="11" creationId="{A527B519-3AA5-3111-FD15-9C221662DDEE}"/>
          </ac:spMkLst>
        </pc:spChg>
        <pc:spChg chg="add mod">
          <ac:chgData name="Duncan Young" userId="0d05c5b8-70c0-48c4-9720-582aed650fb7" providerId="ADAL" clId="{39B09168-2D64-4679-9209-243C3D2608B1}" dt="2026-08-11T07:28:58.777" v="871" actId="1035"/>
          <ac:spMkLst>
            <pc:docMk/>
            <pc:sldMk cId="1330970995" sldId="257"/>
            <ac:spMk id="13" creationId="{5507AF25-430A-B72D-163D-2B140E3DAB5A}"/>
          </ac:spMkLst>
        </pc:spChg>
        <pc:spChg chg="add mod">
          <ac:chgData name="Duncan Young" userId="0d05c5b8-70c0-48c4-9720-582aed650fb7" providerId="ADAL" clId="{39B09168-2D64-4679-9209-243C3D2608B1}" dt="2026-08-11T07:28:58.777" v="871" actId="1035"/>
          <ac:spMkLst>
            <pc:docMk/>
            <pc:sldMk cId="1330970995" sldId="257"/>
            <ac:spMk id="17" creationId="{1F50D2DE-C097-5742-5380-687BF55B09B8}"/>
          </ac:spMkLst>
        </pc:spChg>
        <pc:spChg chg="mod">
          <ac:chgData name="Duncan Young" userId="0d05c5b8-70c0-48c4-9720-582aed650fb7" providerId="ADAL" clId="{39B09168-2D64-4679-9209-243C3D2608B1}" dt="2026-08-11T07:20:36.563" v="736" actId="255"/>
          <ac:spMkLst>
            <pc:docMk/>
            <pc:sldMk cId="1330970995" sldId="257"/>
            <ac:spMk id="19" creationId="{DBFF7E51-E252-DB2B-921F-D81BEE659E4B}"/>
          </ac:spMkLst>
        </pc:spChg>
        <pc:spChg chg="mod">
          <ac:chgData name="Duncan Young" userId="0d05c5b8-70c0-48c4-9720-582aed650fb7" providerId="ADAL" clId="{39B09168-2D64-4679-9209-243C3D2608B1}" dt="2026-08-11T07:16:41.889" v="680" actId="1036"/>
          <ac:spMkLst>
            <pc:docMk/>
            <pc:sldMk cId="1330970995" sldId="257"/>
            <ac:spMk id="21" creationId="{27B4F6FD-2471-D0B9-9676-D40A76EBABA3}"/>
          </ac:spMkLst>
        </pc:spChg>
        <pc:spChg chg="mod">
          <ac:chgData name="Duncan Young" userId="0d05c5b8-70c0-48c4-9720-582aed650fb7" providerId="ADAL" clId="{39B09168-2D64-4679-9209-243C3D2608B1}" dt="2026-08-11T07:21:48.243" v="742" actId="207"/>
          <ac:spMkLst>
            <pc:docMk/>
            <pc:sldMk cId="1330970995" sldId="257"/>
            <ac:spMk id="24" creationId="{F99767D9-472B-F853-2D7A-8C3545263260}"/>
          </ac:spMkLst>
        </pc:spChg>
        <pc:spChg chg="mod">
          <ac:chgData name="Duncan Young" userId="0d05c5b8-70c0-48c4-9720-582aed650fb7" providerId="ADAL" clId="{39B09168-2D64-4679-9209-243C3D2608B1}" dt="2026-08-11T07:20:36.563" v="736" actId="255"/>
          <ac:spMkLst>
            <pc:docMk/>
            <pc:sldMk cId="1330970995" sldId="257"/>
            <ac:spMk id="28" creationId="{865F0BD8-F71C-59C1-D41E-6058BD144D3B}"/>
          </ac:spMkLst>
        </pc:spChg>
        <pc:spChg chg="mod">
          <ac:chgData name="Duncan Young" userId="0d05c5b8-70c0-48c4-9720-582aed650fb7" providerId="ADAL" clId="{39B09168-2D64-4679-9209-243C3D2608B1}" dt="2026-08-11T07:16:41.889" v="680" actId="1036"/>
          <ac:spMkLst>
            <pc:docMk/>
            <pc:sldMk cId="1330970995" sldId="257"/>
            <ac:spMk id="32" creationId="{B1C75418-7DD0-75B4-A79C-5509CE8CDF0C}"/>
          </ac:spMkLst>
        </pc:spChg>
        <pc:spChg chg="mod">
          <ac:chgData name="Duncan Young" userId="0d05c5b8-70c0-48c4-9720-582aed650fb7" providerId="ADAL" clId="{39B09168-2D64-4679-9209-243C3D2608B1}" dt="2026-08-11T07:21:48.243" v="742" actId="207"/>
          <ac:spMkLst>
            <pc:docMk/>
            <pc:sldMk cId="1330970995" sldId="257"/>
            <ac:spMk id="36" creationId="{3960FE7D-3F95-5C2C-3E7E-78994A3CC525}"/>
          </ac:spMkLst>
        </pc:spChg>
        <pc:spChg chg="mod">
          <ac:chgData name="Duncan Young" userId="0d05c5b8-70c0-48c4-9720-582aed650fb7" providerId="ADAL" clId="{39B09168-2D64-4679-9209-243C3D2608B1}" dt="2026-08-11T07:20:36.563" v="736" actId="255"/>
          <ac:spMkLst>
            <pc:docMk/>
            <pc:sldMk cId="1330970995" sldId="257"/>
            <ac:spMk id="40" creationId="{55DA7213-6A00-5D69-C395-A137E45B59D3}"/>
          </ac:spMkLst>
        </pc:spChg>
        <pc:spChg chg="mod">
          <ac:chgData name="Duncan Young" userId="0d05c5b8-70c0-48c4-9720-582aed650fb7" providerId="ADAL" clId="{39B09168-2D64-4679-9209-243C3D2608B1}" dt="2026-08-11T07:20:14.146" v="733" actId="208"/>
          <ac:spMkLst>
            <pc:docMk/>
            <pc:sldMk cId="1330970995" sldId="257"/>
            <ac:spMk id="44" creationId="{0A34C91D-DE26-D140-FDCD-385012EC16C2}"/>
          </ac:spMkLst>
        </pc:spChg>
        <pc:spChg chg="mod">
          <ac:chgData name="Duncan Young" userId="0d05c5b8-70c0-48c4-9720-582aed650fb7" providerId="ADAL" clId="{39B09168-2D64-4679-9209-243C3D2608B1}" dt="2026-08-11T07:24:37.022" v="782" actId="6549"/>
          <ac:spMkLst>
            <pc:docMk/>
            <pc:sldMk cId="1330970995" sldId="257"/>
            <ac:spMk id="48" creationId="{95C97A68-FC35-3FF6-512D-EE3C67941348}"/>
          </ac:spMkLst>
        </pc:spChg>
        <pc:spChg chg="mod">
          <ac:chgData name="Duncan Young" userId="0d05c5b8-70c0-48c4-9720-582aed650fb7" providerId="ADAL" clId="{39B09168-2D64-4679-9209-243C3D2608B1}" dt="2026-08-11T07:21:27.143" v="740" actId="208"/>
          <ac:spMkLst>
            <pc:docMk/>
            <pc:sldMk cId="1330970995" sldId="257"/>
            <ac:spMk id="52" creationId="{3E509C3D-8FE1-04E5-5AB8-029BCC048929}"/>
          </ac:spMkLst>
        </pc:spChg>
        <pc:spChg chg="mod">
          <ac:chgData name="Duncan Young" userId="0d05c5b8-70c0-48c4-9720-582aed650fb7" providerId="ADAL" clId="{39B09168-2D64-4679-9209-243C3D2608B1}" dt="2026-08-11T07:21:07.514" v="738" actId="255"/>
          <ac:spMkLst>
            <pc:docMk/>
            <pc:sldMk cId="1330970995" sldId="257"/>
            <ac:spMk id="54" creationId="{2615E6E4-5BCC-137D-4C61-1D23753BCB7F}"/>
          </ac:spMkLst>
        </pc:spChg>
        <pc:spChg chg="mod">
          <ac:chgData name="Duncan Young" userId="0d05c5b8-70c0-48c4-9720-582aed650fb7" providerId="ADAL" clId="{39B09168-2D64-4679-9209-243C3D2608B1}" dt="2026-08-11T07:22:34.723" v="743" actId="207"/>
          <ac:spMkLst>
            <pc:docMk/>
            <pc:sldMk cId="1330970995" sldId="257"/>
            <ac:spMk id="58" creationId="{5753BF9F-0E64-2532-2F12-D7021B984209}"/>
          </ac:spMkLst>
        </pc:spChg>
        <pc:spChg chg="mod">
          <ac:chgData name="Duncan Young" userId="0d05c5b8-70c0-48c4-9720-582aed650fb7" providerId="ADAL" clId="{39B09168-2D64-4679-9209-243C3D2608B1}" dt="2026-08-11T07:21:27.143" v="740" actId="208"/>
          <ac:spMkLst>
            <pc:docMk/>
            <pc:sldMk cId="1330970995" sldId="257"/>
            <ac:spMk id="62" creationId="{391593BF-0E59-300E-0EF5-40F4C57E1644}"/>
          </ac:spMkLst>
        </pc:spChg>
        <pc:spChg chg="add mod">
          <ac:chgData name="Duncan Young" userId="0d05c5b8-70c0-48c4-9720-582aed650fb7" providerId="ADAL" clId="{39B09168-2D64-4679-9209-243C3D2608B1}" dt="2026-08-11T07:28:58.777" v="871" actId="1035"/>
          <ac:spMkLst>
            <pc:docMk/>
            <pc:sldMk cId="1330970995" sldId="257"/>
            <ac:spMk id="66" creationId="{F1DBD2E5-62A8-EFAD-1535-178BD5FB4064}"/>
          </ac:spMkLst>
        </pc:spChg>
        <pc:spChg chg="mod">
          <ac:chgData name="Duncan Young" userId="0d05c5b8-70c0-48c4-9720-582aed650fb7" providerId="ADAL" clId="{39B09168-2D64-4679-9209-243C3D2608B1}" dt="2026-08-11T07:22:34.723" v="743" actId="207"/>
          <ac:spMkLst>
            <pc:docMk/>
            <pc:sldMk cId="1330970995" sldId="257"/>
            <ac:spMk id="70" creationId="{CE782581-F364-8D6D-AE7C-A630A0F59889}"/>
          </ac:spMkLst>
        </pc:spChg>
        <pc:spChg chg="add mod">
          <ac:chgData name="Duncan Young" userId="0d05c5b8-70c0-48c4-9720-582aed650fb7" providerId="ADAL" clId="{39B09168-2D64-4679-9209-243C3D2608B1}" dt="2026-08-11T07:28:58.777" v="871" actId="1035"/>
          <ac:spMkLst>
            <pc:docMk/>
            <pc:sldMk cId="1330970995" sldId="257"/>
            <ac:spMk id="74" creationId="{FDD5F39B-B60D-F18B-7D44-E47289F67603}"/>
          </ac:spMkLst>
        </pc:spChg>
        <pc:spChg chg="mod">
          <ac:chgData name="Duncan Young" userId="0d05c5b8-70c0-48c4-9720-582aed650fb7" providerId="ADAL" clId="{39B09168-2D64-4679-9209-243C3D2608B1}" dt="2026-08-11T07:21:07.514" v="738" actId="255"/>
          <ac:spMkLst>
            <pc:docMk/>
            <pc:sldMk cId="1330970995" sldId="257"/>
            <ac:spMk id="78" creationId="{06BF3F6D-9BDF-C5BB-E366-20536433D196}"/>
          </ac:spMkLst>
        </pc:spChg>
        <pc:spChg chg="mod">
          <ac:chgData name="Duncan Young" userId="0d05c5b8-70c0-48c4-9720-582aed650fb7" providerId="ADAL" clId="{39B09168-2D64-4679-9209-243C3D2608B1}" dt="2026-08-11T07:22:34.723" v="743" actId="207"/>
          <ac:spMkLst>
            <pc:docMk/>
            <pc:sldMk cId="1330970995" sldId="257"/>
            <ac:spMk id="81" creationId="{DE98996F-35D5-CDC7-B7B8-6F596E2ADD3F}"/>
          </ac:spMkLst>
        </pc:spChg>
        <pc:spChg chg="mod">
          <ac:chgData name="Duncan Young" userId="0d05c5b8-70c0-48c4-9720-582aed650fb7" providerId="ADAL" clId="{39B09168-2D64-4679-9209-243C3D2608B1}" dt="2026-08-11T07:21:27.143" v="740" actId="208"/>
          <ac:spMkLst>
            <pc:docMk/>
            <pc:sldMk cId="1330970995" sldId="257"/>
            <ac:spMk id="83" creationId="{EB4F6B9F-20AF-3225-BA67-9B5E43F6FA2C}"/>
          </ac:spMkLst>
        </pc:spChg>
        <pc:spChg chg="mod">
          <ac:chgData name="Duncan Young" userId="0d05c5b8-70c0-48c4-9720-582aed650fb7" providerId="ADAL" clId="{39B09168-2D64-4679-9209-243C3D2608B1}" dt="2026-08-11T07:21:07.514" v="738" actId="255"/>
          <ac:spMkLst>
            <pc:docMk/>
            <pc:sldMk cId="1330970995" sldId="257"/>
            <ac:spMk id="85" creationId="{729F0714-98E4-87CB-353B-3DFD9D4F2297}"/>
          </ac:spMkLst>
        </pc:spChg>
        <pc:spChg chg="mod">
          <ac:chgData name="Duncan Young" userId="0d05c5b8-70c0-48c4-9720-582aed650fb7" providerId="ADAL" clId="{39B09168-2D64-4679-9209-243C3D2608B1}" dt="2026-08-11T07:22:34.723" v="743" actId="207"/>
          <ac:spMkLst>
            <pc:docMk/>
            <pc:sldMk cId="1330970995" sldId="257"/>
            <ac:spMk id="87" creationId="{32A8DC78-4158-809F-75F4-EE2487D94A1A}"/>
          </ac:spMkLst>
        </pc:spChg>
        <pc:spChg chg="mod">
          <ac:chgData name="Duncan Young" userId="0d05c5b8-70c0-48c4-9720-582aed650fb7" providerId="ADAL" clId="{39B09168-2D64-4679-9209-243C3D2608B1}" dt="2026-08-11T07:21:27.143" v="740" actId="208"/>
          <ac:spMkLst>
            <pc:docMk/>
            <pc:sldMk cId="1330970995" sldId="257"/>
            <ac:spMk id="89" creationId="{F1719C84-B56F-B0C4-DE1E-87C41C674A05}"/>
          </ac:spMkLst>
        </pc:spChg>
        <pc:spChg chg="mod">
          <ac:chgData name="Duncan Young" userId="0d05c5b8-70c0-48c4-9720-582aed650fb7" providerId="ADAL" clId="{39B09168-2D64-4679-9209-243C3D2608B1}" dt="2026-08-11T07:21:07.514" v="738" actId="255"/>
          <ac:spMkLst>
            <pc:docMk/>
            <pc:sldMk cId="1330970995" sldId="257"/>
            <ac:spMk id="91" creationId="{DC580F47-87D0-0B94-800D-586BDA1776DD}"/>
          </ac:spMkLst>
        </pc:spChg>
        <pc:spChg chg="add mod">
          <ac:chgData name="Duncan Young" userId="0d05c5b8-70c0-48c4-9720-582aed650fb7" providerId="ADAL" clId="{39B09168-2D64-4679-9209-243C3D2608B1}" dt="2026-08-11T07:28:58.777" v="871" actId="1035"/>
          <ac:spMkLst>
            <pc:docMk/>
            <pc:sldMk cId="1330970995" sldId="257"/>
            <ac:spMk id="93" creationId="{FD4219B8-9A0F-82B9-B803-FFB050D2133D}"/>
          </ac:spMkLst>
        </pc:spChg>
        <pc:spChg chg="mod">
          <ac:chgData name="Duncan Young" userId="0d05c5b8-70c0-48c4-9720-582aed650fb7" providerId="ADAL" clId="{39B09168-2D64-4679-9209-243C3D2608B1}" dt="2026-08-11T07:21:27.143" v="740" actId="208"/>
          <ac:spMkLst>
            <pc:docMk/>
            <pc:sldMk cId="1330970995" sldId="257"/>
            <ac:spMk id="95" creationId="{F91FA348-9B98-E496-9BDD-92214160A980}"/>
          </ac:spMkLst>
        </pc:spChg>
        <pc:spChg chg="mod">
          <ac:chgData name="Duncan Young" userId="0d05c5b8-70c0-48c4-9720-582aed650fb7" providerId="ADAL" clId="{39B09168-2D64-4679-9209-243C3D2608B1}" dt="2026-08-11T07:21:07.514" v="738" actId="255"/>
          <ac:spMkLst>
            <pc:docMk/>
            <pc:sldMk cId="1330970995" sldId="257"/>
            <ac:spMk id="97" creationId="{06F89508-37EE-E837-5CB5-1932EA5DB34B}"/>
          </ac:spMkLst>
        </pc:spChg>
        <pc:spChg chg="mod">
          <ac:chgData name="Duncan Young" userId="0d05c5b8-70c0-48c4-9720-582aed650fb7" providerId="ADAL" clId="{39B09168-2D64-4679-9209-243C3D2608B1}" dt="2026-08-11T07:28:58.777" v="871" actId="1035"/>
          <ac:spMkLst>
            <pc:docMk/>
            <pc:sldMk cId="1330970995" sldId="257"/>
            <ac:spMk id="99" creationId="{B812324E-061D-C4F8-1C1D-3244C32E965C}"/>
          </ac:spMkLst>
        </pc:spChg>
        <pc:spChg chg="mod">
          <ac:chgData name="Duncan Young" userId="0d05c5b8-70c0-48c4-9720-582aed650fb7" providerId="ADAL" clId="{39B09168-2D64-4679-9209-243C3D2608B1}" dt="2026-08-11T07:27:46.896" v="855" actId="208"/>
          <ac:spMkLst>
            <pc:docMk/>
            <pc:sldMk cId="1330970995" sldId="257"/>
            <ac:spMk id="101" creationId="{F0DEF949-8C59-70F5-308F-8A462E42764D}"/>
          </ac:spMkLst>
        </pc:spChg>
        <pc:spChg chg="mod">
          <ac:chgData name="Duncan Young" userId="0d05c5b8-70c0-48c4-9720-582aed650fb7" providerId="ADAL" clId="{39B09168-2D64-4679-9209-243C3D2608B1}" dt="2026-08-11T07:28:01.155" v="857" actId="207"/>
          <ac:spMkLst>
            <pc:docMk/>
            <pc:sldMk cId="1330970995" sldId="257"/>
            <ac:spMk id="103" creationId="{7615D4E5-D825-F6D6-ABEC-CDEA558CBDCC}"/>
          </ac:spMkLst>
        </pc:spChg>
        <pc:spChg chg="add mod">
          <ac:chgData name="Duncan Young" userId="0d05c5b8-70c0-48c4-9720-582aed650fb7" providerId="ADAL" clId="{39B09168-2D64-4679-9209-243C3D2608B1}" dt="2026-08-11T07:28:58.777" v="871" actId="1035"/>
          <ac:spMkLst>
            <pc:docMk/>
            <pc:sldMk cId="1330970995" sldId="257"/>
            <ac:spMk id="105" creationId="{CE4B3536-3DB8-7932-C94C-8304042C353F}"/>
          </ac:spMkLst>
        </pc:spChg>
        <pc:spChg chg="add mod">
          <ac:chgData name="Duncan Young" userId="0d05c5b8-70c0-48c4-9720-582aed650fb7" providerId="ADAL" clId="{39B09168-2D64-4679-9209-243C3D2608B1}" dt="2026-08-11T07:28:29.562" v="864" actId="20577"/>
          <ac:spMkLst>
            <pc:docMk/>
            <pc:sldMk cId="1330970995" sldId="257"/>
            <ac:spMk id="181" creationId="{D1C565EB-C6AE-45B3-095C-098960B9C4AA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1T07:38:28.526" v="953" actId="1035"/>
        <pc:sldMkLst>
          <pc:docMk/>
          <pc:sldMk cId="2614762970" sldId="258"/>
        </pc:sldMkLst>
        <pc:spChg chg="mod">
          <ac:chgData name="Duncan Young" userId="0d05c5b8-70c0-48c4-9720-582aed650fb7" providerId="ADAL" clId="{39B09168-2D64-4679-9209-243C3D2608B1}" dt="2026-08-11T07:33:26.460" v="902" actId="20577"/>
          <ac:spMkLst>
            <pc:docMk/>
            <pc:sldMk cId="2614762970" sldId="258"/>
            <ac:spMk id="3" creationId="{808E46B6-8951-A052-C007-97706BF05C37}"/>
          </ac:spMkLst>
        </pc:spChg>
        <pc:spChg chg="mod">
          <ac:chgData name="Duncan Young" userId="0d05c5b8-70c0-48c4-9720-582aed650fb7" providerId="ADAL" clId="{39B09168-2D64-4679-9209-243C3D2608B1}" dt="2026-08-11T07:33:00.107" v="897" actId="1076"/>
          <ac:spMkLst>
            <pc:docMk/>
            <pc:sldMk cId="2614762970" sldId="258"/>
            <ac:spMk id="5" creationId="{D27F49CF-191D-451F-5B3C-5CB895B3C8F6}"/>
          </ac:spMkLst>
        </pc:spChg>
        <pc:spChg chg="add mod">
          <ac:chgData name="Duncan Young" userId="0d05c5b8-70c0-48c4-9720-582aed650fb7" providerId="ADAL" clId="{39B09168-2D64-4679-9209-243C3D2608B1}" dt="2026-08-11T07:35:20.692" v="922" actId="207"/>
          <ac:spMkLst>
            <pc:docMk/>
            <pc:sldMk cId="2614762970" sldId="258"/>
            <ac:spMk id="8" creationId="{149A0328-0AE0-FCD6-48DF-AB7D3F956CE2}"/>
          </ac:spMkLst>
        </pc:spChg>
        <pc:spChg chg="add mod">
          <ac:chgData name="Duncan Young" userId="0d05c5b8-70c0-48c4-9720-582aed650fb7" providerId="ADAL" clId="{39B09168-2D64-4679-9209-243C3D2608B1}" dt="2026-08-11T07:38:28.526" v="953" actId="1035"/>
          <ac:spMkLst>
            <pc:docMk/>
            <pc:sldMk cId="2614762970" sldId="258"/>
            <ac:spMk id="12" creationId="{0921F92B-FC16-8F2A-0FC7-2C5C877EDA53}"/>
          </ac:spMkLst>
        </pc:spChg>
        <pc:spChg chg="mod">
          <ac:chgData name="Duncan Young" userId="0d05c5b8-70c0-48c4-9720-582aed650fb7" providerId="ADAL" clId="{39B09168-2D64-4679-9209-243C3D2608B1}" dt="2026-08-11T07:38:28.526" v="953" actId="1035"/>
          <ac:spMkLst>
            <pc:docMk/>
            <pc:sldMk cId="2614762970" sldId="258"/>
            <ac:spMk id="16" creationId="{AD8DA006-F7B1-0B5B-465D-DDADFEC0933F}"/>
          </ac:spMkLst>
        </pc:spChg>
        <pc:spChg chg="mod">
          <ac:chgData name="Duncan Young" userId="0d05c5b8-70c0-48c4-9720-582aed650fb7" providerId="ADAL" clId="{39B09168-2D64-4679-9209-243C3D2608B1}" dt="2026-08-11T07:38:28.526" v="953" actId="1035"/>
          <ac:spMkLst>
            <pc:docMk/>
            <pc:sldMk cId="2614762970" sldId="258"/>
            <ac:spMk id="20" creationId="{E5881F7F-820E-5570-8DF5-41C7F0DC32F3}"/>
          </ac:spMkLst>
        </pc:spChg>
        <pc:spChg chg="mod">
          <ac:chgData name="Duncan Young" userId="0d05c5b8-70c0-48c4-9720-582aed650fb7" providerId="ADAL" clId="{39B09168-2D64-4679-9209-243C3D2608B1}" dt="2026-08-11T07:38:28.526" v="953" actId="1035"/>
          <ac:spMkLst>
            <pc:docMk/>
            <pc:sldMk cId="2614762970" sldId="258"/>
            <ac:spMk id="23" creationId="{02EE4EE0-1448-CC23-F1A6-3D3D15533D71}"/>
          </ac:spMkLst>
        </pc:spChg>
        <pc:spChg chg="add mod">
          <ac:chgData name="Duncan Young" userId="0d05c5b8-70c0-48c4-9720-582aed650fb7" providerId="ADAL" clId="{39B09168-2D64-4679-9209-243C3D2608B1}" dt="2026-08-11T07:35:25.421" v="923" actId="1076"/>
          <ac:spMkLst>
            <pc:docMk/>
            <pc:sldMk cId="2614762970" sldId="258"/>
            <ac:spMk id="26" creationId="{26D02F4E-14BF-DB9C-8D10-0A7657814940}"/>
          </ac:spMkLst>
        </pc:spChg>
        <pc:spChg chg="add mod">
          <ac:chgData name="Duncan Young" userId="0d05c5b8-70c0-48c4-9720-582aed650fb7" providerId="ADAL" clId="{39B09168-2D64-4679-9209-243C3D2608B1}" dt="2026-08-11T07:38:28.526" v="953" actId="1035"/>
          <ac:spMkLst>
            <pc:docMk/>
            <pc:sldMk cId="2614762970" sldId="258"/>
            <ac:spMk id="29" creationId="{C5012012-9413-4D0A-54DB-B8AA8C7F5685}"/>
          </ac:spMkLst>
        </pc:spChg>
        <pc:spChg chg="add mod">
          <ac:chgData name="Duncan Young" userId="0d05c5b8-70c0-48c4-9720-582aed650fb7" providerId="ADAL" clId="{39B09168-2D64-4679-9209-243C3D2608B1}" dt="2026-08-11T07:38:28.526" v="953" actId="1035"/>
          <ac:spMkLst>
            <pc:docMk/>
            <pc:sldMk cId="2614762970" sldId="258"/>
            <ac:spMk id="31" creationId="{964CEDD7-250F-032A-CEA1-F2BA8DE0F763}"/>
          </ac:spMkLst>
        </pc:spChg>
        <pc:spChg chg="add mod">
          <ac:chgData name="Duncan Young" userId="0d05c5b8-70c0-48c4-9720-582aed650fb7" providerId="ADAL" clId="{39B09168-2D64-4679-9209-243C3D2608B1}" dt="2026-08-11T07:38:28.526" v="953" actId="1035"/>
          <ac:spMkLst>
            <pc:docMk/>
            <pc:sldMk cId="2614762970" sldId="258"/>
            <ac:spMk id="34" creationId="{FE75317F-7916-6D88-12FC-79DF6101A4A7}"/>
          </ac:spMkLst>
        </pc:spChg>
        <pc:spChg chg="mod">
          <ac:chgData name="Duncan Young" userId="0d05c5b8-70c0-48c4-9720-582aed650fb7" providerId="ADAL" clId="{39B09168-2D64-4679-9209-243C3D2608B1}" dt="2026-08-11T07:34:55.764" v="917" actId="207"/>
          <ac:spMkLst>
            <pc:docMk/>
            <pc:sldMk cId="2614762970" sldId="258"/>
            <ac:spMk id="37" creationId="{61F68144-1305-EB17-71A3-72BB4BA67C11}"/>
          </ac:spMkLst>
        </pc:spChg>
        <pc:spChg chg="add mod">
          <ac:chgData name="Duncan Young" userId="0d05c5b8-70c0-48c4-9720-582aed650fb7" providerId="ADAL" clId="{39B09168-2D64-4679-9209-243C3D2608B1}" dt="2026-08-11T07:38:28.526" v="953" actId="1035"/>
          <ac:spMkLst>
            <pc:docMk/>
            <pc:sldMk cId="2614762970" sldId="258"/>
            <ac:spMk id="39" creationId="{33750831-73B1-2591-8E58-8C572A670CF8}"/>
          </ac:spMkLst>
        </pc:spChg>
        <pc:spChg chg="mod">
          <ac:chgData name="Duncan Young" userId="0d05c5b8-70c0-48c4-9720-582aed650fb7" providerId="ADAL" clId="{39B09168-2D64-4679-9209-243C3D2608B1}" dt="2026-08-11T07:36:56.708" v="934" actId="207"/>
          <ac:spMkLst>
            <pc:docMk/>
            <pc:sldMk cId="2614762970" sldId="258"/>
            <ac:spMk id="42" creationId="{5A465220-A70A-6C54-69E6-3418CADD25BB}"/>
          </ac:spMkLst>
        </pc:spChg>
        <pc:spChg chg="add mod">
          <ac:chgData name="Duncan Young" userId="0d05c5b8-70c0-48c4-9720-582aed650fb7" providerId="ADAL" clId="{39B09168-2D64-4679-9209-243C3D2608B1}" dt="2026-08-11T07:38:28.526" v="953" actId="1035"/>
          <ac:spMkLst>
            <pc:docMk/>
            <pc:sldMk cId="2614762970" sldId="258"/>
            <ac:spMk id="45" creationId="{5001F508-F763-F499-C5A9-1079AFDB3146}"/>
          </ac:spMkLst>
        </pc:spChg>
        <pc:spChg chg="add mod">
          <ac:chgData name="Duncan Young" userId="0d05c5b8-70c0-48c4-9720-582aed650fb7" providerId="ADAL" clId="{39B09168-2D64-4679-9209-243C3D2608B1}" dt="2026-08-11T07:38:28.526" v="953" actId="1035"/>
          <ac:spMkLst>
            <pc:docMk/>
            <pc:sldMk cId="2614762970" sldId="258"/>
            <ac:spMk id="47" creationId="{7E359BEB-DB88-CDA0-6FF7-B500B9EA33E0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1T07:41:08.055" v="987" actId="20577"/>
        <pc:sldMkLst>
          <pc:docMk/>
          <pc:sldMk cId="1360146635" sldId="259"/>
        </pc:sldMkLst>
        <pc:spChg chg="mod">
          <ac:chgData name="Duncan Young" userId="0d05c5b8-70c0-48c4-9720-582aed650fb7" providerId="ADAL" clId="{39B09168-2D64-4679-9209-243C3D2608B1}" dt="2026-08-11T07:39:49.706" v="975" actId="20577"/>
          <ac:spMkLst>
            <pc:docMk/>
            <pc:sldMk cId="1360146635" sldId="259"/>
            <ac:spMk id="3" creationId="{E1C9E6D5-4454-C301-CEAE-0097642537A8}"/>
          </ac:spMkLst>
        </pc:spChg>
        <pc:spChg chg="add mod">
          <ac:chgData name="Duncan Young" userId="0d05c5b8-70c0-48c4-9720-582aed650fb7" providerId="ADAL" clId="{39B09168-2D64-4679-9209-243C3D2608B1}" dt="2026-08-11T07:40:38.436" v="980" actId="1076"/>
          <ac:spMkLst>
            <pc:docMk/>
            <pc:sldMk cId="1360146635" sldId="259"/>
            <ac:spMk id="15" creationId="{9278C47F-6D1E-1164-C85A-F18DA71BA1B3}"/>
          </ac:spMkLst>
        </pc:spChg>
        <pc:spChg chg="mod">
          <ac:chgData name="Duncan Young" userId="0d05c5b8-70c0-48c4-9720-582aed650fb7" providerId="ADAL" clId="{39B09168-2D64-4679-9209-243C3D2608B1}" dt="2026-08-11T07:40:49.479" v="981" actId="207"/>
          <ac:spMkLst>
            <pc:docMk/>
            <pc:sldMk cId="1360146635" sldId="259"/>
            <ac:spMk id="18" creationId="{C0B8FDF0-F6CE-7A6E-E090-C2B8DFC64EFA}"/>
          </ac:spMkLst>
        </pc:spChg>
        <pc:spChg chg="add mod">
          <ac:chgData name="Duncan Young" userId="0d05c5b8-70c0-48c4-9720-582aed650fb7" providerId="ADAL" clId="{39B09168-2D64-4679-9209-243C3D2608B1}" dt="2026-08-11T07:40:38.436" v="980" actId="1076"/>
          <ac:spMkLst>
            <pc:docMk/>
            <pc:sldMk cId="1360146635" sldId="259"/>
            <ac:spMk id="24" creationId="{D688D505-6321-DCBF-13D4-8819B73A0737}"/>
          </ac:spMkLst>
        </pc:spChg>
        <pc:spChg chg="add mod">
          <ac:chgData name="Duncan Young" userId="0d05c5b8-70c0-48c4-9720-582aed650fb7" providerId="ADAL" clId="{39B09168-2D64-4679-9209-243C3D2608B1}" dt="2026-08-11T07:40:38.436" v="980" actId="1076"/>
          <ac:spMkLst>
            <pc:docMk/>
            <pc:sldMk cId="1360146635" sldId="259"/>
            <ac:spMk id="27" creationId="{AA0956C2-D326-8B58-E802-52D259D4EAF1}"/>
          </ac:spMkLst>
        </pc:spChg>
        <pc:spChg chg="mod">
          <ac:chgData name="Duncan Young" userId="0d05c5b8-70c0-48c4-9720-582aed650fb7" providerId="ADAL" clId="{39B09168-2D64-4679-9209-243C3D2608B1}" dt="2026-08-11T07:40:49.479" v="981" actId="207"/>
          <ac:spMkLst>
            <pc:docMk/>
            <pc:sldMk cId="1360146635" sldId="259"/>
            <ac:spMk id="30" creationId="{3738761E-A26E-0FBF-CFA9-03139C6085E3}"/>
          </ac:spMkLst>
        </pc:spChg>
        <pc:spChg chg="add mod">
          <ac:chgData name="Duncan Young" userId="0d05c5b8-70c0-48c4-9720-582aed650fb7" providerId="ADAL" clId="{39B09168-2D64-4679-9209-243C3D2608B1}" dt="2026-08-11T07:40:38.436" v="980" actId="1076"/>
          <ac:spMkLst>
            <pc:docMk/>
            <pc:sldMk cId="1360146635" sldId="259"/>
            <ac:spMk id="33" creationId="{76EF682E-2B1A-ABF6-5450-FF2D5F5C2651}"/>
          </ac:spMkLst>
        </pc:spChg>
        <pc:spChg chg="add mod">
          <ac:chgData name="Duncan Young" userId="0d05c5b8-70c0-48c4-9720-582aed650fb7" providerId="ADAL" clId="{39B09168-2D64-4679-9209-243C3D2608B1}" dt="2026-08-11T07:40:38.436" v="980" actId="1076"/>
          <ac:spMkLst>
            <pc:docMk/>
            <pc:sldMk cId="1360146635" sldId="259"/>
            <ac:spMk id="36" creationId="{CFE557C8-10C9-8E53-F5F7-2870D6B3BCE9}"/>
          </ac:spMkLst>
        </pc:spChg>
        <pc:spChg chg="add mod">
          <ac:chgData name="Duncan Young" userId="0d05c5b8-70c0-48c4-9720-582aed650fb7" providerId="ADAL" clId="{39B09168-2D64-4679-9209-243C3D2608B1}" dt="2026-08-11T07:41:08.055" v="987" actId="20577"/>
          <ac:spMkLst>
            <pc:docMk/>
            <pc:sldMk cId="1360146635" sldId="259"/>
            <ac:spMk id="43" creationId="{37F2F5CE-53CD-D94F-9B93-9ACAA6B444EB}"/>
          </ac:spMkLst>
        </pc:spChg>
        <pc:spChg chg="add mod">
          <ac:chgData name="Duncan Young" userId="0d05c5b8-70c0-48c4-9720-582aed650fb7" providerId="ADAL" clId="{39B09168-2D64-4679-9209-243C3D2608B1}" dt="2026-08-11T07:40:38.436" v="980" actId="1076"/>
          <ac:spMkLst>
            <pc:docMk/>
            <pc:sldMk cId="1360146635" sldId="259"/>
            <ac:spMk id="46" creationId="{E97B0D19-0EE1-3BD8-963D-EC76FCC19712}"/>
          </ac:spMkLst>
        </pc:spChg>
        <pc:spChg chg="mod">
          <ac:chgData name="Duncan Young" userId="0d05c5b8-70c0-48c4-9720-582aed650fb7" providerId="ADAL" clId="{39B09168-2D64-4679-9209-243C3D2608B1}" dt="2026-08-11T07:41:03.503" v="983" actId="20577"/>
          <ac:spMkLst>
            <pc:docMk/>
            <pc:sldMk cId="1360146635" sldId="259"/>
            <ac:spMk id="53" creationId="{9D210D09-97D8-277A-60A0-DA330EB43ABF}"/>
          </ac:spMkLst>
        </pc:spChg>
        <pc:spChg chg="add mod">
          <ac:chgData name="Duncan Young" userId="0d05c5b8-70c0-48c4-9720-582aed650fb7" providerId="ADAL" clId="{39B09168-2D64-4679-9209-243C3D2608B1}" dt="2026-08-11T07:40:38.436" v="980" actId="1076"/>
          <ac:spMkLst>
            <pc:docMk/>
            <pc:sldMk cId="1360146635" sldId="259"/>
            <ac:spMk id="55" creationId="{64F2E98F-F0FE-1EF2-1B67-74AFE8EE04E1}"/>
          </ac:spMkLst>
        </pc:spChg>
        <pc:spChg chg="add mod">
          <ac:chgData name="Duncan Young" userId="0d05c5b8-70c0-48c4-9720-582aed650fb7" providerId="ADAL" clId="{39B09168-2D64-4679-9209-243C3D2608B1}" dt="2026-08-11T07:40:38.436" v="980" actId="1076"/>
          <ac:spMkLst>
            <pc:docMk/>
            <pc:sldMk cId="1360146635" sldId="259"/>
            <ac:spMk id="59" creationId="{E291C0D1-6E25-A5EC-83DF-B566D76ED483}"/>
          </ac:spMkLst>
        </pc:spChg>
        <pc:spChg chg="add mod">
          <ac:chgData name="Duncan Young" userId="0d05c5b8-70c0-48c4-9720-582aed650fb7" providerId="ADAL" clId="{39B09168-2D64-4679-9209-243C3D2608B1}" dt="2026-08-11T07:40:49.479" v="981" actId="207"/>
          <ac:spMkLst>
            <pc:docMk/>
            <pc:sldMk cId="1360146635" sldId="259"/>
            <ac:spMk id="61" creationId="{455D8697-60AF-8DBF-84BB-B237C3B584B6}"/>
          </ac:spMkLst>
        </pc:spChg>
        <pc:spChg chg="mod">
          <ac:chgData name="Duncan Young" userId="0d05c5b8-70c0-48c4-9720-582aed650fb7" providerId="ADAL" clId="{39B09168-2D64-4679-9209-243C3D2608B1}" dt="2026-08-11T07:40:49.479" v="981" actId="207"/>
          <ac:spMkLst>
            <pc:docMk/>
            <pc:sldMk cId="1360146635" sldId="259"/>
            <ac:spMk id="67" creationId="{46203ACF-E003-5457-686A-581DC5B7A08F}"/>
          </ac:spMkLst>
        </pc:spChg>
      </pc:sldChg>
      <pc:sldChg chg="addSp modSp mod">
        <pc:chgData name="Duncan Young" userId="0d05c5b8-70c0-48c4-9720-582aed650fb7" providerId="ADAL" clId="{39B09168-2D64-4679-9209-243C3D2608B1}" dt="2026-08-11T06:57:33.686" v="315" actId="20577"/>
        <pc:sldMkLst>
          <pc:docMk/>
          <pc:sldMk cId="1925827768" sldId="359"/>
        </pc:sldMkLst>
        <pc:spChg chg="mod">
          <ac:chgData name="Duncan Young" userId="0d05c5b8-70c0-48c4-9720-582aed650fb7" providerId="ADAL" clId="{39B09168-2D64-4679-9209-243C3D2608B1}" dt="2026-08-11T06:57:33.686" v="315" actId="20577"/>
          <ac:spMkLst>
            <pc:docMk/>
            <pc:sldMk cId="1925827768" sldId="359"/>
            <ac:spMk id="2" creationId="{FA699E02-D02F-76A5-088E-BAA8F6392D3B}"/>
          </ac:spMkLst>
        </pc:spChg>
      </pc:sldChg>
      <pc:sldChg chg="addSp delSp modSp mod">
        <pc:chgData name="Duncan Young" userId="0d05c5b8-70c0-48c4-9720-582aed650fb7" providerId="ADAL" clId="{39B09168-2D64-4679-9209-243C3D2608B1}" dt="2026-08-11T07:10:29.565" v="596" actId="1076"/>
        <pc:sldMkLst>
          <pc:docMk/>
          <pc:sldMk cId="1087006648" sldId="2147483636"/>
        </pc:sldMkLst>
        <pc:spChg chg="mod">
          <ac:chgData name="Duncan Young" userId="0d05c5b8-70c0-48c4-9720-582aed650fb7" providerId="ADAL" clId="{39B09168-2D64-4679-9209-243C3D2608B1}" dt="2026-08-11T07:04:01.244" v="467" actId="20577"/>
          <ac:spMkLst>
            <pc:docMk/>
            <pc:sldMk cId="1087006648" sldId="2147483636"/>
            <ac:spMk id="3" creationId="{B9C06D83-B83F-D03B-CCB2-C25DB5C4476C}"/>
          </ac:spMkLst>
        </pc:spChg>
        <pc:spChg chg="mod">
          <ac:chgData name="Duncan Young" userId="0d05c5b8-70c0-48c4-9720-582aed650fb7" providerId="ADAL" clId="{39B09168-2D64-4679-9209-243C3D2608B1}" dt="2026-08-11T07:06:48.004" v="536" actId="1076"/>
          <ac:spMkLst>
            <pc:docMk/>
            <pc:sldMk cId="1087006648" sldId="2147483636"/>
            <ac:spMk id="4" creationId="{FEB4F11F-E664-5BCC-C315-419636657776}"/>
          </ac:spMkLst>
        </pc:spChg>
        <pc:spChg chg="add mod">
          <ac:chgData name="Duncan Young" userId="0d05c5b8-70c0-48c4-9720-582aed650fb7" providerId="ADAL" clId="{39B09168-2D64-4679-9209-243C3D2608B1}" dt="2026-08-11T07:06:40.551" v="535" actId="208"/>
          <ac:spMkLst>
            <pc:docMk/>
            <pc:sldMk cId="1087006648" sldId="2147483636"/>
            <ac:spMk id="7" creationId="{72FA31EB-C2D9-C1F7-714E-0AED105B2C2C}"/>
          </ac:spMkLst>
        </pc:spChg>
        <pc:spChg chg="mod">
          <ac:chgData name="Duncan Young" userId="0d05c5b8-70c0-48c4-9720-582aed650fb7" providerId="ADAL" clId="{39B09168-2D64-4679-9209-243C3D2608B1}" dt="2026-08-11T07:05:31.784" v="528" actId="207"/>
          <ac:spMkLst>
            <pc:docMk/>
            <pc:sldMk cId="1087006648" sldId="2147483636"/>
            <ac:spMk id="23" creationId="{253101E4-290F-5F05-5A22-85FDA00F9956}"/>
          </ac:spMkLst>
        </pc:spChg>
        <pc:spChg chg="mod">
          <ac:chgData name="Duncan Young" userId="0d05c5b8-70c0-48c4-9720-582aed650fb7" providerId="ADAL" clId="{39B09168-2D64-4679-9209-243C3D2608B1}" dt="2026-08-11T07:06:01.367" v="534" actId="20577"/>
          <ac:spMkLst>
            <pc:docMk/>
            <pc:sldMk cId="1087006648" sldId="2147483636"/>
            <ac:spMk id="24" creationId="{0BBCC2BE-1C4B-F0A5-AB20-C18943C5B437}"/>
          </ac:spMkLst>
        </pc:spChg>
        <pc:spChg chg="mod">
          <ac:chgData name="Duncan Young" userId="0d05c5b8-70c0-48c4-9720-582aed650fb7" providerId="ADAL" clId="{39B09168-2D64-4679-9209-243C3D2608B1}" dt="2026-08-11T07:05:53.501" v="532" actId="255"/>
          <ac:spMkLst>
            <pc:docMk/>
            <pc:sldMk cId="1087006648" sldId="2147483636"/>
            <ac:spMk id="25" creationId="{343D4DAF-1860-6E13-8CA0-4B5AC74126F8}"/>
          </ac:spMkLst>
        </pc:spChg>
        <pc:spChg chg="mod">
          <ac:chgData name="Duncan Young" userId="0d05c5b8-70c0-48c4-9720-582aed650fb7" providerId="ADAL" clId="{39B09168-2D64-4679-9209-243C3D2608B1}" dt="2026-08-11T07:05:31.784" v="528" actId="207"/>
          <ac:spMkLst>
            <pc:docMk/>
            <pc:sldMk cId="1087006648" sldId="2147483636"/>
            <ac:spMk id="26" creationId="{409E189B-65DD-FEA8-0491-3B46C3C554B6}"/>
          </ac:spMkLst>
        </pc:spChg>
        <pc:spChg chg="mod">
          <ac:chgData name="Duncan Young" userId="0d05c5b8-70c0-48c4-9720-582aed650fb7" providerId="ADAL" clId="{39B09168-2D64-4679-9209-243C3D2608B1}" dt="2026-08-11T07:05:31.784" v="528" actId="207"/>
          <ac:spMkLst>
            <pc:docMk/>
            <pc:sldMk cId="1087006648" sldId="2147483636"/>
            <ac:spMk id="27" creationId="{75E828FE-8AD1-186B-5657-DCEFB2EA47BB}"/>
          </ac:spMkLst>
        </pc:spChg>
        <pc:spChg chg="mod">
          <ac:chgData name="Duncan Young" userId="0d05c5b8-70c0-48c4-9720-582aed650fb7" providerId="ADAL" clId="{39B09168-2D64-4679-9209-243C3D2608B1}" dt="2026-08-11T07:05:31.784" v="528" actId="207"/>
          <ac:spMkLst>
            <pc:docMk/>
            <pc:sldMk cId="1087006648" sldId="2147483636"/>
            <ac:spMk id="29" creationId="{052FBFE5-22AD-3F4A-5533-638E08DE0968}"/>
          </ac:spMkLst>
        </pc:spChg>
        <pc:spChg chg="add mod">
          <ac:chgData name="Duncan Young" userId="0d05c5b8-70c0-48c4-9720-582aed650fb7" providerId="ADAL" clId="{39B09168-2D64-4679-9209-243C3D2608B1}" dt="2026-08-11T07:04:40.688" v="524" actId="1036"/>
          <ac:spMkLst>
            <pc:docMk/>
            <pc:sldMk cId="1087006648" sldId="2147483636"/>
            <ac:spMk id="30" creationId="{4B994D32-4A39-35D3-57E5-4034B29C662D}"/>
          </ac:spMkLst>
        </pc:spChg>
        <pc:spChg chg="mod">
          <ac:chgData name="Duncan Young" userId="0d05c5b8-70c0-48c4-9720-582aed650fb7" providerId="ADAL" clId="{39B09168-2D64-4679-9209-243C3D2608B1}" dt="2026-08-11T07:05:53.501" v="532" actId="255"/>
          <ac:spMkLst>
            <pc:docMk/>
            <pc:sldMk cId="1087006648" sldId="2147483636"/>
            <ac:spMk id="31" creationId="{2F039FD8-5AA5-09A1-9456-4E33279A63BD}"/>
          </ac:spMkLst>
        </pc:spChg>
        <pc:spChg chg="mod">
          <ac:chgData name="Duncan Young" userId="0d05c5b8-70c0-48c4-9720-582aed650fb7" providerId="ADAL" clId="{39B09168-2D64-4679-9209-243C3D2608B1}" dt="2026-08-11T07:05:01.367" v="526" actId="207"/>
          <ac:spMkLst>
            <pc:docMk/>
            <pc:sldMk cId="1087006648" sldId="2147483636"/>
            <ac:spMk id="33" creationId="{35D6C889-E5B4-BB15-E527-9B526D6313F0}"/>
          </ac:spMkLst>
        </pc:spChg>
        <pc:spChg chg="add mod">
          <ac:chgData name="Duncan Young" userId="0d05c5b8-70c0-48c4-9720-582aed650fb7" providerId="ADAL" clId="{39B09168-2D64-4679-9209-243C3D2608B1}" dt="2026-08-11T07:04:40.688" v="524" actId="1036"/>
          <ac:spMkLst>
            <pc:docMk/>
            <pc:sldMk cId="1087006648" sldId="2147483636"/>
            <ac:spMk id="36" creationId="{0AB98C19-F432-736A-728F-2EE315B1F957}"/>
          </ac:spMkLst>
        </pc:spChg>
        <pc:spChg chg="mod">
          <ac:chgData name="Duncan Young" userId="0d05c5b8-70c0-48c4-9720-582aed650fb7" providerId="ADAL" clId="{39B09168-2D64-4679-9209-243C3D2608B1}" dt="2026-08-11T07:05:53.501" v="532" actId="255"/>
          <ac:spMkLst>
            <pc:docMk/>
            <pc:sldMk cId="1087006648" sldId="2147483636"/>
            <ac:spMk id="37" creationId="{80C624A4-F4AA-64CE-4577-726E2E8A680B}"/>
          </ac:spMkLst>
        </pc:spChg>
        <pc:spChg chg="mod">
          <ac:chgData name="Duncan Young" userId="0d05c5b8-70c0-48c4-9720-582aed650fb7" providerId="ADAL" clId="{39B09168-2D64-4679-9209-243C3D2608B1}" dt="2026-08-11T07:07:14.941" v="537" actId="207"/>
          <ac:spMkLst>
            <pc:docMk/>
            <pc:sldMk cId="1087006648" sldId="2147483636"/>
            <ac:spMk id="38" creationId="{9EF480DD-7ED9-4FEF-1C7F-A3EF0E37A9A5}"/>
          </ac:spMkLst>
        </pc:spChg>
        <pc:spChg chg="mod">
          <ac:chgData name="Duncan Young" userId="0d05c5b8-70c0-48c4-9720-582aed650fb7" providerId="ADAL" clId="{39B09168-2D64-4679-9209-243C3D2608B1}" dt="2026-08-11T07:07:14.941" v="537" actId="207"/>
          <ac:spMkLst>
            <pc:docMk/>
            <pc:sldMk cId="1087006648" sldId="2147483636"/>
            <ac:spMk id="39" creationId="{9C10B8D8-4AA1-6B75-B5F9-DE4DA8BA0158}"/>
          </ac:spMkLst>
        </pc:spChg>
        <pc:spChg chg="mod">
          <ac:chgData name="Duncan Young" userId="0d05c5b8-70c0-48c4-9720-582aed650fb7" providerId="ADAL" clId="{39B09168-2D64-4679-9209-243C3D2608B1}" dt="2026-08-11T07:10:24.482" v="595" actId="1076"/>
          <ac:spMkLst>
            <pc:docMk/>
            <pc:sldMk cId="1087006648" sldId="2147483636"/>
            <ac:spMk id="40" creationId="{A183D66A-FCF9-F09B-7257-004F8D51FAC0}"/>
          </ac:spMkLst>
        </pc:spChg>
        <pc:spChg chg="mod">
          <ac:chgData name="Duncan Young" userId="0d05c5b8-70c0-48c4-9720-582aed650fb7" providerId="ADAL" clId="{39B09168-2D64-4679-9209-243C3D2608B1}" dt="2026-08-11T07:08:41.175" v="547" actId="20577"/>
          <ac:spMkLst>
            <pc:docMk/>
            <pc:sldMk cId="1087006648" sldId="2147483636"/>
            <ac:spMk id="41" creationId="{8D7983DC-A05B-1E47-1583-554117806396}"/>
          </ac:spMkLst>
        </pc:spChg>
        <pc:spChg chg="mod">
          <ac:chgData name="Duncan Young" userId="0d05c5b8-70c0-48c4-9720-582aed650fb7" providerId="ADAL" clId="{39B09168-2D64-4679-9209-243C3D2608B1}" dt="2026-08-11T07:10:01.030" v="590" actId="1038"/>
          <ac:spMkLst>
            <pc:docMk/>
            <pc:sldMk cId="1087006648" sldId="2147483636"/>
            <ac:spMk id="42" creationId="{33627463-0E78-FD87-2310-66C301D81C3F}"/>
          </ac:spMkLst>
        </pc:spChg>
        <pc:spChg chg="mod">
          <ac:chgData name="Duncan Young" userId="0d05c5b8-70c0-48c4-9720-582aed650fb7" providerId="ADAL" clId="{39B09168-2D64-4679-9209-243C3D2608B1}" dt="2026-08-11T07:08:33.436" v="545" actId="208"/>
          <ac:spMkLst>
            <pc:docMk/>
            <pc:sldMk cId="1087006648" sldId="2147483636"/>
            <ac:spMk id="43" creationId="{5AC108CA-597E-8EB9-8289-B448E18C8CF9}"/>
          </ac:spMkLst>
        </pc:spChg>
        <pc:spChg chg="mod">
          <ac:chgData name="Duncan Young" userId="0d05c5b8-70c0-48c4-9720-582aed650fb7" providerId="ADAL" clId="{39B09168-2D64-4679-9209-243C3D2608B1}" dt="2026-08-11T07:10:01.030" v="590" actId="1038"/>
          <ac:spMkLst>
            <pc:docMk/>
            <pc:sldMk cId="1087006648" sldId="2147483636"/>
            <ac:spMk id="44" creationId="{4AD53153-3B67-61C1-E45E-D2063CBBA65B}"/>
          </ac:spMkLst>
        </pc:spChg>
        <pc:spChg chg="mod">
          <ac:chgData name="Duncan Young" userId="0d05c5b8-70c0-48c4-9720-582aed650fb7" providerId="ADAL" clId="{39B09168-2D64-4679-9209-243C3D2608B1}" dt="2026-08-11T07:10:20.385" v="593" actId="1076"/>
          <ac:spMkLst>
            <pc:docMk/>
            <pc:sldMk cId="1087006648" sldId="2147483636"/>
            <ac:spMk id="45" creationId="{0AEE524A-8B77-E210-AA55-B91AF95633B4}"/>
          </ac:spMkLst>
        </pc:spChg>
        <pc:spChg chg="mod">
          <ac:chgData name="Duncan Young" userId="0d05c5b8-70c0-48c4-9720-582aed650fb7" providerId="ADAL" clId="{39B09168-2D64-4679-9209-243C3D2608B1}" dt="2026-08-11T07:10:29.565" v="596" actId="1076"/>
          <ac:spMkLst>
            <pc:docMk/>
            <pc:sldMk cId="1087006648" sldId="2147483636"/>
            <ac:spMk id="46" creationId="{04D42E50-C7B2-46ED-C9E2-E23F05CD423B}"/>
          </ac:spMkLst>
        </pc:spChg>
        <pc:spChg chg="mod">
          <ac:chgData name="Duncan Young" userId="0d05c5b8-70c0-48c4-9720-582aed650fb7" providerId="ADAL" clId="{39B09168-2D64-4679-9209-243C3D2608B1}" dt="2026-08-11T07:07:48.915" v="539" actId="1076"/>
          <ac:spMkLst>
            <pc:docMk/>
            <pc:sldMk cId="1087006648" sldId="2147483636"/>
            <ac:spMk id="47" creationId="{2EE30D68-8DB3-8A12-795A-B7E1F58E78A9}"/>
          </ac:spMkLst>
        </pc:spChg>
        <pc:spChg chg="mod">
          <ac:chgData name="Duncan Young" userId="0d05c5b8-70c0-48c4-9720-582aed650fb7" providerId="ADAL" clId="{39B09168-2D64-4679-9209-243C3D2608B1}" dt="2026-08-11T07:10:01.030" v="590" actId="1038"/>
          <ac:spMkLst>
            <pc:docMk/>
            <pc:sldMk cId="1087006648" sldId="2147483636"/>
            <ac:spMk id="48" creationId="{EAC6CF6D-4D11-B2D7-23E4-BB72FC0B353D}"/>
          </ac:spMkLst>
        </pc:spChg>
        <pc:spChg chg="add mod">
          <ac:chgData name="Duncan Young" userId="0d05c5b8-70c0-48c4-9720-582aed650fb7" providerId="ADAL" clId="{39B09168-2D64-4679-9209-243C3D2608B1}" dt="2026-08-11T07:04:40.688" v="524" actId="1036"/>
          <ac:spMkLst>
            <pc:docMk/>
            <pc:sldMk cId="1087006648" sldId="2147483636"/>
            <ac:spMk id="49" creationId="{321943C5-8334-E95E-69C8-E91E56AE35DB}"/>
          </ac:spMkLst>
        </pc:spChg>
        <pc:spChg chg="add mod">
          <ac:chgData name="Duncan Young" userId="0d05c5b8-70c0-48c4-9720-582aed650fb7" providerId="ADAL" clId="{39B09168-2D64-4679-9209-243C3D2608B1}" dt="2026-08-11T07:10:01.030" v="590" actId="1038"/>
          <ac:spMkLst>
            <pc:docMk/>
            <pc:sldMk cId="1087006648" sldId="2147483636"/>
            <ac:spMk id="50" creationId="{0DBC8D5C-B4F5-6A97-D762-0FF4E5CD9834}"/>
          </ac:spMkLst>
        </pc:spChg>
        <pc:spChg chg="mod">
          <ac:chgData name="Duncan Young" userId="0d05c5b8-70c0-48c4-9720-582aed650fb7" providerId="ADAL" clId="{39B09168-2D64-4679-9209-243C3D2608B1}" dt="2026-08-11T07:09:35.070" v="555" actId="1076"/>
          <ac:spMkLst>
            <pc:docMk/>
            <pc:sldMk cId="1087006648" sldId="2147483636"/>
            <ac:spMk id="51" creationId="{E0E713AB-BCD2-3FB7-BB3E-0E40EFF5ADC8}"/>
          </ac:spMkLst>
        </pc:spChg>
        <pc:spChg chg="mod">
          <ac:chgData name="Duncan Young" userId="0d05c5b8-70c0-48c4-9720-582aed650fb7" providerId="ADAL" clId="{39B09168-2D64-4679-9209-243C3D2608B1}" dt="2026-08-11T07:07:48.915" v="539" actId="1076"/>
          <ac:spMkLst>
            <pc:docMk/>
            <pc:sldMk cId="1087006648" sldId="2147483636"/>
            <ac:spMk id="52" creationId="{1F706552-577F-FBF1-078E-78D3C2CA59AF}"/>
          </ac:spMkLst>
        </pc:spChg>
        <pc:spChg chg="add mod">
          <ac:chgData name="Duncan Young" userId="0d05c5b8-70c0-48c4-9720-582aed650fb7" providerId="ADAL" clId="{39B09168-2D64-4679-9209-243C3D2608B1}" dt="2026-08-11T07:04:40.688" v="524" actId="1036"/>
          <ac:spMkLst>
            <pc:docMk/>
            <pc:sldMk cId="1087006648" sldId="2147483636"/>
            <ac:spMk id="54" creationId="{55D20944-2012-EA5D-3163-269041E3BAF6}"/>
          </ac:spMkLst>
        </pc:spChg>
        <pc:spChg chg="add mod">
          <ac:chgData name="Duncan Young" userId="0d05c5b8-70c0-48c4-9720-582aed650fb7" providerId="ADAL" clId="{39B09168-2D64-4679-9209-243C3D2608B1}" dt="2026-08-11T07:10:01.030" v="590" actId="1038"/>
          <ac:spMkLst>
            <pc:docMk/>
            <pc:sldMk cId="1087006648" sldId="2147483636"/>
            <ac:spMk id="55" creationId="{66FA0A2E-7D78-FF2F-641A-549BBB0F1E86}"/>
          </ac:spMkLst>
        </pc:spChg>
        <pc:spChg chg="add mod">
          <ac:chgData name="Duncan Young" userId="0d05c5b8-70c0-48c4-9720-582aed650fb7" providerId="ADAL" clId="{39B09168-2D64-4679-9209-243C3D2608B1}" dt="2026-08-11T07:09:15.246" v="550" actId="1076"/>
          <ac:spMkLst>
            <pc:docMk/>
            <pc:sldMk cId="1087006648" sldId="2147483636"/>
            <ac:spMk id="56" creationId="{68A1C172-F4E6-0A17-5F4C-A15C0C3E52F1}"/>
          </ac:spMkLst>
        </pc:spChg>
        <pc:spChg chg="mod">
          <ac:chgData name="Duncan Young" userId="0d05c5b8-70c0-48c4-9720-582aed650fb7" providerId="ADAL" clId="{39B09168-2D64-4679-9209-243C3D2608B1}" dt="2026-08-11T07:07:48.915" v="539" actId="1076"/>
          <ac:spMkLst>
            <pc:docMk/>
            <pc:sldMk cId="1087006648" sldId="2147483636"/>
            <ac:spMk id="57" creationId="{67022E67-1534-7FE7-00EB-D9D09C47F88F}"/>
          </ac:spMkLst>
        </pc:spChg>
        <pc:spChg chg="mod">
          <ac:chgData name="Duncan Young" userId="0d05c5b8-70c0-48c4-9720-582aed650fb7" providerId="ADAL" clId="{39B09168-2D64-4679-9209-243C3D2608B1}" dt="2026-08-11T07:10:01.030" v="590" actId="1038"/>
          <ac:spMkLst>
            <pc:docMk/>
            <pc:sldMk cId="1087006648" sldId="2147483636"/>
            <ac:spMk id="60" creationId="{50C5988B-938D-0314-D1D5-4926EA15512E}"/>
          </ac:spMkLst>
        </pc:spChg>
        <pc:spChg chg="add mod">
          <ac:chgData name="Duncan Young" userId="0d05c5b8-70c0-48c4-9720-582aed650fb7" providerId="ADAL" clId="{39B09168-2D64-4679-9209-243C3D2608B1}" dt="2026-08-11T07:10:01.030" v="590" actId="1038"/>
          <ac:spMkLst>
            <pc:docMk/>
            <pc:sldMk cId="1087006648" sldId="2147483636"/>
            <ac:spMk id="61" creationId="{77D854F8-F30D-5D8F-1B37-AC1F7CB5C141}"/>
          </ac:spMkLst>
        </pc:spChg>
        <pc:spChg chg="mod">
          <ac:chgData name="Duncan Young" userId="0d05c5b8-70c0-48c4-9720-582aed650fb7" providerId="ADAL" clId="{39B09168-2D64-4679-9209-243C3D2608B1}" dt="2026-08-11T07:10:01.030" v="590" actId="1038"/>
          <ac:spMkLst>
            <pc:docMk/>
            <pc:sldMk cId="1087006648" sldId="2147483636"/>
            <ac:spMk id="62" creationId="{FF560123-5D0B-DB11-6A71-ED380F6C328B}"/>
          </ac:spMkLst>
        </pc:spChg>
        <pc:spChg chg="mod">
          <ac:chgData name="Duncan Young" userId="0d05c5b8-70c0-48c4-9720-582aed650fb7" providerId="ADAL" clId="{39B09168-2D64-4679-9209-243C3D2608B1}" dt="2026-08-11T07:10:01.030" v="590" actId="1038"/>
          <ac:spMkLst>
            <pc:docMk/>
            <pc:sldMk cId="1087006648" sldId="2147483636"/>
            <ac:spMk id="65" creationId="{74EAB990-200A-29D6-5AE7-2A897F196162}"/>
          </ac:spMkLst>
        </pc:spChg>
      </pc:sldChg>
      <pc:sldChg chg="ord">
        <pc:chgData name="Duncan Young" userId="0d05c5b8-70c0-48c4-9720-582aed650fb7" providerId="ADAL" clId="{39B09168-2D64-4679-9209-243C3D2608B1}" dt="2026-08-11T07:42:48.750" v="992"/>
        <pc:sldMkLst>
          <pc:docMk/>
          <pc:sldMk cId="2088358800" sldId="2147483643"/>
        </pc:sldMkLst>
      </pc:sldChg>
      <pc:sldChg chg="modSp mod">
        <pc:chgData name="Duncan Young" userId="0d05c5b8-70c0-48c4-9720-582aed650fb7" providerId="ADAL" clId="{39B09168-2D64-4679-9209-243C3D2608B1}" dt="2026-08-11T07:00:32.079" v="451" actId="20577"/>
        <pc:sldMkLst>
          <pc:docMk/>
          <pc:sldMk cId="442545606" sldId="2147483644"/>
        </pc:sldMkLst>
        <pc:spChg chg="mod">
          <ac:chgData name="Duncan Young" userId="0d05c5b8-70c0-48c4-9720-582aed650fb7" providerId="ADAL" clId="{39B09168-2D64-4679-9209-243C3D2608B1}" dt="2026-08-11T06:59:33.882" v="363" actId="313"/>
          <ac:spMkLst>
            <pc:docMk/>
            <pc:sldMk cId="442545606" sldId="2147483644"/>
            <ac:spMk id="3" creationId="{F0CED5B7-D30A-7707-4F12-3ACA39EAFA45}"/>
          </ac:spMkLst>
        </pc:spChg>
        <pc:graphicFrameChg chg="mod modGraphic">
          <ac:chgData name="Duncan Young" userId="0d05c5b8-70c0-48c4-9720-582aed650fb7" providerId="ADAL" clId="{39B09168-2D64-4679-9209-243C3D2608B1}" dt="2026-08-11T07:00:32.079" v="451" actId="20577"/>
          <ac:graphicFrameMkLst>
            <pc:docMk/>
            <pc:sldMk cId="442545606" sldId="2147483644"/>
            <ac:graphicFrameMk id="5" creationId="{FD9F0040-8717-C080-0479-58A12830753F}"/>
          </ac:graphicFrameMkLst>
        </pc:graphicFrameChg>
      </pc:sldChg>
      <pc:sldChg chg="modSp mod">
        <pc:chgData name="Duncan Young" userId="0d05c5b8-70c0-48c4-9720-582aed650fb7" providerId="ADAL" clId="{39B09168-2D64-4679-9209-243C3D2608B1}" dt="2026-08-11T07:01:09.180" v="458" actId="20577"/>
        <pc:sldMkLst>
          <pc:docMk/>
          <pc:sldMk cId="1248296438" sldId="2147483645"/>
        </pc:sldMkLst>
        <pc:spChg chg="mod">
          <ac:chgData name="Duncan Young" userId="0d05c5b8-70c0-48c4-9720-582aed650fb7" providerId="ADAL" clId="{39B09168-2D64-4679-9209-243C3D2608B1}" dt="2026-08-11T07:01:09.180" v="458" actId="20577"/>
          <ac:spMkLst>
            <pc:docMk/>
            <pc:sldMk cId="1248296438" sldId="2147483645"/>
            <ac:spMk id="3" creationId="{F80FD4F9-BE7D-92FF-7757-4C74768BFCA5}"/>
          </ac:spMkLst>
        </pc:spChg>
      </pc:sldChg>
      <pc:sldChg chg="addSp delSp modSp add mod">
        <pc:chgData name="Duncan Young" userId="0d05c5b8-70c0-48c4-9720-582aed650fb7" providerId="ADAL" clId="{39B09168-2D64-4679-9209-243C3D2608B1}" dt="2026-08-11T06:56:57.718" v="304" actId="313"/>
        <pc:sldMkLst>
          <pc:docMk/>
          <pc:sldMk cId="277495611" sldId="2147483647"/>
        </pc:sldMkLst>
        <pc:spChg chg="add mod">
          <ac:chgData name="Duncan Young" userId="0d05c5b8-70c0-48c4-9720-582aed650fb7" providerId="ADAL" clId="{39B09168-2D64-4679-9209-243C3D2608B1}" dt="2026-08-10T22:27:42.161" v="296" actId="1076"/>
          <ac:spMkLst>
            <pc:docMk/>
            <pc:sldMk cId="277495611" sldId="2147483647"/>
            <ac:spMk id="27" creationId="{5DA63FF0-95A7-4658-FCBB-10D8A0A7A9FE}"/>
          </ac:spMkLst>
        </pc:spChg>
        <pc:spChg chg="add mod">
          <ac:chgData name="Duncan Young" userId="0d05c5b8-70c0-48c4-9720-582aed650fb7" providerId="ADAL" clId="{39B09168-2D64-4679-9209-243C3D2608B1}" dt="2026-08-10T22:28:07.441" v="297" actId="403"/>
          <ac:spMkLst>
            <pc:docMk/>
            <pc:sldMk cId="277495611" sldId="2147483647"/>
            <ac:spMk id="29" creationId="{438E9286-40C8-5754-6A97-40E1041C0B77}"/>
          </ac:spMkLst>
        </pc:spChg>
        <pc:spChg chg="add mod">
          <ac:chgData name="Duncan Young" userId="0d05c5b8-70c0-48c4-9720-582aed650fb7" providerId="ADAL" clId="{39B09168-2D64-4679-9209-243C3D2608B1}" dt="2026-08-10T22:28:07.441" v="297" actId="403"/>
          <ac:spMkLst>
            <pc:docMk/>
            <pc:sldMk cId="277495611" sldId="2147483647"/>
            <ac:spMk id="31" creationId="{EBB7AC39-1C4D-F0DF-407F-A14C17F62865}"/>
          </ac:spMkLst>
        </pc:spChg>
        <pc:spChg chg="add mod">
          <ac:chgData name="Duncan Young" userId="0d05c5b8-70c0-48c4-9720-582aed650fb7" providerId="ADAL" clId="{39B09168-2D64-4679-9209-243C3D2608B1}" dt="2026-08-10T22:28:07.441" v="297" actId="403"/>
          <ac:spMkLst>
            <pc:docMk/>
            <pc:sldMk cId="277495611" sldId="2147483647"/>
            <ac:spMk id="33" creationId="{5F6314E4-99C4-6627-C864-50FCAB2CE835}"/>
          </ac:spMkLst>
        </pc:spChg>
        <pc:spChg chg="add mod">
          <ac:chgData name="Duncan Young" userId="0d05c5b8-70c0-48c4-9720-582aed650fb7" providerId="ADAL" clId="{39B09168-2D64-4679-9209-243C3D2608B1}" dt="2026-08-10T22:28:21.058" v="298" actId="255"/>
          <ac:spMkLst>
            <pc:docMk/>
            <pc:sldMk cId="277495611" sldId="2147483647"/>
            <ac:spMk id="35" creationId="{2679C8C0-B208-2B00-8997-D1A462FC0475}"/>
          </ac:spMkLst>
        </pc:spChg>
        <pc:spChg chg="add mod">
          <ac:chgData name="Duncan Young" userId="0d05c5b8-70c0-48c4-9720-582aed650fb7" providerId="ADAL" clId="{39B09168-2D64-4679-9209-243C3D2608B1}" dt="2026-08-10T22:28:07.441" v="297" actId="403"/>
          <ac:spMkLst>
            <pc:docMk/>
            <pc:sldMk cId="277495611" sldId="2147483647"/>
            <ac:spMk id="37" creationId="{E523D296-BE41-4F1E-04CF-49704D34F4B6}"/>
          </ac:spMkLst>
        </pc:spChg>
        <pc:spChg chg="add mod">
          <ac:chgData name="Duncan Young" userId="0d05c5b8-70c0-48c4-9720-582aed650fb7" providerId="ADAL" clId="{39B09168-2D64-4679-9209-243C3D2608B1}" dt="2026-08-11T06:56:57.718" v="304" actId="313"/>
          <ac:spMkLst>
            <pc:docMk/>
            <pc:sldMk cId="277495611" sldId="2147483647"/>
            <ac:spMk id="39" creationId="{0CAB9F4B-EDA3-EF14-AE5A-9BA7D3490098}"/>
          </ac:spMkLst>
        </pc:spChg>
        <pc:spChg chg="mod">
          <ac:chgData name="Duncan Young" userId="0d05c5b8-70c0-48c4-9720-582aed650fb7" providerId="ADAL" clId="{39B09168-2D64-4679-9209-243C3D2608B1}" dt="2026-08-10T22:28:21.058" v="298" actId="255"/>
          <ac:spMkLst>
            <pc:docMk/>
            <pc:sldMk cId="277495611" sldId="2147483647"/>
            <ac:spMk id="41" creationId="{67B81822-905A-18EC-7C66-06030593E7DD}"/>
          </ac:spMkLst>
        </pc:spChg>
        <pc:spChg chg="add mod">
          <ac:chgData name="Duncan Young" userId="0d05c5b8-70c0-48c4-9720-582aed650fb7" providerId="ADAL" clId="{39B09168-2D64-4679-9209-243C3D2608B1}" dt="2026-08-10T22:28:07.441" v="297" actId="403"/>
          <ac:spMkLst>
            <pc:docMk/>
            <pc:sldMk cId="277495611" sldId="2147483647"/>
            <ac:spMk id="43" creationId="{9C1D004E-24C4-3C00-C061-1CEE405EE8E4}"/>
          </ac:spMkLst>
        </pc:spChg>
        <pc:spChg chg="add mod">
          <ac:chgData name="Duncan Young" userId="0d05c5b8-70c0-48c4-9720-582aed650fb7" providerId="ADAL" clId="{39B09168-2D64-4679-9209-243C3D2608B1}" dt="2026-08-10T22:28:21.058" v="298" actId="255"/>
          <ac:spMkLst>
            <pc:docMk/>
            <pc:sldMk cId="277495611" sldId="2147483647"/>
            <ac:spMk id="47" creationId="{696D8E72-405A-920E-FE2B-46F1C48DA1CF}"/>
          </ac:spMkLst>
        </pc:spChg>
        <pc:spChg chg="add mod">
          <ac:chgData name="Duncan Young" userId="0d05c5b8-70c0-48c4-9720-582aed650fb7" providerId="ADAL" clId="{39B09168-2D64-4679-9209-243C3D2608B1}" dt="2026-08-10T22:28:07.441" v="297" actId="403"/>
          <ac:spMkLst>
            <pc:docMk/>
            <pc:sldMk cId="277495611" sldId="2147483647"/>
            <ac:spMk id="51" creationId="{3C00DAFC-738C-DDAE-6F06-7B8CA4EDFE16}"/>
          </ac:spMkLst>
        </pc:spChg>
        <pc:spChg chg="mod">
          <ac:chgData name="Duncan Young" userId="0d05c5b8-70c0-48c4-9720-582aed650fb7" providerId="ADAL" clId="{39B09168-2D64-4679-9209-243C3D2608B1}" dt="2026-08-10T22:28:21.058" v="298" actId="255"/>
          <ac:spMkLst>
            <pc:docMk/>
            <pc:sldMk cId="277495611" sldId="2147483647"/>
            <ac:spMk id="53" creationId="{4400287C-0BA9-4974-15B9-648E0FB141C9}"/>
          </ac:spMkLst>
        </pc:spChg>
      </pc:sldChg>
    </pc:docChg>
  </pc:docChgLst>
  <pc:docChgLst>
    <pc:chgData name="Duncan Young" userId="0d05c5b8-70c0-48c4-9720-582aed650fb7" providerId="ADAL" clId="{89BBCCF8-D395-4E00-A7D8-D8153F2B3CC8}"/>
    <pc:docChg chg="custSel modSld">
      <pc:chgData name="Duncan Young" userId="0d05c5b8-70c0-48c4-9720-582aed650fb7" providerId="ADAL" clId="{89BBCCF8-D395-4E00-A7D8-D8153F2B3CC8}" dt="2026-08-13T10:30:48.606" v="0" actId="478"/>
      <pc:docMkLst>
        <pc:docMk/>
      </pc:docMkLst>
      <pc:sldChg chg="delSp mod">
        <pc:chgData name="Duncan Young" userId="0d05c5b8-70c0-48c4-9720-582aed650fb7" providerId="ADAL" clId="{89BBCCF8-D395-4E00-A7D8-D8153F2B3CC8}" dt="2026-08-13T10:30:48.606" v="0" actId="478"/>
        <pc:sldMkLst>
          <pc:docMk/>
          <pc:sldMk cId="1925827768" sldId="359"/>
        </pc:sldMkLst>
        <pc:spChg chg="del">
          <ac:chgData name="Duncan Young" userId="0d05c5b8-70c0-48c4-9720-582aed650fb7" providerId="ADAL" clId="{89BBCCF8-D395-4E00-A7D8-D8153F2B3CC8}" dt="2026-08-13T10:30:48.606" v="0" actId="478"/>
          <ac:spMkLst>
            <pc:docMk/>
            <pc:sldMk cId="1925827768" sldId="359"/>
            <ac:spMk id="6" creationId="{564347B5-4820-847E-8368-AD389D8DBC3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3FEF-4DE3-BD6C-9912D24F49E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3FEF-4DE3-BD6C-9912D24F49E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3FEF-4DE3-BD6C-9912D24F49E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3FEF-4DE3-BD6C-9912D24F49E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3FEF-4DE3-BD6C-9912D24F49E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3FEF-4DE3-BD6C-9912D24F49E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3FEF-4DE3-BD6C-9912D24F49E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3FEF-4DE3-BD6C-9912D24F49E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3FEF-4DE3-BD6C-9912D24F49E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3FEF-4DE3-BD6C-9912D24F49E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5-3FEF-4DE3-BD6C-9912D24F49E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7-3FEF-4DE3-BD6C-9912D24F49E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9-3FEF-4DE3-BD6C-9912D24F49ED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B-3FEF-4DE3-BD6C-9912D24F49ED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D-3FEF-4DE3-BD6C-9912D24F49ED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F-3FEF-4DE3-BD6C-9912D24F49ED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1-3FEF-4DE3-BD6C-9912D24F49ED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3-3FEF-4DE3-BD6C-9912D24F49ED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5-3FEF-4DE3-BD6C-9912D24F49ED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7-3FEF-4DE3-BD6C-9912D24F49ED}"/>
              </c:ext>
            </c:extLst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9-3FEF-4DE3-BD6C-9912D24F49ED}"/>
              </c:ext>
            </c:extLst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B-3FEF-4DE3-BD6C-9912D24F49ED}"/>
              </c:ext>
            </c:extLst>
          </c:dPt>
          <c:dPt>
            <c:idx val="22"/>
            <c:bubble3D val="0"/>
            <c:spPr>
              <a:solidFill>
                <a:schemeClr val="accent5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2D-3FEF-4DE3-BD6C-9912D24F49E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'Dealer DMS Split'!$G$2:$G$24</c:f>
              <c:strCache>
                <c:ptCount val="23"/>
                <c:pt idx="0">
                  <c:v>Renault Truck</c:v>
                </c:pt>
                <c:pt idx="1">
                  <c:v>Accelerator</c:v>
                </c:pt>
                <c:pt idx="2">
                  <c:v>Alpha Anywhere (Bespoke)</c:v>
                </c:pt>
                <c:pt idx="3">
                  <c:v>AS400</c:v>
                </c:pt>
                <c:pt idx="4">
                  <c:v>Bespoke</c:v>
                </c:pt>
                <c:pt idx="5">
                  <c:v>Blue</c:v>
                </c:pt>
                <c:pt idx="6">
                  <c:v>BM</c:v>
                </c:pt>
                <c:pt idx="7">
                  <c:v>CDUK</c:v>
                </c:pt>
                <c:pt idx="8">
                  <c:v>DragonDMS</c:v>
                </c:pt>
                <c:pt idx="9">
                  <c:v>Evolution</c:v>
                </c:pt>
                <c:pt idx="10">
                  <c:v>Fusion GDS - Volvo Trucks</c:v>
                </c:pt>
                <c:pt idx="11">
                  <c:v>Garage Manager</c:v>
                </c:pt>
                <c:pt idx="12">
                  <c:v>Gemini</c:v>
                </c:pt>
                <c:pt idx="13">
                  <c:v>Kerridge \ Keyloop</c:v>
                </c:pt>
                <c:pt idx="14">
                  <c:v>Motis</c:v>
                </c:pt>
                <c:pt idx="15">
                  <c:v>Navigator</c:v>
                </c:pt>
                <c:pt idx="16">
                  <c:v>No \ None</c:v>
                </c:pt>
                <c:pt idx="17">
                  <c:v>Pinnacle</c:v>
                </c:pt>
                <c:pt idx="18">
                  <c:v>PR Fleet own system (Bespoke)</c:v>
                </c:pt>
                <c:pt idx="19">
                  <c:v>QuickBooks</c:v>
                </c:pt>
                <c:pt idx="20">
                  <c:v>R2C, Lynchpin, Sage</c:v>
                </c:pt>
                <c:pt idx="21">
                  <c:v>Reynolds Power</c:v>
                </c:pt>
                <c:pt idx="22">
                  <c:v>XDMS</c:v>
                </c:pt>
              </c:strCache>
            </c:strRef>
          </c:cat>
          <c:val>
            <c:numRef>
              <c:f>'Dealer DMS Split'!$H$2:$H$24</c:f>
              <c:numCache>
                <c:formatCode>General</c:formatCode>
                <c:ptCount val="23"/>
                <c:pt idx="0">
                  <c:v>13</c:v>
                </c:pt>
                <c:pt idx="1">
                  <c:v>2</c:v>
                </c:pt>
                <c:pt idx="2">
                  <c:v>1</c:v>
                </c:pt>
                <c:pt idx="3">
                  <c:v>4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3</c:v>
                </c:pt>
                <c:pt idx="11">
                  <c:v>1</c:v>
                </c:pt>
                <c:pt idx="12">
                  <c:v>1</c:v>
                </c:pt>
                <c:pt idx="13">
                  <c:v>9</c:v>
                </c:pt>
                <c:pt idx="14">
                  <c:v>3</c:v>
                </c:pt>
                <c:pt idx="15">
                  <c:v>3</c:v>
                </c:pt>
                <c:pt idx="16">
                  <c:v>2</c:v>
                </c:pt>
                <c:pt idx="17">
                  <c:v>3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E-3FEF-4DE3-BD6C-9912D24F49ED}"/>
            </c:ext>
          </c:extLst>
        </c:ser>
        <c:ser>
          <c:idx val="1"/>
          <c:order val="1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0-3FEF-4DE3-BD6C-9912D24F49E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2-3FEF-4DE3-BD6C-9912D24F49E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4-3FEF-4DE3-BD6C-9912D24F49E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6-3FEF-4DE3-BD6C-9912D24F49E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8-3FEF-4DE3-BD6C-9912D24F49E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A-3FEF-4DE3-BD6C-9912D24F49E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C-3FEF-4DE3-BD6C-9912D24F49E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3E-3FEF-4DE3-BD6C-9912D24F49E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0-3FEF-4DE3-BD6C-9912D24F49E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2-3FEF-4DE3-BD6C-9912D24F49E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4-3FEF-4DE3-BD6C-9912D24F49E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6-3FEF-4DE3-BD6C-9912D24F49E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8-3FEF-4DE3-BD6C-9912D24F49ED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A-3FEF-4DE3-BD6C-9912D24F49ED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C-3FEF-4DE3-BD6C-9912D24F49ED}"/>
              </c:ext>
            </c:extLst>
          </c:dPt>
          <c:dPt>
            <c:idx val="15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4E-3FEF-4DE3-BD6C-9912D24F49ED}"/>
              </c:ext>
            </c:extLst>
          </c:dPt>
          <c:dPt>
            <c:idx val="16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0-3FEF-4DE3-BD6C-9912D24F49ED}"/>
              </c:ext>
            </c:extLst>
          </c:dPt>
          <c:dPt>
            <c:idx val="17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2-3FEF-4DE3-BD6C-9912D24F49ED}"/>
              </c:ext>
            </c:extLst>
          </c:dPt>
          <c:dPt>
            <c:idx val="18"/>
            <c:bubble3D val="0"/>
            <c:spPr>
              <a:solidFill>
                <a:schemeClr val="accent1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4-3FEF-4DE3-BD6C-9912D24F49ED}"/>
              </c:ext>
            </c:extLst>
          </c:dPt>
          <c:dPt>
            <c:idx val="19"/>
            <c:bubble3D val="0"/>
            <c:spPr>
              <a:solidFill>
                <a:schemeClr val="accent2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6-3FEF-4DE3-BD6C-9912D24F49ED}"/>
              </c:ext>
            </c:extLst>
          </c:dPt>
          <c:dPt>
            <c:idx val="20"/>
            <c:bubble3D val="0"/>
            <c:spPr>
              <a:solidFill>
                <a:schemeClr val="accent3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8-3FEF-4DE3-BD6C-9912D24F49ED}"/>
              </c:ext>
            </c:extLst>
          </c:dPt>
          <c:dPt>
            <c:idx val="21"/>
            <c:bubble3D val="0"/>
            <c:spPr>
              <a:solidFill>
                <a:schemeClr val="accent4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A-3FEF-4DE3-BD6C-9912D24F49ED}"/>
              </c:ext>
            </c:extLst>
          </c:dPt>
          <c:dPt>
            <c:idx val="22"/>
            <c:bubble3D val="0"/>
            <c:spPr>
              <a:solidFill>
                <a:schemeClr val="accent5">
                  <a:lumMod val="80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5C-3FEF-4DE3-BD6C-9912D24F49ED}"/>
              </c:ext>
            </c:extLst>
          </c:dPt>
          <c:cat>
            <c:strRef>
              <c:f>'Dealer DMS Split'!$G$2:$G$24</c:f>
              <c:strCache>
                <c:ptCount val="23"/>
                <c:pt idx="0">
                  <c:v>Renault Truck</c:v>
                </c:pt>
                <c:pt idx="1">
                  <c:v>Accelerator</c:v>
                </c:pt>
                <c:pt idx="2">
                  <c:v>Alpha Anywhere (Bespoke)</c:v>
                </c:pt>
                <c:pt idx="3">
                  <c:v>AS400</c:v>
                </c:pt>
                <c:pt idx="4">
                  <c:v>Bespoke</c:v>
                </c:pt>
                <c:pt idx="5">
                  <c:v>Blue</c:v>
                </c:pt>
                <c:pt idx="6">
                  <c:v>BM</c:v>
                </c:pt>
                <c:pt idx="7">
                  <c:v>CDUK</c:v>
                </c:pt>
                <c:pt idx="8">
                  <c:v>DragonDMS</c:v>
                </c:pt>
                <c:pt idx="9">
                  <c:v>Evolution</c:v>
                </c:pt>
                <c:pt idx="10">
                  <c:v>Fusion GDS - Volvo Trucks</c:v>
                </c:pt>
                <c:pt idx="11">
                  <c:v>Garage Manager</c:v>
                </c:pt>
                <c:pt idx="12">
                  <c:v>Gemini</c:v>
                </c:pt>
                <c:pt idx="13">
                  <c:v>Kerridge \ Keyloop</c:v>
                </c:pt>
                <c:pt idx="14">
                  <c:v>Motis</c:v>
                </c:pt>
                <c:pt idx="15">
                  <c:v>Navigator</c:v>
                </c:pt>
                <c:pt idx="16">
                  <c:v>No \ None</c:v>
                </c:pt>
                <c:pt idx="17">
                  <c:v>Pinnacle</c:v>
                </c:pt>
                <c:pt idx="18">
                  <c:v>PR Fleet own system (Bespoke)</c:v>
                </c:pt>
                <c:pt idx="19">
                  <c:v>QuickBooks</c:v>
                </c:pt>
                <c:pt idx="20">
                  <c:v>R2C, Lynchpin, Sage</c:v>
                </c:pt>
                <c:pt idx="21">
                  <c:v>Reynolds Power</c:v>
                </c:pt>
                <c:pt idx="22">
                  <c:v>XDMS</c:v>
                </c:pt>
              </c:strCache>
            </c:strRef>
          </c:cat>
          <c:val>
            <c:numRef>
              <c:f>'Dealer DMS Split'!$I$2:$I$24</c:f>
              <c:numCache>
                <c:formatCode>0%</c:formatCode>
                <c:ptCount val="23"/>
                <c:pt idx="0">
                  <c:v>0.22413793103448276</c:v>
                </c:pt>
                <c:pt idx="1">
                  <c:v>3.4482758620689655E-2</c:v>
                </c:pt>
                <c:pt idx="2">
                  <c:v>1.7241379310344827E-2</c:v>
                </c:pt>
                <c:pt idx="3">
                  <c:v>6.8965517241379309E-2</c:v>
                </c:pt>
                <c:pt idx="4">
                  <c:v>1.7241379310344827E-2</c:v>
                </c:pt>
                <c:pt idx="5">
                  <c:v>1.7241379310344827E-2</c:v>
                </c:pt>
                <c:pt idx="6">
                  <c:v>1.7241379310344827E-2</c:v>
                </c:pt>
                <c:pt idx="7">
                  <c:v>1.7241379310344827E-2</c:v>
                </c:pt>
                <c:pt idx="8">
                  <c:v>1.7241379310344827E-2</c:v>
                </c:pt>
                <c:pt idx="9">
                  <c:v>1.7241379310344827E-2</c:v>
                </c:pt>
                <c:pt idx="10">
                  <c:v>5.1724137931034482E-2</c:v>
                </c:pt>
                <c:pt idx="11">
                  <c:v>1.7241379310344827E-2</c:v>
                </c:pt>
                <c:pt idx="12">
                  <c:v>1.7241379310344827E-2</c:v>
                </c:pt>
                <c:pt idx="13">
                  <c:v>0.15517241379310345</c:v>
                </c:pt>
                <c:pt idx="14">
                  <c:v>5.1724137931034482E-2</c:v>
                </c:pt>
                <c:pt idx="15">
                  <c:v>5.1724137931034482E-2</c:v>
                </c:pt>
                <c:pt idx="16">
                  <c:v>3.4482758620689655E-2</c:v>
                </c:pt>
                <c:pt idx="17">
                  <c:v>5.1724137931034482E-2</c:v>
                </c:pt>
                <c:pt idx="18">
                  <c:v>1.7241379310344827E-2</c:v>
                </c:pt>
                <c:pt idx="19">
                  <c:v>1.7241379310344827E-2</c:v>
                </c:pt>
                <c:pt idx="20">
                  <c:v>1.7241379310344827E-2</c:v>
                </c:pt>
                <c:pt idx="21">
                  <c:v>1.7241379310344827E-2</c:v>
                </c:pt>
                <c:pt idx="22">
                  <c:v>5.1724137931034482E-2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5D-3FEF-4DE3-BD6C-9912D24F49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4ADE030-9838-4B09-9EDA-85CF7E696D3F}" type="doc">
      <dgm:prSet loTypeId="urn:microsoft.com/office/officeart/2005/8/layout/cycle5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GB"/>
        </a:p>
      </dgm:t>
    </dgm:pt>
    <dgm:pt modelId="{F58420AA-AEF1-4140-A65E-9934B8A6D45A}">
      <dgm:prSet phldrT="[Text]" phldr="0"/>
      <dgm:spPr>
        <a:solidFill>
          <a:srgbClr val="002664"/>
        </a:solidFill>
        <a:ln>
          <a:solidFill>
            <a:srgbClr val="002664"/>
          </a:solidFill>
        </a:ln>
      </dgm:spPr>
      <dgm:t>
        <a:bodyPr/>
        <a:lstStyle/>
        <a:p>
          <a:r>
            <a:rPr lang="en-GB" dirty="0"/>
            <a:t>TVS Receive Data From Dealer</a:t>
          </a:r>
        </a:p>
      </dgm:t>
    </dgm:pt>
    <dgm:pt modelId="{BDF3E88D-8505-45FF-9C41-004C0909540C}" type="parTrans" cxnId="{92F67D7B-9EA7-4A58-BDAA-F13D8A1538CF}">
      <dgm:prSet/>
      <dgm:spPr/>
      <dgm:t>
        <a:bodyPr/>
        <a:lstStyle/>
        <a:p>
          <a:endParaRPr lang="en-GB"/>
        </a:p>
      </dgm:t>
    </dgm:pt>
    <dgm:pt modelId="{CF8123F5-15C5-4E8B-BF40-D53053373671}" type="sibTrans" cxnId="{92F67D7B-9EA7-4A58-BDAA-F13D8A1538CF}">
      <dgm:prSet/>
      <dgm:spPr/>
      <dgm:t>
        <a:bodyPr/>
        <a:lstStyle/>
        <a:p>
          <a:endParaRPr lang="en-GB"/>
        </a:p>
      </dgm:t>
    </dgm:pt>
    <dgm:pt modelId="{61AC81D1-5C4F-44B4-8FC7-54E5E0618F4D}">
      <dgm:prSet phldrT="[Text]" phldr="0"/>
      <dgm:spPr>
        <a:solidFill>
          <a:srgbClr val="002664"/>
        </a:solidFill>
        <a:ln>
          <a:solidFill>
            <a:srgbClr val="002664"/>
          </a:solidFill>
        </a:ln>
      </dgm:spPr>
      <dgm:t>
        <a:bodyPr/>
        <a:lstStyle/>
        <a:p>
          <a:r>
            <a:rPr lang="en-GB" dirty="0"/>
            <a:t>TVS Generate Demand Forecast</a:t>
          </a:r>
        </a:p>
      </dgm:t>
    </dgm:pt>
    <dgm:pt modelId="{B40B1A1E-FD34-4DA6-B5F9-94B9A5010673}" type="parTrans" cxnId="{1DB33766-B2FF-4E6D-9EC0-3E94FBAE5B37}">
      <dgm:prSet/>
      <dgm:spPr/>
      <dgm:t>
        <a:bodyPr/>
        <a:lstStyle/>
        <a:p>
          <a:endParaRPr lang="en-GB"/>
        </a:p>
      </dgm:t>
    </dgm:pt>
    <dgm:pt modelId="{E7A18C86-31A4-412C-BC75-510980EDA100}" type="sibTrans" cxnId="{1DB33766-B2FF-4E6D-9EC0-3E94FBAE5B37}">
      <dgm:prSet/>
      <dgm:spPr/>
      <dgm:t>
        <a:bodyPr/>
        <a:lstStyle/>
        <a:p>
          <a:endParaRPr lang="en-GB"/>
        </a:p>
      </dgm:t>
    </dgm:pt>
    <dgm:pt modelId="{7881471D-1F37-40F7-9CE4-05F689845EFC}">
      <dgm:prSet phldrT="[Text]" phldr="0"/>
      <dgm:spPr>
        <a:solidFill>
          <a:srgbClr val="002664"/>
        </a:solidFill>
        <a:ln>
          <a:solidFill>
            <a:srgbClr val="002664"/>
          </a:solidFill>
        </a:ln>
      </dgm:spPr>
      <dgm:t>
        <a:bodyPr/>
        <a:lstStyle/>
        <a:p>
          <a:r>
            <a:rPr lang="en-GB" dirty="0"/>
            <a:t>TVS Send Recommended Stock Order to Dealer</a:t>
          </a:r>
        </a:p>
      </dgm:t>
    </dgm:pt>
    <dgm:pt modelId="{7E377ADA-1AD5-4D21-84AF-2057A34BFFEA}" type="parTrans" cxnId="{64A16A4B-F0CE-4251-8111-614DCB558725}">
      <dgm:prSet/>
      <dgm:spPr/>
      <dgm:t>
        <a:bodyPr/>
        <a:lstStyle/>
        <a:p>
          <a:endParaRPr lang="en-GB"/>
        </a:p>
      </dgm:t>
    </dgm:pt>
    <dgm:pt modelId="{40BF69D7-BB0E-4C7A-8510-C17F035F39BF}" type="sibTrans" cxnId="{64A16A4B-F0CE-4251-8111-614DCB558725}">
      <dgm:prSet/>
      <dgm:spPr/>
      <dgm:t>
        <a:bodyPr/>
        <a:lstStyle/>
        <a:p>
          <a:endParaRPr lang="en-GB"/>
        </a:p>
      </dgm:t>
    </dgm:pt>
    <dgm:pt modelId="{D2B4C315-845F-47B7-8A68-C43BF0970075}">
      <dgm:prSet phldrT="[Text]"/>
      <dgm:spPr>
        <a:solidFill>
          <a:srgbClr val="002664"/>
        </a:solidFill>
        <a:ln>
          <a:solidFill>
            <a:srgbClr val="002664"/>
          </a:solidFill>
        </a:ln>
      </dgm:spPr>
      <dgm:t>
        <a:bodyPr/>
        <a:lstStyle/>
        <a:p>
          <a:r>
            <a:rPr lang="en-GB" dirty="0"/>
            <a:t>Update Customer Dashboards</a:t>
          </a:r>
        </a:p>
      </dgm:t>
    </dgm:pt>
    <dgm:pt modelId="{4D251007-C50A-4410-9355-1F5A0FAFB606}" type="parTrans" cxnId="{AF2184D7-65B7-4B4A-BC40-A7ABE44778FE}">
      <dgm:prSet/>
      <dgm:spPr/>
      <dgm:t>
        <a:bodyPr/>
        <a:lstStyle/>
        <a:p>
          <a:endParaRPr lang="en-GB"/>
        </a:p>
      </dgm:t>
    </dgm:pt>
    <dgm:pt modelId="{C398B787-0517-4DA1-902B-03D1C4ACF73D}" type="sibTrans" cxnId="{AF2184D7-65B7-4B4A-BC40-A7ABE44778FE}">
      <dgm:prSet/>
      <dgm:spPr/>
      <dgm:t>
        <a:bodyPr/>
        <a:lstStyle/>
        <a:p>
          <a:endParaRPr lang="en-GB"/>
        </a:p>
      </dgm:t>
    </dgm:pt>
    <dgm:pt modelId="{C4203210-3CD0-4D05-BA77-6154EA5A4A66}">
      <dgm:prSet phldrT="[Text]" phldr="0"/>
      <dgm:spPr>
        <a:solidFill>
          <a:srgbClr val="002664"/>
        </a:solidFill>
        <a:ln>
          <a:solidFill>
            <a:srgbClr val="002664"/>
          </a:solidFill>
        </a:ln>
      </dgm:spPr>
      <dgm:t>
        <a:bodyPr/>
        <a:lstStyle/>
        <a:p>
          <a:r>
            <a:rPr lang="en-GB" dirty="0"/>
            <a:t>Send Exception Report to ITUK</a:t>
          </a:r>
        </a:p>
      </dgm:t>
    </dgm:pt>
    <dgm:pt modelId="{55718168-5276-43D1-9C5E-2B852A4F530A}" type="parTrans" cxnId="{800F49D6-AFB9-4255-B4AA-F5BCEB80C613}">
      <dgm:prSet/>
      <dgm:spPr/>
      <dgm:t>
        <a:bodyPr/>
        <a:lstStyle/>
        <a:p>
          <a:endParaRPr lang="en-GB"/>
        </a:p>
      </dgm:t>
    </dgm:pt>
    <dgm:pt modelId="{04F5A508-AB84-413D-91F8-60A0EE10019C}" type="sibTrans" cxnId="{800F49D6-AFB9-4255-B4AA-F5BCEB80C613}">
      <dgm:prSet/>
      <dgm:spPr/>
      <dgm:t>
        <a:bodyPr/>
        <a:lstStyle/>
        <a:p>
          <a:endParaRPr lang="en-GB"/>
        </a:p>
      </dgm:t>
    </dgm:pt>
    <dgm:pt modelId="{A714BA6D-79AB-41AB-A546-2514372C26AE}">
      <dgm:prSet phldrT="[Text]" phldr="0"/>
      <dgm:spPr>
        <a:solidFill>
          <a:srgbClr val="002664"/>
        </a:solidFill>
        <a:ln>
          <a:solidFill>
            <a:srgbClr val="002664"/>
          </a:solidFill>
        </a:ln>
      </dgm:spPr>
      <dgm:t>
        <a:bodyPr/>
        <a:lstStyle/>
        <a:p>
          <a:r>
            <a:rPr lang="en-GB" dirty="0"/>
            <a:t>Collaborate to Improve System</a:t>
          </a:r>
        </a:p>
      </dgm:t>
    </dgm:pt>
    <dgm:pt modelId="{06FC78B0-CC58-43BF-AAF9-264BD4D76CF5}" type="parTrans" cxnId="{D4CC713F-0A78-46BB-8029-2BE6DB1B898E}">
      <dgm:prSet/>
      <dgm:spPr/>
      <dgm:t>
        <a:bodyPr/>
        <a:lstStyle/>
        <a:p>
          <a:endParaRPr lang="en-GB"/>
        </a:p>
      </dgm:t>
    </dgm:pt>
    <dgm:pt modelId="{799EF454-9FC1-492C-AAFC-ADC26779E52C}" type="sibTrans" cxnId="{D4CC713F-0A78-46BB-8029-2BE6DB1B898E}">
      <dgm:prSet/>
      <dgm:spPr/>
      <dgm:t>
        <a:bodyPr/>
        <a:lstStyle/>
        <a:p>
          <a:endParaRPr lang="en-GB"/>
        </a:p>
      </dgm:t>
    </dgm:pt>
    <dgm:pt modelId="{BB54D7FB-348E-4C14-8A1D-35A97A164C5A}">
      <dgm:prSet phldrT="[Text]" phldr="0"/>
      <dgm:spPr>
        <a:solidFill>
          <a:srgbClr val="002664"/>
        </a:solidFill>
        <a:ln>
          <a:solidFill>
            <a:srgbClr val="002664"/>
          </a:solidFill>
        </a:ln>
      </dgm:spPr>
      <dgm:t>
        <a:bodyPr/>
        <a:lstStyle/>
        <a:p>
          <a:r>
            <a:rPr lang="en-GB" dirty="0"/>
            <a:t>Dealer Accepts, Rejects or Modifies Recommended Order</a:t>
          </a:r>
        </a:p>
      </dgm:t>
    </dgm:pt>
    <dgm:pt modelId="{A326B576-4EB8-477F-9503-1389BADCC643}" type="parTrans" cxnId="{B7D013EE-4382-4F96-9F88-EA8B0179BCCC}">
      <dgm:prSet/>
      <dgm:spPr/>
      <dgm:t>
        <a:bodyPr/>
        <a:lstStyle/>
        <a:p>
          <a:endParaRPr lang="en-GB"/>
        </a:p>
      </dgm:t>
    </dgm:pt>
    <dgm:pt modelId="{F74E08B1-792C-4BBF-8992-D86F39F82FDE}" type="sibTrans" cxnId="{B7D013EE-4382-4F96-9F88-EA8B0179BCCC}">
      <dgm:prSet/>
      <dgm:spPr/>
      <dgm:t>
        <a:bodyPr/>
        <a:lstStyle/>
        <a:p>
          <a:endParaRPr lang="en-GB"/>
        </a:p>
      </dgm:t>
    </dgm:pt>
    <dgm:pt modelId="{FAC112CD-3B5A-45B5-8487-C31FBD9482E5}" type="pres">
      <dgm:prSet presAssocID="{B4ADE030-9838-4B09-9EDA-85CF7E696D3F}" presName="cycle" presStyleCnt="0">
        <dgm:presLayoutVars>
          <dgm:dir/>
          <dgm:resizeHandles val="exact"/>
        </dgm:presLayoutVars>
      </dgm:prSet>
      <dgm:spPr/>
    </dgm:pt>
    <dgm:pt modelId="{D1343292-D7A6-4B62-8B18-A4CDBDCD4365}" type="pres">
      <dgm:prSet presAssocID="{F58420AA-AEF1-4140-A65E-9934B8A6D45A}" presName="node" presStyleLbl="node1" presStyleIdx="0" presStyleCnt="7">
        <dgm:presLayoutVars>
          <dgm:bulletEnabled val="1"/>
        </dgm:presLayoutVars>
      </dgm:prSet>
      <dgm:spPr/>
    </dgm:pt>
    <dgm:pt modelId="{5B07BE78-BFE3-4088-A437-409312FBBB7B}" type="pres">
      <dgm:prSet presAssocID="{F58420AA-AEF1-4140-A65E-9934B8A6D45A}" presName="spNode" presStyleCnt="0"/>
      <dgm:spPr/>
    </dgm:pt>
    <dgm:pt modelId="{EC2BC144-CE0E-4E97-9EB2-277FF5D45624}" type="pres">
      <dgm:prSet presAssocID="{CF8123F5-15C5-4E8B-BF40-D53053373671}" presName="sibTrans" presStyleLbl="sibTrans1D1" presStyleIdx="0" presStyleCnt="7"/>
      <dgm:spPr/>
    </dgm:pt>
    <dgm:pt modelId="{23846DBB-30D4-4AED-99BD-E91EBA83FA4E}" type="pres">
      <dgm:prSet presAssocID="{61AC81D1-5C4F-44B4-8FC7-54E5E0618F4D}" presName="node" presStyleLbl="node1" presStyleIdx="1" presStyleCnt="7">
        <dgm:presLayoutVars>
          <dgm:bulletEnabled val="1"/>
        </dgm:presLayoutVars>
      </dgm:prSet>
      <dgm:spPr/>
    </dgm:pt>
    <dgm:pt modelId="{72E66A5F-1B03-4D0E-9DCB-BAD25D22A0DF}" type="pres">
      <dgm:prSet presAssocID="{61AC81D1-5C4F-44B4-8FC7-54E5E0618F4D}" presName="spNode" presStyleCnt="0"/>
      <dgm:spPr/>
    </dgm:pt>
    <dgm:pt modelId="{21E9B0BC-DCE0-43D4-991C-6E03CBFFF292}" type="pres">
      <dgm:prSet presAssocID="{E7A18C86-31A4-412C-BC75-510980EDA100}" presName="sibTrans" presStyleLbl="sibTrans1D1" presStyleIdx="1" presStyleCnt="7"/>
      <dgm:spPr/>
    </dgm:pt>
    <dgm:pt modelId="{37E17CB7-2A32-426F-9C30-272BBFAF9480}" type="pres">
      <dgm:prSet presAssocID="{7881471D-1F37-40F7-9CE4-05F689845EFC}" presName="node" presStyleLbl="node1" presStyleIdx="2" presStyleCnt="7">
        <dgm:presLayoutVars>
          <dgm:bulletEnabled val="1"/>
        </dgm:presLayoutVars>
      </dgm:prSet>
      <dgm:spPr/>
    </dgm:pt>
    <dgm:pt modelId="{0888C499-38B3-4511-A1CA-64156247A4FF}" type="pres">
      <dgm:prSet presAssocID="{7881471D-1F37-40F7-9CE4-05F689845EFC}" presName="spNode" presStyleCnt="0"/>
      <dgm:spPr/>
    </dgm:pt>
    <dgm:pt modelId="{58A2B7DE-974F-4E24-A17C-371721E42619}" type="pres">
      <dgm:prSet presAssocID="{40BF69D7-BB0E-4C7A-8510-C17F035F39BF}" presName="sibTrans" presStyleLbl="sibTrans1D1" presStyleIdx="2" presStyleCnt="7"/>
      <dgm:spPr/>
    </dgm:pt>
    <dgm:pt modelId="{24DBB179-2241-44B9-8665-35B0DDB89450}" type="pres">
      <dgm:prSet presAssocID="{BB54D7FB-348E-4C14-8A1D-35A97A164C5A}" presName="node" presStyleLbl="node1" presStyleIdx="3" presStyleCnt="7">
        <dgm:presLayoutVars>
          <dgm:bulletEnabled val="1"/>
        </dgm:presLayoutVars>
      </dgm:prSet>
      <dgm:spPr/>
    </dgm:pt>
    <dgm:pt modelId="{F2A3209A-EB53-4A52-9C6C-C1A52FABADAA}" type="pres">
      <dgm:prSet presAssocID="{BB54D7FB-348E-4C14-8A1D-35A97A164C5A}" presName="spNode" presStyleCnt="0"/>
      <dgm:spPr/>
    </dgm:pt>
    <dgm:pt modelId="{DE9911CB-3D08-4418-9D00-0DE606ED99FD}" type="pres">
      <dgm:prSet presAssocID="{F74E08B1-792C-4BBF-8992-D86F39F82FDE}" presName="sibTrans" presStyleLbl="sibTrans1D1" presStyleIdx="3" presStyleCnt="7"/>
      <dgm:spPr/>
    </dgm:pt>
    <dgm:pt modelId="{3CD5B001-050E-4F9B-8851-5EA9333A6B56}" type="pres">
      <dgm:prSet presAssocID="{D2B4C315-845F-47B7-8A68-C43BF0970075}" presName="node" presStyleLbl="node1" presStyleIdx="4" presStyleCnt="7">
        <dgm:presLayoutVars>
          <dgm:bulletEnabled val="1"/>
        </dgm:presLayoutVars>
      </dgm:prSet>
      <dgm:spPr/>
    </dgm:pt>
    <dgm:pt modelId="{562120F6-1B75-4E00-B816-04274A687E12}" type="pres">
      <dgm:prSet presAssocID="{D2B4C315-845F-47B7-8A68-C43BF0970075}" presName="spNode" presStyleCnt="0"/>
      <dgm:spPr/>
    </dgm:pt>
    <dgm:pt modelId="{B50D16B9-1C81-4BA8-BD65-AFB7AC52E277}" type="pres">
      <dgm:prSet presAssocID="{C398B787-0517-4DA1-902B-03D1C4ACF73D}" presName="sibTrans" presStyleLbl="sibTrans1D1" presStyleIdx="4" presStyleCnt="7"/>
      <dgm:spPr/>
    </dgm:pt>
    <dgm:pt modelId="{9F5A153D-4F39-45B4-8CBB-2059032BBDF5}" type="pres">
      <dgm:prSet presAssocID="{C4203210-3CD0-4D05-BA77-6154EA5A4A66}" presName="node" presStyleLbl="node1" presStyleIdx="5" presStyleCnt="7">
        <dgm:presLayoutVars>
          <dgm:bulletEnabled val="1"/>
        </dgm:presLayoutVars>
      </dgm:prSet>
      <dgm:spPr/>
    </dgm:pt>
    <dgm:pt modelId="{E6DB46A1-F5B6-4C49-8888-59A95A797597}" type="pres">
      <dgm:prSet presAssocID="{C4203210-3CD0-4D05-BA77-6154EA5A4A66}" presName="spNode" presStyleCnt="0"/>
      <dgm:spPr/>
    </dgm:pt>
    <dgm:pt modelId="{506CBBFF-F042-41DE-A25E-43899D8ED533}" type="pres">
      <dgm:prSet presAssocID="{04F5A508-AB84-413D-91F8-60A0EE10019C}" presName="sibTrans" presStyleLbl="sibTrans1D1" presStyleIdx="5" presStyleCnt="7"/>
      <dgm:spPr/>
    </dgm:pt>
    <dgm:pt modelId="{7C29CD61-7AB4-493E-BFE1-19308F07955D}" type="pres">
      <dgm:prSet presAssocID="{A714BA6D-79AB-41AB-A546-2514372C26AE}" presName="node" presStyleLbl="node1" presStyleIdx="6" presStyleCnt="7">
        <dgm:presLayoutVars>
          <dgm:bulletEnabled val="1"/>
        </dgm:presLayoutVars>
      </dgm:prSet>
      <dgm:spPr/>
    </dgm:pt>
    <dgm:pt modelId="{438BD587-0B55-4356-BD15-93CAE4F90B80}" type="pres">
      <dgm:prSet presAssocID="{A714BA6D-79AB-41AB-A546-2514372C26AE}" presName="spNode" presStyleCnt="0"/>
      <dgm:spPr/>
    </dgm:pt>
    <dgm:pt modelId="{E4A614B3-AE7D-4B7F-89D6-0BB21E8EFB7A}" type="pres">
      <dgm:prSet presAssocID="{799EF454-9FC1-492C-AAFC-ADC26779E52C}" presName="sibTrans" presStyleLbl="sibTrans1D1" presStyleIdx="6" presStyleCnt="7"/>
      <dgm:spPr/>
    </dgm:pt>
  </dgm:ptLst>
  <dgm:cxnLst>
    <dgm:cxn modelId="{46D11C02-7592-4A65-AEFB-0FD00C02F33B}" type="presOf" srcId="{61AC81D1-5C4F-44B4-8FC7-54E5E0618F4D}" destId="{23846DBB-30D4-4AED-99BD-E91EBA83FA4E}" srcOrd="0" destOrd="0" presId="urn:microsoft.com/office/officeart/2005/8/layout/cycle5"/>
    <dgm:cxn modelId="{2FC20603-C8BC-495A-B25A-C60E0FE3E77F}" type="presOf" srcId="{F58420AA-AEF1-4140-A65E-9934B8A6D45A}" destId="{D1343292-D7A6-4B62-8B18-A4CDBDCD4365}" srcOrd="0" destOrd="0" presId="urn:microsoft.com/office/officeart/2005/8/layout/cycle5"/>
    <dgm:cxn modelId="{F88EDB14-E615-4FFE-8F81-57EE861DE890}" type="presOf" srcId="{C4203210-3CD0-4D05-BA77-6154EA5A4A66}" destId="{9F5A153D-4F39-45B4-8CBB-2059032BBDF5}" srcOrd="0" destOrd="0" presId="urn:microsoft.com/office/officeart/2005/8/layout/cycle5"/>
    <dgm:cxn modelId="{73FDD43C-74E8-4DAA-BDEA-15261931C92F}" type="presOf" srcId="{CF8123F5-15C5-4E8B-BF40-D53053373671}" destId="{EC2BC144-CE0E-4E97-9EB2-277FF5D45624}" srcOrd="0" destOrd="0" presId="urn:microsoft.com/office/officeart/2005/8/layout/cycle5"/>
    <dgm:cxn modelId="{D4CC713F-0A78-46BB-8029-2BE6DB1B898E}" srcId="{B4ADE030-9838-4B09-9EDA-85CF7E696D3F}" destId="{A714BA6D-79AB-41AB-A546-2514372C26AE}" srcOrd="6" destOrd="0" parTransId="{06FC78B0-CC58-43BF-AAF9-264BD4D76CF5}" sibTransId="{799EF454-9FC1-492C-AAFC-ADC26779E52C}"/>
    <dgm:cxn modelId="{1DB33766-B2FF-4E6D-9EC0-3E94FBAE5B37}" srcId="{B4ADE030-9838-4B09-9EDA-85CF7E696D3F}" destId="{61AC81D1-5C4F-44B4-8FC7-54E5E0618F4D}" srcOrd="1" destOrd="0" parTransId="{B40B1A1E-FD34-4DA6-B5F9-94B9A5010673}" sibTransId="{E7A18C86-31A4-412C-BC75-510980EDA100}"/>
    <dgm:cxn modelId="{64A16A4B-F0CE-4251-8111-614DCB558725}" srcId="{B4ADE030-9838-4B09-9EDA-85CF7E696D3F}" destId="{7881471D-1F37-40F7-9CE4-05F689845EFC}" srcOrd="2" destOrd="0" parTransId="{7E377ADA-1AD5-4D21-84AF-2057A34BFFEA}" sibTransId="{40BF69D7-BB0E-4C7A-8510-C17F035F39BF}"/>
    <dgm:cxn modelId="{92F67D7B-9EA7-4A58-BDAA-F13D8A1538CF}" srcId="{B4ADE030-9838-4B09-9EDA-85CF7E696D3F}" destId="{F58420AA-AEF1-4140-A65E-9934B8A6D45A}" srcOrd="0" destOrd="0" parTransId="{BDF3E88D-8505-45FF-9C41-004C0909540C}" sibTransId="{CF8123F5-15C5-4E8B-BF40-D53053373671}"/>
    <dgm:cxn modelId="{C5621188-4ED6-412D-9989-3423F1D36F7C}" type="presOf" srcId="{04F5A508-AB84-413D-91F8-60A0EE10019C}" destId="{506CBBFF-F042-41DE-A25E-43899D8ED533}" srcOrd="0" destOrd="0" presId="urn:microsoft.com/office/officeart/2005/8/layout/cycle5"/>
    <dgm:cxn modelId="{64A6598D-04B5-42FE-8E16-8D81E1AE9390}" type="presOf" srcId="{D2B4C315-845F-47B7-8A68-C43BF0970075}" destId="{3CD5B001-050E-4F9B-8851-5EA9333A6B56}" srcOrd="0" destOrd="0" presId="urn:microsoft.com/office/officeart/2005/8/layout/cycle5"/>
    <dgm:cxn modelId="{0B794690-1ECB-4F15-BACA-607CECD0D301}" type="presOf" srcId="{F74E08B1-792C-4BBF-8992-D86F39F82FDE}" destId="{DE9911CB-3D08-4418-9D00-0DE606ED99FD}" srcOrd="0" destOrd="0" presId="urn:microsoft.com/office/officeart/2005/8/layout/cycle5"/>
    <dgm:cxn modelId="{C18796A1-FFD8-43BF-A248-D361284FD987}" type="presOf" srcId="{C398B787-0517-4DA1-902B-03D1C4ACF73D}" destId="{B50D16B9-1C81-4BA8-BD65-AFB7AC52E277}" srcOrd="0" destOrd="0" presId="urn:microsoft.com/office/officeart/2005/8/layout/cycle5"/>
    <dgm:cxn modelId="{E67580A3-7DD5-4699-B80C-2B3B458C33E6}" type="presOf" srcId="{799EF454-9FC1-492C-AAFC-ADC26779E52C}" destId="{E4A614B3-AE7D-4B7F-89D6-0BB21E8EFB7A}" srcOrd="0" destOrd="0" presId="urn:microsoft.com/office/officeart/2005/8/layout/cycle5"/>
    <dgm:cxn modelId="{E07031A5-5E6C-4F73-A5E3-804B6B80619E}" type="presOf" srcId="{B4ADE030-9838-4B09-9EDA-85CF7E696D3F}" destId="{FAC112CD-3B5A-45B5-8487-C31FBD9482E5}" srcOrd="0" destOrd="0" presId="urn:microsoft.com/office/officeart/2005/8/layout/cycle5"/>
    <dgm:cxn modelId="{539DF3A5-53B8-410A-B9BA-533D86D7300A}" type="presOf" srcId="{40BF69D7-BB0E-4C7A-8510-C17F035F39BF}" destId="{58A2B7DE-974F-4E24-A17C-371721E42619}" srcOrd="0" destOrd="0" presId="urn:microsoft.com/office/officeart/2005/8/layout/cycle5"/>
    <dgm:cxn modelId="{FB767CC5-E3D7-4E30-A51B-2C2D75BD0134}" type="presOf" srcId="{BB54D7FB-348E-4C14-8A1D-35A97A164C5A}" destId="{24DBB179-2241-44B9-8665-35B0DDB89450}" srcOrd="0" destOrd="0" presId="urn:microsoft.com/office/officeart/2005/8/layout/cycle5"/>
    <dgm:cxn modelId="{C456C0D5-D725-4961-BF14-2C71BBA0F31C}" type="presOf" srcId="{A714BA6D-79AB-41AB-A546-2514372C26AE}" destId="{7C29CD61-7AB4-493E-BFE1-19308F07955D}" srcOrd="0" destOrd="0" presId="urn:microsoft.com/office/officeart/2005/8/layout/cycle5"/>
    <dgm:cxn modelId="{800F49D6-AFB9-4255-B4AA-F5BCEB80C613}" srcId="{B4ADE030-9838-4B09-9EDA-85CF7E696D3F}" destId="{C4203210-3CD0-4D05-BA77-6154EA5A4A66}" srcOrd="5" destOrd="0" parTransId="{55718168-5276-43D1-9C5E-2B852A4F530A}" sibTransId="{04F5A508-AB84-413D-91F8-60A0EE10019C}"/>
    <dgm:cxn modelId="{AF2184D7-65B7-4B4A-BC40-A7ABE44778FE}" srcId="{B4ADE030-9838-4B09-9EDA-85CF7E696D3F}" destId="{D2B4C315-845F-47B7-8A68-C43BF0970075}" srcOrd="4" destOrd="0" parTransId="{4D251007-C50A-4410-9355-1F5A0FAFB606}" sibTransId="{C398B787-0517-4DA1-902B-03D1C4ACF73D}"/>
    <dgm:cxn modelId="{B7D013EE-4382-4F96-9F88-EA8B0179BCCC}" srcId="{B4ADE030-9838-4B09-9EDA-85CF7E696D3F}" destId="{BB54D7FB-348E-4C14-8A1D-35A97A164C5A}" srcOrd="3" destOrd="0" parTransId="{A326B576-4EB8-477F-9503-1389BADCC643}" sibTransId="{F74E08B1-792C-4BBF-8992-D86F39F82FDE}"/>
    <dgm:cxn modelId="{B9993FF8-D80B-451C-AAE9-3E1443C4AE68}" type="presOf" srcId="{7881471D-1F37-40F7-9CE4-05F689845EFC}" destId="{37E17CB7-2A32-426F-9C30-272BBFAF9480}" srcOrd="0" destOrd="0" presId="urn:microsoft.com/office/officeart/2005/8/layout/cycle5"/>
    <dgm:cxn modelId="{146EE3FE-ADEF-4AC6-9844-74A1D2E24BCE}" type="presOf" srcId="{E7A18C86-31A4-412C-BC75-510980EDA100}" destId="{21E9B0BC-DCE0-43D4-991C-6E03CBFFF292}" srcOrd="0" destOrd="0" presId="urn:microsoft.com/office/officeart/2005/8/layout/cycle5"/>
    <dgm:cxn modelId="{6C6775C2-F1A3-4DBC-B180-AFDFC205100E}" type="presParOf" srcId="{FAC112CD-3B5A-45B5-8487-C31FBD9482E5}" destId="{D1343292-D7A6-4B62-8B18-A4CDBDCD4365}" srcOrd="0" destOrd="0" presId="urn:microsoft.com/office/officeart/2005/8/layout/cycle5"/>
    <dgm:cxn modelId="{6097002A-E3B1-446B-AD17-C989CCD9C7EA}" type="presParOf" srcId="{FAC112CD-3B5A-45B5-8487-C31FBD9482E5}" destId="{5B07BE78-BFE3-4088-A437-409312FBBB7B}" srcOrd="1" destOrd="0" presId="urn:microsoft.com/office/officeart/2005/8/layout/cycle5"/>
    <dgm:cxn modelId="{E1773678-1FEC-4F06-B92F-522F34AB2E33}" type="presParOf" srcId="{FAC112CD-3B5A-45B5-8487-C31FBD9482E5}" destId="{EC2BC144-CE0E-4E97-9EB2-277FF5D45624}" srcOrd="2" destOrd="0" presId="urn:microsoft.com/office/officeart/2005/8/layout/cycle5"/>
    <dgm:cxn modelId="{2C536DE3-DC0B-4A58-9704-FF62E864B796}" type="presParOf" srcId="{FAC112CD-3B5A-45B5-8487-C31FBD9482E5}" destId="{23846DBB-30D4-4AED-99BD-E91EBA83FA4E}" srcOrd="3" destOrd="0" presId="urn:microsoft.com/office/officeart/2005/8/layout/cycle5"/>
    <dgm:cxn modelId="{17D485EE-B056-44F4-A2C4-7FE6FC265CF8}" type="presParOf" srcId="{FAC112CD-3B5A-45B5-8487-C31FBD9482E5}" destId="{72E66A5F-1B03-4D0E-9DCB-BAD25D22A0DF}" srcOrd="4" destOrd="0" presId="urn:microsoft.com/office/officeart/2005/8/layout/cycle5"/>
    <dgm:cxn modelId="{B889CE41-E52C-45E6-9FBA-F5E8A55A13CD}" type="presParOf" srcId="{FAC112CD-3B5A-45B5-8487-C31FBD9482E5}" destId="{21E9B0BC-DCE0-43D4-991C-6E03CBFFF292}" srcOrd="5" destOrd="0" presId="urn:microsoft.com/office/officeart/2005/8/layout/cycle5"/>
    <dgm:cxn modelId="{8827D7D5-9EBD-4921-84F6-FEAAF623CDC2}" type="presParOf" srcId="{FAC112CD-3B5A-45B5-8487-C31FBD9482E5}" destId="{37E17CB7-2A32-426F-9C30-272BBFAF9480}" srcOrd="6" destOrd="0" presId="urn:microsoft.com/office/officeart/2005/8/layout/cycle5"/>
    <dgm:cxn modelId="{07F8838C-6D10-4330-9995-5AED68390264}" type="presParOf" srcId="{FAC112CD-3B5A-45B5-8487-C31FBD9482E5}" destId="{0888C499-38B3-4511-A1CA-64156247A4FF}" srcOrd="7" destOrd="0" presId="urn:microsoft.com/office/officeart/2005/8/layout/cycle5"/>
    <dgm:cxn modelId="{B3DD48A7-789F-4BC5-B935-CF6DD0035CA3}" type="presParOf" srcId="{FAC112CD-3B5A-45B5-8487-C31FBD9482E5}" destId="{58A2B7DE-974F-4E24-A17C-371721E42619}" srcOrd="8" destOrd="0" presId="urn:microsoft.com/office/officeart/2005/8/layout/cycle5"/>
    <dgm:cxn modelId="{E1DC9158-82DD-4A33-AA58-4515CC744ABE}" type="presParOf" srcId="{FAC112CD-3B5A-45B5-8487-C31FBD9482E5}" destId="{24DBB179-2241-44B9-8665-35B0DDB89450}" srcOrd="9" destOrd="0" presId="urn:microsoft.com/office/officeart/2005/8/layout/cycle5"/>
    <dgm:cxn modelId="{486D213D-48F1-4B03-9172-2A664A39F7F0}" type="presParOf" srcId="{FAC112CD-3B5A-45B5-8487-C31FBD9482E5}" destId="{F2A3209A-EB53-4A52-9C6C-C1A52FABADAA}" srcOrd="10" destOrd="0" presId="urn:microsoft.com/office/officeart/2005/8/layout/cycle5"/>
    <dgm:cxn modelId="{89CC4B26-EC70-473D-8014-EA6F26D42697}" type="presParOf" srcId="{FAC112CD-3B5A-45B5-8487-C31FBD9482E5}" destId="{DE9911CB-3D08-4418-9D00-0DE606ED99FD}" srcOrd="11" destOrd="0" presId="urn:microsoft.com/office/officeart/2005/8/layout/cycle5"/>
    <dgm:cxn modelId="{B5C91222-E252-476A-A8BA-E44DF6AD0EA2}" type="presParOf" srcId="{FAC112CD-3B5A-45B5-8487-C31FBD9482E5}" destId="{3CD5B001-050E-4F9B-8851-5EA9333A6B56}" srcOrd="12" destOrd="0" presId="urn:microsoft.com/office/officeart/2005/8/layout/cycle5"/>
    <dgm:cxn modelId="{15736AD4-E1F1-4414-8450-D7ED373BBEDA}" type="presParOf" srcId="{FAC112CD-3B5A-45B5-8487-C31FBD9482E5}" destId="{562120F6-1B75-4E00-B816-04274A687E12}" srcOrd="13" destOrd="0" presId="urn:microsoft.com/office/officeart/2005/8/layout/cycle5"/>
    <dgm:cxn modelId="{A6BB93F0-463B-4E32-85FC-2C538DCA8071}" type="presParOf" srcId="{FAC112CD-3B5A-45B5-8487-C31FBD9482E5}" destId="{B50D16B9-1C81-4BA8-BD65-AFB7AC52E277}" srcOrd="14" destOrd="0" presId="urn:microsoft.com/office/officeart/2005/8/layout/cycle5"/>
    <dgm:cxn modelId="{A0EDF1DF-3509-4441-A8AA-839CE9801369}" type="presParOf" srcId="{FAC112CD-3B5A-45B5-8487-C31FBD9482E5}" destId="{9F5A153D-4F39-45B4-8CBB-2059032BBDF5}" srcOrd="15" destOrd="0" presId="urn:microsoft.com/office/officeart/2005/8/layout/cycle5"/>
    <dgm:cxn modelId="{E326E485-A888-4FFF-B34D-AAC05057E9E0}" type="presParOf" srcId="{FAC112CD-3B5A-45B5-8487-C31FBD9482E5}" destId="{E6DB46A1-F5B6-4C49-8888-59A95A797597}" srcOrd="16" destOrd="0" presId="urn:microsoft.com/office/officeart/2005/8/layout/cycle5"/>
    <dgm:cxn modelId="{581AF73F-31CC-416B-88E2-3CFFE8BA25CD}" type="presParOf" srcId="{FAC112CD-3B5A-45B5-8487-C31FBD9482E5}" destId="{506CBBFF-F042-41DE-A25E-43899D8ED533}" srcOrd="17" destOrd="0" presId="urn:microsoft.com/office/officeart/2005/8/layout/cycle5"/>
    <dgm:cxn modelId="{B7E88EE8-EC37-41AA-921A-0AD014761474}" type="presParOf" srcId="{FAC112CD-3B5A-45B5-8487-C31FBD9482E5}" destId="{7C29CD61-7AB4-493E-BFE1-19308F07955D}" srcOrd="18" destOrd="0" presId="urn:microsoft.com/office/officeart/2005/8/layout/cycle5"/>
    <dgm:cxn modelId="{9CC9A66D-B67D-442D-90A3-0C7217F68C39}" type="presParOf" srcId="{FAC112CD-3B5A-45B5-8487-C31FBD9482E5}" destId="{438BD587-0B55-4356-BD15-93CAE4F90B80}" srcOrd="19" destOrd="0" presId="urn:microsoft.com/office/officeart/2005/8/layout/cycle5"/>
    <dgm:cxn modelId="{215CD53F-9B96-44A7-BDF0-8BB6D4543928}" type="presParOf" srcId="{FAC112CD-3B5A-45B5-8487-C31FBD9482E5}" destId="{E4A614B3-AE7D-4B7F-89D6-0BB21E8EFB7A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343292-D7A6-4B62-8B18-A4CDBDCD4365}">
      <dsp:nvSpPr>
        <dsp:cNvPr id="0" name=""/>
        <dsp:cNvSpPr/>
      </dsp:nvSpPr>
      <dsp:spPr>
        <a:xfrm>
          <a:off x="3023371" y="980"/>
          <a:ext cx="1220704" cy="793457"/>
        </a:xfrm>
        <a:prstGeom prst="roundRect">
          <a:avLst/>
        </a:prstGeom>
        <a:solidFill>
          <a:srgbClr val="002664"/>
        </a:solidFill>
        <a:ln w="19050" cap="flat" cmpd="sng" algn="ctr">
          <a:solidFill>
            <a:srgbClr val="00266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TVS Receive Data From Dealer</a:t>
          </a:r>
        </a:p>
      </dsp:txBody>
      <dsp:txXfrm>
        <a:off x="3062104" y="39713"/>
        <a:ext cx="1143238" cy="715991"/>
      </dsp:txXfrm>
    </dsp:sp>
    <dsp:sp modelId="{EC2BC144-CE0E-4E97-9EB2-277FF5D45624}">
      <dsp:nvSpPr>
        <dsp:cNvPr id="0" name=""/>
        <dsp:cNvSpPr/>
      </dsp:nvSpPr>
      <dsp:spPr>
        <a:xfrm>
          <a:off x="1371457" y="397709"/>
          <a:ext cx="4524532" cy="4524532"/>
        </a:xfrm>
        <a:custGeom>
          <a:avLst/>
          <a:gdLst/>
          <a:ahLst/>
          <a:cxnLst/>
          <a:rect l="0" t="0" r="0" b="0"/>
          <a:pathLst>
            <a:path>
              <a:moveTo>
                <a:pt x="3032032" y="134989"/>
              </a:moveTo>
              <a:arcTo wR="2262266" hR="2262266" stAng="17393576" swAng="770710"/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846DBB-30D4-4AED-99BD-E91EBA83FA4E}">
      <dsp:nvSpPr>
        <dsp:cNvPr id="0" name=""/>
        <dsp:cNvSpPr/>
      </dsp:nvSpPr>
      <dsp:spPr>
        <a:xfrm>
          <a:off x="4792082" y="852747"/>
          <a:ext cx="1220704" cy="793457"/>
        </a:xfrm>
        <a:prstGeom prst="roundRect">
          <a:avLst/>
        </a:prstGeom>
        <a:solidFill>
          <a:srgbClr val="002664"/>
        </a:solidFill>
        <a:ln w="19050" cap="flat" cmpd="sng" algn="ctr">
          <a:solidFill>
            <a:srgbClr val="00266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TVS Generate Demand Forecast</a:t>
          </a:r>
        </a:p>
      </dsp:txBody>
      <dsp:txXfrm>
        <a:off x="4830815" y="891480"/>
        <a:ext cx="1143238" cy="715991"/>
      </dsp:txXfrm>
    </dsp:sp>
    <dsp:sp modelId="{21E9B0BC-DCE0-43D4-991C-6E03CBFFF292}">
      <dsp:nvSpPr>
        <dsp:cNvPr id="0" name=""/>
        <dsp:cNvSpPr/>
      </dsp:nvSpPr>
      <dsp:spPr>
        <a:xfrm>
          <a:off x="1371457" y="397709"/>
          <a:ext cx="4524532" cy="4524532"/>
        </a:xfrm>
        <a:custGeom>
          <a:avLst/>
          <a:gdLst/>
          <a:ahLst/>
          <a:cxnLst/>
          <a:rect l="0" t="0" r="0" b="0"/>
          <a:pathLst>
            <a:path>
              <a:moveTo>
                <a:pt x="4376783" y="1458112"/>
              </a:moveTo>
              <a:arcTo wR="2262266" hR="2262266" stAng="20350687" swAng="1063391"/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E17CB7-2A32-426F-9C30-272BBFAF9480}">
      <dsp:nvSpPr>
        <dsp:cNvPr id="0" name=""/>
        <dsp:cNvSpPr/>
      </dsp:nvSpPr>
      <dsp:spPr>
        <a:xfrm>
          <a:off x="5228918" y="2766648"/>
          <a:ext cx="1220704" cy="793457"/>
        </a:xfrm>
        <a:prstGeom prst="roundRect">
          <a:avLst/>
        </a:prstGeom>
        <a:solidFill>
          <a:srgbClr val="002664"/>
        </a:solidFill>
        <a:ln w="19050" cap="flat" cmpd="sng" algn="ctr">
          <a:solidFill>
            <a:srgbClr val="00266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TVS Send Recommended Stock Order to Dealer</a:t>
          </a:r>
        </a:p>
      </dsp:txBody>
      <dsp:txXfrm>
        <a:off x="5267651" y="2805381"/>
        <a:ext cx="1143238" cy="715991"/>
      </dsp:txXfrm>
    </dsp:sp>
    <dsp:sp modelId="{58A2B7DE-974F-4E24-A17C-371721E42619}">
      <dsp:nvSpPr>
        <dsp:cNvPr id="0" name=""/>
        <dsp:cNvSpPr/>
      </dsp:nvSpPr>
      <dsp:spPr>
        <a:xfrm>
          <a:off x="1371457" y="397709"/>
          <a:ext cx="4524532" cy="4524532"/>
        </a:xfrm>
        <a:custGeom>
          <a:avLst/>
          <a:gdLst/>
          <a:ahLst/>
          <a:cxnLst/>
          <a:rect l="0" t="0" r="0" b="0"/>
          <a:pathLst>
            <a:path>
              <a:moveTo>
                <a:pt x="4259178" y="3325370"/>
              </a:moveTo>
              <a:arcTo wR="2262266" hR="2262266" stAng="1681780" swAng="834348"/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DBB179-2241-44B9-8665-35B0DDB89450}">
      <dsp:nvSpPr>
        <dsp:cNvPr id="0" name=""/>
        <dsp:cNvSpPr/>
      </dsp:nvSpPr>
      <dsp:spPr>
        <a:xfrm>
          <a:off x="4004932" y="4301478"/>
          <a:ext cx="1220704" cy="793457"/>
        </a:xfrm>
        <a:prstGeom prst="roundRect">
          <a:avLst/>
        </a:prstGeom>
        <a:solidFill>
          <a:srgbClr val="002664"/>
        </a:solidFill>
        <a:ln w="19050" cap="flat" cmpd="sng" algn="ctr">
          <a:solidFill>
            <a:srgbClr val="00266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Dealer Accepts, Rejects or Modifies Recommended Order</a:t>
          </a:r>
        </a:p>
      </dsp:txBody>
      <dsp:txXfrm>
        <a:off x="4043665" y="4340211"/>
        <a:ext cx="1143238" cy="715991"/>
      </dsp:txXfrm>
    </dsp:sp>
    <dsp:sp modelId="{DE9911CB-3D08-4418-9D00-0DE606ED99FD}">
      <dsp:nvSpPr>
        <dsp:cNvPr id="0" name=""/>
        <dsp:cNvSpPr/>
      </dsp:nvSpPr>
      <dsp:spPr>
        <a:xfrm>
          <a:off x="1371457" y="397709"/>
          <a:ext cx="4524532" cy="4524532"/>
        </a:xfrm>
        <a:custGeom>
          <a:avLst/>
          <a:gdLst/>
          <a:ahLst/>
          <a:cxnLst/>
          <a:rect l="0" t="0" r="0" b="0"/>
          <a:pathLst>
            <a:path>
              <a:moveTo>
                <a:pt x="2486309" y="4513411"/>
              </a:moveTo>
              <a:arcTo wR="2262266" hR="2262266" stAng="5058984" swAng="682032"/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D5B001-050E-4F9B-8851-5EA9333A6B56}">
      <dsp:nvSpPr>
        <dsp:cNvPr id="0" name=""/>
        <dsp:cNvSpPr/>
      </dsp:nvSpPr>
      <dsp:spPr>
        <a:xfrm>
          <a:off x="2041811" y="4301478"/>
          <a:ext cx="1220704" cy="793457"/>
        </a:xfrm>
        <a:prstGeom prst="roundRect">
          <a:avLst/>
        </a:prstGeom>
        <a:solidFill>
          <a:srgbClr val="002664"/>
        </a:solidFill>
        <a:ln w="19050" cap="flat" cmpd="sng" algn="ctr">
          <a:solidFill>
            <a:srgbClr val="00266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Update Customer Dashboards</a:t>
          </a:r>
        </a:p>
      </dsp:txBody>
      <dsp:txXfrm>
        <a:off x="2080544" y="4340211"/>
        <a:ext cx="1143238" cy="715991"/>
      </dsp:txXfrm>
    </dsp:sp>
    <dsp:sp modelId="{B50D16B9-1C81-4BA8-BD65-AFB7AC52E277}">
      <dsp:nvSpPr>
        <dsp:cNvPr id="0" name=""/>
        <dsp:cNvSpPr/>
      </dsp:nvSpPr>
      <dsp:spPr>
        <a:xfrm>
          <a:off x="1371457" y="397709"/>
          <a:ext cx="4524532" cy="4524532"/>
        </a:xfrm>
        <a:custGeom>
          <a:avLst/>
          <a:gdLst/>
          <a:ahLst/>
          <a:cxnLst/>
          <a:rect l="0" t="0" r="0" b="0"/>
          <a:pathLst>
            <a:path>
              <a:moveTo>
                <a:pt x="579370" y="3774123"/>
              </a:moveTo>
              <a:arcTo wR="2262266" hR="2262266" stAng="8283872" swAng="834348"/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5A153D-4F39-45B4-8CBB-2059032BBDF5}">
      <dsp:nvSpPr>
        <dsp:cNvPr id="0" name=""/>
        <dsp:cNvSpPr/>
      </dsp:nvSpPr>
      <dsp:spPr>
        <a:xfrm>
          <a:off x="817825" y="2766648"/>
          <a:ext cx="1220704" cy="793457"/>
        </a:xfrm>
        <a:prstGeom prst="roundRect">
          <a:avLst/>
        </a:prstGeom>
        <a:solidFill>
          <a:srgbClr val="002664"/>
        </a:solidFill>
        <a:ln w="19050" cap="flat" cmpd="sng" algn="ctr">
          <a:solidFill>
            <a:srgbClr val="00266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Send Exception Report to ITUK</a:t>
          </a:r>
        </a:p>
      </dsp:txBody>
      <dsp:txXfrm>
        <a:off x="856558" y="2805381"/>
        <a:ext cx="1143238" cy="715991"/>
      </dsp:txXfrm>
    </dsp:sp>
    <dsp:sp modelId="{506CBBFF-F042-41DE-A25E-43899D8ED533}">
      <dsp:nvSpPr>
        <dsp:cNvPr id="0" name=""/>
        <dsp:cNvSpPr/>
      </dsp:nvSpPr>
      <dsp:spPr>
        <a:xfrm>
          <a:off x="1371457" y="397709"/>
          <a:ext cx="4524532" cy="4524532"/>
        </a:xfrm>
        <a:custGeom>
          <a:avLst/>
          <a:gdLst/>
          <a:ahLst/>
          <a:cxnLst/>
          <a:rect l="0" t="0" r="0" b="0"/>
          <a:pathLst>
            <a:path>
              <a:moveTo>
                <a:pt x="3307" y="2139976"/>
              </a:moveTo>
              <a:arcTo wR="2262266" hR="2262266" stAng="10985922" swAng="1063391"/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29CD61-7AB4-493E-BFE1-19308F07955D}">
      <dsp:nvSpPr>
        <dsp:cNvPr id="0" name=""/>
        <dsp:cNvSpPr/>
      </dsp:nvSpPr>
      <dsp:spPr>
        <a:xfrm>
          <a:off x="1254660" y="852747"/>
          <a:ext cx="1220704" cy="793457"/>
        </a:xfrm>
        <a:prstGeom prst="roundRect">
          <a:avLst/>
        </a:prstGeom>
        <a:solidFill>
          <a:srgbClr val="002664"/>
        </a:solidFill>
        <a:ln w="19050" cap="flat" cmpd="sng" algn="ctr">
          <a:solidFill>
            <a:srgbClr val="002664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Collaborate to Improve System</a:t>
          </a:r>
        </a:p>
      </dsp:txBody>
      <dsp:txXfrm>
        <a:off x="1293393" y="891480"/>
        <a:ext cx="1143238" cy="715991"/>
      </dsp:txXfrm>
    </dsp:sp>
    <dsp:sp modelId="{E4A614B3-AE7D-4B7F-89D6-0BB21E8EFB7A}">
      <dsp:nvSpPr>
        <dsp:cNvPr id="0" name=""/>
        <dsp:cNvSpPr/>
      </dsp:nvSpPr>
      <dsp:spPr>
        <a:xfrm>
          <a:off x="1371457" y="397709"/>
          <a:ext cx="4524532" cy="4524532"/>
        </a:xfrm>
        <a:custGeom>
          <a:avLst/>
          <a:gdLst/>
          <a:ahLst/>
          <a:cxnLst/>
          <a:rect l="0" t="0" r="0" b="0"/>
          <a:pathLst>
            <a:path>
              <a:moveTo>
                <a:pt x="1038833" y="359357"/>
              </a:moveTo>
              <a:arcTo wR="2262266" hR="2262266" stAng="14235715" swAng="770710"/>
            </a:path>
          </a:pathLst>
        </a:custGeom>
        <a:noFill/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theme" Target="../theme/theme3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F0BA78-90CB-6716-BAB4-5230A3DF17B2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571BA2-0175-825B-7350-4BA121125589}"/>
              </a:ext>
            </a:extLst>
          </p:cNvPr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ADDA5-687F-4CA2-A9AF-6B9BF327A4DD}" type="datetimeFigureOut">
              <a:rPr lang="en-US" altLang="ja-JP" sz="1000" smtClean="0"/>
              <a:t>8/13/2026</a:t>
            </a:fld>
            <a:endParaRPr lang="ja-JP" altLang="en-US" sz="1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90FE2-FFF9-F3D2-3B9E-E27FF1500339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6A66D-1FFF-1678-14DB-F9428C5D4D3D}"/>
              </a:ext>
            </a:extLst>
          </p:cNvPr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58B59-2E2E-46A0-90ED-1E61FADAB3B5}" type="slidenum">
              <a:rPr lang="en-US" altLang="ja-JP" sz="1000" smtClean="0"/>
              <a:t>‹#›</a:t>
            </a:fld>
            <a:endParaRPr lang="ja-JP" altLang="en-US" sz="1000"/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11072DBC-7458-B0A5-006F-9A77FFDFD51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D1FC228-DC72-A1A7-7565-634640A96F61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912B6C-CE3F-D459-6033-7479C9BD4A6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59C4B25-13DC-8240-8FB3-29757822D93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5B32314-27A9-7F76-DF92-20FF4AE6A54E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F5F5B2-78CC-8E92-C577-13AF3D69C06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209272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3" Type="http://schemas.openxmlformats.org/officeDocument/2006/relationships/tags" Target="../tags/tag210.xml"/><Relationship Id="rId7" Type="http://schemas.openxmlformats.org/officeDocument/2006/relationships/tags" Target="../tags/tag214.xml"/><Relationship Id="rId2" Type="http://schemas.openxmlformats.org/officeDocument/2006/relationships/tags" Target="../tags/tag209.xml"/><Relationship Id="rId1" Type="http://schemas.openxmlformats.org/officeDocument/2006/relationships/theme" Target="../theme/theme2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E281846C-643F-4F0E-9EC5-8D1A801D89C6}" type="datetimeFigureOut">
              <a:rPr lang="en-US" altLang="ja-JP" smtClean="0"/>
              <a:pPr/>
              <a:t>8/13/2026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1691229" y="945883"/>
            <a:ext cx="3475541" cy="195499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85800" y="3449533"/>
            <a:ext cx="5486400" cy="496623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  <a:endParaRPr lang="ja-JP" altLang="en-US"/>
          </a:p>
          <a:p>
            <a:pPr lvl="2"/>
            <a:r>
              <a:rPr lang="en-US" altLang="ja-JP"/>
              <a:t>Third level</a:t>
            </a:r>
            <a:endParaRPr lang="ja-JP" altLang="en-US"/>
          </a:p>
          <a:p>
            <a:pPr lvl="3"/>
            <a:r>
              <a:rPr lang="en-US" altLang="ja-JP"/>
              <a:t>Fourth level</a:t>
            </a:r>
            <a:endParaRPr lang="ja-JP" altLang="en-US"/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altLang="en-US" dirty="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E33A13B3-A3CB-4EE5-AF82-764F8AB15C6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grpSp>
        <p:nvGrpSpPr>
          <p:cNvPr id="8" name="LOGO RED">
            <a:extLst>
              <a:ext uri="{FF2B5EF4-FFF2-40B4-BE49-F238E27FC236}">
                <a16:creationId xmlns:a16="http://schemas.microsoft.com/office/drawing/2014/main" id="{AB799E2B-D3C9-AFAE-EDB1-D544666556C1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3060184" y="8853800"/>
            <a:ext cx="737631" cy="128367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F1B57B5-583B-5F3A-D9A6-B2A0A94A862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5579C19-6679-A34E-F94B-387A1728815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DC01044-50B1-C740-5BF1-32485419907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2477F87-3264-58A2-D634-FDCE09153A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2FCB32D-1342-0DF1-099E-4A864AAFCE2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0744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92275" y="946150"/>
            <a:ext cx="3473450" cy="19542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3A13B3-A3CB-4EE5-AF82-764F8AB15C65}" type="slidenum">
              <a:rPr lang="en-US" altLang="ja-JP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49045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7.xml"/><Relationship Id="rId7" Type="http://schemas.openxmlformats.org/officeDocument/2006/relationships/image" Target="../media/image1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10" Type="http://schemas.openxmlformats.org/officeDocument/2006/relationships/image" Target="../media/image3.svg"/><Relationship Id="rId4" Type="http://schemas.openxmlformats.org/officeDocument/2006/relationships/tags" Target="../tags/tag13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10" Type="http://schemas.openxmlformats.org/officeDocument/2006/relationships/image" Target="../media/image3.svg"/><Relationship Id="rId4" Type="http://schemas.openxmlformats.org/officeDocument/2006/relationships/tags" Target="../tags/tag21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9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2.svg"/><Relationship Id="rId5" Type="http://schemas.openxmlformats.org/officeDocument/2006/relationships/tags" Target="../tags/tag3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5.xml"/><Relationship Id="rId9" Type="http://schemas.openxmlformats.org/officeDocument/2006/relationships/tags" Target="../tags/tag40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10" Type="http://schemas.openxmlformats.org/officeDocument/2006/relationships/image" Target="../media/image3.svg"/><Relationship Id="rId4" Type="http://schemas.openxmlformats.org/officeDocument/2006/relationships/tags" Target="../tags/tag44.xml"/><Relationship Id="rId9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10" Type="http://schemas.openxmlformats.org/officeDocument/2006/relationships/image" Target="../media/image3.svg"/><Relationship Id="rId4" Type="http://schemas.openxmlformats.org/officeDocument/2006/relationships/tags" Target="../tags/tag50.xml"/><Relationship Id="rId9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5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10" Type="http://schemas.openxmlformats.org/officeDocument/2006/relationships/image" Target="../media/image3.svg"/><Relationship Id="rId4" Type="http://schemas.openxmlformats.org/officeDocument/2006/relationships/tags" Target="../tags/tag56.xml"/><Relationship Id="rId9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6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10" Type="http://schemas.openxmlformats.org/officeDocument/2006/relationships/image" Target="../media/image3.svg"/><Relationship Id="rId4" Type="http://schemas.openxmlformats.org/officeDocument/2006/relationships/tags" Target="../tags/tag62.xml"/><Relationship Id="rId9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8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7" Type="http://schemas.openxmlformats.org/officeDocument/2006/relationships/image" Target="../media/image9.sv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1.xml"/><Relationship Id="rId4" Type="http://schemas.openxmlformats.org/officeDocument/2006/relationships/tags" Target="../tags/tag90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10.sv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6.xml"/><Relationship Id="rId4" Type="http://schemas.openxmlformats.org/officeDocument/2006/relationships/tags" Target="../tags/tag95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9.xml"/><Relationship Id="rId4" Type="http://schemas.openxmlformats.org/officeDocument/2006/relationships/tags" Target="../tags/tag10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4.xml"/><Relationship Id="rId4" Type="http://schemas.openxmlformats.org/officeDocument/2006/relationships/tags" Target="../tags/tag11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8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30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45.xml"/><Relationship Id="rId7" Type="http://schemas.openxmlformats.org/officeDocument/2006/relationships/tags" Target="../tags/tag149.xml"/><Relationship Id="rId2" Type="http://schemas.openxmlformats.org/officeDocument/2006/relationships/tags" Target="../tags/tag144.xml"/><Relationship Id="rId1" Type="http://schemas.openxmlformats.org/officeDocument/2006/relationships/tags" Target="../tags/tag143.xml"/><Relationship Id="rId6" Type="http://schemas.openxmlformats.org/officeDocument/2006/relationships/tags" Target="../tags/tag148.xml"/><Relationship Id="rId5" Type="http://schemas.openxmlformats.org/officeDocument/2006/relationships/tags" Target="../tags/tag147.xml"/><Relationship Id="rId4" Type="http://schemas.openxmlformats.org/officeDocument/2006/relationships/tags" Target="../tags/tag14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5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51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7" Type="http://schemas.openxmlformats.org/officeDocument/2006/relationships/image" Target="../media/image12.svg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6" Type="http://schemas.openxmlformats.org/officeDocument/2006/relationships/image" Target="../media/image1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9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62.xml"/><Relationship Id="rId7" Type="http://schemas.openxmlformats.org/officeDocument/2006/relationships/image" Target="../media/image6.svg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image" Target="../media/image1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7" Type="http://schemas.openxmlformats.org/officeDocument/2006/relationships/image" Target="../media/image12.svg"/><Relationship Id="rId2" Type="http://schemas.openxmlformats.org/officeDocument/2006/relationships/tags" Target="../tags/tag165.xml"/><Relationship Id="rId1" Type="http://schemas.openxmlformats.org/officeDocument/2006/relationships/tags" Target="../tags/tag164.xml"/><Relationship Id="rId6" Type="http://schemas.openxmlformats.org/officeDocument/2006/relationships/image" Target="../media/image13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67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70.xml"/><Relationship Id="rId7" Type="http://schemas.openxmlformats.org/officeDocument/2006/relationships/image" Target="../media/image6.svg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6" Type="http://schemas.openxmlformats.org/officeDocument/2006/relationships/image" Target="../media/image13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71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tags" Target="../tags/tag17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tags" Target="../tags/tag18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79.xml"/><Relationship Id="rId1" Type="http://schemas.openxmlformats.org/officeDocument/2006/relationships/tags" Target="../tags/tag178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2" Type="http://schemas.openxmlformats.org/officeDocument/2006/relationships/tags" Target="../tags/tag185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5" Type="http://schemas.openxmlformats.org/officeDocument/2006/relationships/tags" Target="../tags/tag188.xml"/><Relationship Id="rId10" Type="http://schemas.openxmlformats.org/officeDocument/2006/relationships/image" Target="../media/image5.svg"/><Relationship Id="rId4" Type="http://schemas.openxmlformats.org/officeDocument/2006/relationships/tags" Target="../tags/tag187.xml"/><Relationship Id="rId9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199.xml"/><Relationship Id="rId3" Type="http://schemas.openxmlformats.org/officeDocument/2006/relationships/tags" Target="../tags/tag194.xml"/><Relationship Id="rId7" Type="http://schemas.openxmlformats.org/officeDocument/2006/relationships/tags" Target="../tags/tag198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10" Type="http://schemas.openxmlformats.org/officeDocument/2006/relationships/image" Target="../media/image6.svg"/><Relationship Id="rId4" Type="http://schemas.openxmlformats.org/officeDocument/2006/relationships/tags" Target="../tags/tag195.xml"/><Relationship Id="rId9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0.xml"/><Relationship Id="rId4" Type="http://schemas.openxmlformats.org/officeDocument/2006/relationships/image" Target="../media/image2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1.xml"/><Relationship Id="rId4" Type="http://schemas.openxmlformats.org/officeDocument/2006/relationships/image" Target="../media/image15.pn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04.xml"/><Relationship Id="rId7" Type="http://schemas.openxmlformats.org/officeDocument/2006/relationships/tags" Target="../tags/tag208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11" Type="http://schemas.openxmlformats.org/officeDocument/2006/relationships/image" Target="../media/image2.svg"/><Relationship Id="rId5" Type="http://schemas.openxmlformats.org/officeDocument/2006/relationships/tags" Target="../tags/tag206.xml"/><Relationship Id="rId10" Type="http://schemas.openxmlformats.org/officeDocument/2006/relationships/image" Target="../media/image1.svg"/><Relationship Id="rId4" Type="http://schemas.openxmlformats.org/officeDocument/2006/relationships/tags" Target="../tags/tag205.xml"/><Relationship Id="rId9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 Intro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908C39C-20D9-C1AE-3AF7-BF60ABC2BCDB}"/>
              </a:ext>
            </a:extLst>
          </p:cNvPr>
          <p:cNvSpPr/>
          <p:nvPr userDrawn="1"/>
        </p:nvSpPr>
        <p:spPr>
          <a:xfrm>
            <a:off x="0" y="6383734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33D07AA-59AE-F6B7-D242-02D2D6FC51A2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20" name="Lines locked">
            <a:extLst>
              <a:ext uri="{FF2B5EF4-FFF2-40B4-BE49-F238E27FC236}">
                <a16:creationId xmlns:a16="http://schemas.microsoft.com/office/drawing/2014/main" id="{F67FE508-3830-9902-E356-983AED62310A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697200"/>
            <a:ext cx="12192000" cy="3064803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E53C9551-6F6E-0A0F-ADB5-07A7CBCB1519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D708CF01-DE81-2B96-B06E-68D3EBBCF511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A3D21425-E4F5-BA03-474C-634D8486FCC6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7">
              <a:extLst>
                <a:ext uri="{FF2B5EF4-FFF2-40B4-BE49-F238E27FC236}">
                  <a16:creationId xmlns:a16="http://schemas.microsoft.com/office/drawing/2014/main" id="{9CB8B1BA-77D6-DC8F-4FB3-8865EE53647B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8">
              <a:extLst>
                <a:ext uri="{FF2B5EF4-FFF2-40B4-BE49-F238E27FC236}">
                  <a16:creationId xmlns:a16="http://schemas.microsoft.com/office/drawing/2014/main" id="{D030864B-0F9B-6746-C7BC-71EADCBCBCB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9">
              <a:extLst>
                <a:ext uri="{FF2B5EF4-FFF2-40B4-BE49-F238E27FC236}">
                  <a16:creationId xmlns:a16="http://schemas.microsoft.com/office/drawing/2014/main" id="{7013969C-746A-E6E4-1BF7-DE8C1165F8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0">
              <a:extLst>
                <a:ext uri="{FF2B5EF4-FFF2-40B4-BE49-F238E27FC236}">
                  <a16:creationId xmlns:a16="http://schemas.microsoft.com/office/drawing/2014/main" id="{BBE85AFA-3329-2D8B-E57C-B7BAAB975F6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1">
              <a:extLst>
                <a:ext uri="{FF2B5EF4-FFF2-40B4-BE49-F238E27FC236}">
                  <a16:creationId xmlns:a16="http://schemas.microsoft.com/office/drawing/2014/main" id="{802953B5-2C95-1400-CCFC-CA2BE75E6C8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Logo ISUZU GROUP">
            <a:extLst>
              <a:ext uri="{FF2B5EF4-FFF2-40B4-BE49-F238E27FC236}">
                <a16:creationId xmlns:a16="http://schemas.microsoft.com/office/drawing/2014/main" id="{0A1AC8C0-B0DF-5EB5-B8D1-D1B625AF406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87231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Intro -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Swirl Locked">
            <a:extLst>
              <a:ext uri="{FF2B5EF4-FFF2-40B4-BE49-F238E27FC236}">
                <a16:creationId xmlns:a16="http://schemas.microsoft.com/office/drawing/2014/main" id="{04CACB78-F145-CCD3-C94E-42968604B927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3697200"/>
            <a:ext cx="12193209" cy="3162659"/>
            <a:chOff x="0" y="3699103"/>
            <a:chExt cx="12193209" cy="3162659"/>
          </a:xfrm>
        </p:grpSpPr>
        <p:sp>
          <p:nvSpPr>
            <p:cNvPr id="22" name="Freeform: Shape 4">
              <a:extLst>
                <a:ext uri="{FF2B5EF4-FFF2-40B4-BE49-F238E27FC236}">
                  <a16:creationId xmlns:a16="http://schemas.microsoft.com/office/drawing/2014/main" id="{D2641F76-BA10-207F-18FC-B54093DBB52D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C7465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5">
              <a:extLst>
                <a:ext uri="{FF2B5EF4-FFF2-40B4-BE49-F238E27FC236}">
                  <a16:creationId xmlns:a16="http://schemas.microsoft.com/office/drawing/2014/main" id="{F3B74E68-3BB9-E2F0-E168-57BA58530B5D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B5091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BA00D4DA-1DBD-CD92-6AEE-A77F06D8515E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D36B7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BC6DCA0A-34BC-3633-D2DC-4B1A1F15DCF9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1EE1E8DC-4741-59F2-A8E6-298ECF2113C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7" name="LOGO RED">
            <a:extLst>
              <a:ext uri="{FF2B5EF4-FFF2-40B4-BE49-F238E27FC236}">
                <a16:creationId xmlns:a16="http://schemas.microsoft.com/office/drawing/2014/main" id="{74F83E0D-01EF-7069-2D94-C62DE4FBC4FF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D1D9E5A-8933-E89E-ED6D-EAF0796E45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CF2E09C8-5701-0216-6D7A-C912342756F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AAB9B8E5-4885-3A73-E68B-AF083B07307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2439F794-4FCA-C0D2-50C2-BE58C0D6B0DA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BA01A36E-7597-E539-C829-E80A72D63800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Logo ISUZU GROUP">
            <a:extLst>
              <a:ext uri="{FF2B5EF4-FFF2-40B4-BE49-F238E27FC236}">
                <a16:creationId xmlns:a16="http://schemas.microsoft.com/office/drawing/2014/main" id="{CC4D5812-E907-84D8-6980-29394C9031E7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9518650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31049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 Intro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Swirl Locked">
            <a:extLst>
              <a:ext uri="{FF2B5EF4-FFF2-40B4-BE49-F238E27FC236}">
                <a16:creationId xmlns:a16="http://schemas.microsoft.com/office/drawing/2014/main" id="{61CB4AEE-A8F6-0A59-6370-5F8EDCC0863E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3697200"/>
            <a:ext cx="12193209" cy="3162659"/>
            <a:chOff x="0" y="3699103"/>
            <a:chExt cx="12193209" cy="3162659"/>
          </a:xfrm>
        </p:grpSpPr>
        <p:sp>
          <p:nvSpPr>
            <p:cNvPr id="22" name="Freeform: Shape 4">
              <a:extLst>
                <a:ext uri="{FF2B5EF4-FFF2-40B4-BE49-F238E27FC236}">
                  <a16:creationId xmlns:a16="http://schemas.microsoft.com/office/drawing/2014/main" id="{0559B8ED-E8EC-BD7C-95E5-3DD3F053D826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5">
              <a:extLst>
                <a:ext uri="{FF2B5EF4-FFF2-40B4-BE49-F238E27FC236}">
                  <a16:creationId xmlns:a16="http://schemas.microsoft.com/office/drawing/2014/main" id="{3D4C52BD-F63C-DE34-7DA8-63082B32CEAC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5">
              <a:extLst>
                <a:ext uri="{FF2B5EF4-FFF2-40B4-BE49-F238E27FC236}">
                  <a16:creationId xmlns:a16="http://schemas.microsoft.com/office/drawing/2014/main" id="{04D936A5-1222-BA67-8DA2-1EA0BAD68A74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4AF0AB7-CFFA-EDE3-7487-128BEA647526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A8ED1AA4-B47C-6727-B932-89897A7B77A8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7" name="LOGO RED">
            <a:extLst>
              <a:ext uri="{FF2B5EF4-FFF2-40B4-BE49-F238E27FC236}">
                <a16:creationId xmlns:a16="http://schemas.microsoft.com/office/drawing/2014/main" id="{B0A5A0A6-4D21-88DD-230F-43AA227C7637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8" name="Freeform: Shape 7">
              <a:extLst>
                <a:ext uri="{FF2B5EF4-FFF2-40B4-BE49-F238E27FC236}">
                  <a16:creationId xmlns:a16="http://schemas.microsoft.com/office/drawing/2014/main" id="{1E4B9F16-8B29-16B7-FC6A-666A69766D15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8">
              <a:extLst>
                <a:ext uri="{FF2B5EF4-FFF2-40B4-BE49-F238E27FC236}">
                  <a16:creationId xmlns:a16="http://schemas.microsoft.com/office/drawing/2014/main" id="{26B37C67-1164-37CE-99B5-42F168F6284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9">
              <a:extLst>
                <a:ext uri="{FF2B5EF4-FFF2-40B4-BE49-F238E27FC236}">
                  <a16:creationId xmlns:a16="http://schemas.microsoft.com/office/drawing/2014/main" id="{9EF7511A-1B6F-89F4-FAFD-59E22DD0A204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10">
              <a:extLst>
                <a:ext uri="{FF2B5EF4-FFF2-40B4-BE49-F238E27FC236}">
                  <a16:creationId xmlns:a16="http://schemas.microsoft.com/office/drawing/2014/main" id="{B8253061-C7BC-B14A-819C-1028890CAAB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11">
              <a:extLst>
                <a:ext uri="{FF2B5EF4-FFF2-40B4-BE49-F238E27FC236}">
                  <a16:creationId xmlns:a16="http://schemas.microsoft.com/office/drawing/2014/main" id="{F2469B7B-E942-BD44-AFFF-7B0D88D6E546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Logo ISUZU GROUP">
            <a:extLst>
              <a:ext uri="{FF2B5EF4-FFF2-40B4-BE49-F238E27FC236}">
                <a16:creationId xmlns:a16="http://schemas.microsoft.com/office/drawing/2014/main" id="{9598EB09-A4E7-966C-0B1B-A068B46F0A02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5"/>
            </p:custDataLst>
          </p:nvPr>
        </p:nvSpPr>
        <p:spPr>
          <a:xfrm>
            <a:off x="9518650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05559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 Intro - Red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4184176-FD9C-7D44-D04F-A7BCD747E879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3" name="Swirl Locked">
            <a:extLst>
              <a:ext uri="{FF2B5EF4-FFF2-40B4-BE49-F238E27FC236}">
                <a16:creationId xmlns:a16="http://schemas.microsoft.com/office/drawing/2014/main" id="{B9CFDEC6-D613-779F-38D5-4342A03080A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9AFC8E-90B8-5EAE-CAA6-F0671E1A6792}"/>
              </a:ext>
            </a:extLst>
          </p:cNvPr>
          <p:cNvSpPr>
            <a:spLocks noGrp="1"/>
          </p:cNvSpPr>
          <p:nvPr userDrawn="1">
            <p:ph type="ctrTitle" hasCustomPrompt="1"/>
            <p:custDataLst>
              <p:tags r:id="rId3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3DD10703-BFB7-BA06-D79E-0E466DC91DCB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21" name="LOGO RED">
            <a:extLst>
              <a:ext uri="{FF2B5EF4-FFF2-40B4-BE49-F238E27FC236}">
                <a16:creationId xmlns:a16="http://schemas.microsoft.com/office/drawing/2014/main" id="{676CD286-833A-B6E2-8F5E-6B14694E1327}"/>
              </a:ext>
            </a:extLst>
          </p:cNvPr>
          <p:cNvGrpSpPr/>
          <p:nvPr userDrawn="1">
            <p:custDataLst>
              <p:tags r:id="rId5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2" name="Freeform: Shape 26">
              <a:extLst>
                <a:ext uri="{FF2B5EF4-FFF2-40B4-BE49-F238E27FC236}">
                  <a16:creationId xmlns:a16="http://schemas.microsoft.com/office/drawing/2014/main" id="{F2A69CE2-34C0-30DB-BA6B-987F20FAAFA2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27">
              <a:extLst>
                <a:ext uri="{FF2B5EF4-FFF2-40B4-BE49-F238E27FC236}">
                  <a16:creationId xmlns:a16="http://schemas.microsoft.com/office/drawing/2014/main" id="{4906BA23-992C-22DD-AC9A-24F3E85D0646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:a16="http://schemas.microsoft.com/office/drawing/2014/main" id="{CA0FB64B-E80E-4232-A797-DEB90F49D9B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6AD1A22E-AA84-8E4E-D00D-BDD257FF2417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0">
              <a:extLst>
                <a:ext uri="{FF2B5EF4-FFF2-40B4-BE49-F238E27FC236}">
                  <a16:creationId xmlns:a16="http://schemas.microsoft.com/office/drawing/2014/main" id="{7E8D1ECF-DB51-1F21-121B-FB9CA529C9E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3" name="Logo ISUZU GROUP">
            <a:extLst>
              <a:ext uri="{FF2B5EF4-FFF2-40B4-BE49-F238E27FC236}">
                <a16:creationId xmlns:a16="http://schemas.microsoft.com/office/drawing/2014/main" id="{36A20C74-B1A7-1C8F-52FE-7695F2FB7DAD}"/>
              </a:ext>
            </a:extLst>
          </p:cNvPr>
          <p:cNvSpPr>
            <a:spLocks noGrp="1"/>
          </p:cNvSpPr>
          <p:nvPr userDrawn="1">
            <p:ph type="body" sz="quarter" idx="20" hasCustomPrompt="1"/>
            <p:custDataLst>
              <p:tags r:id="rId6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479799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 Intro - Blu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11">
            <a:extLst>
              <a:ext uri="{FF2B5EF4-FFF2-40B4-BE49-F238E27FC236}">
                <a16:creationId xmlns:a16="http://schemas.microsoft.com/office/drawing/2014/main" id="{8E073B85-40ED-7765-75EF-AF816BBF208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964641"/>
            <a:ext cx="12193211" cy="5893359"/>
          </a:xfrm>
          <a:prstGeom prst="rect">
            <a:avLst/>
          </a:prstGeom>
          <a:solidFill>
            <a:srgbClr val="33518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dirty="0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A21C5C6E-FDCB-487C-C3C5-FF3E86349BF2}"/>
              </a:ext>
            </a:extLst>
          </p:cNvPr>
          <p:cNvSpPr>
            <a:spLocks noGrp="1"/>
          </p:cNvSpPr>
          <p:nvPr userDrawn="1">
            <p:ph type="ctrTitle" hasCustomPrompt="1"/>
            <p:custDataLst>
              <p:tags r:id="rId2"/>
            </p:custDataLst>
          </p:nvPr>
        </p:nvSpPr>
        <p:spPr>
          <a:xfrm>
            <a:off x="523878" y="2059911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2" name="Subtitle 2">
            <a:extLst>
              <a:ext uri="{FF2B5EF4-FFF2-40B4-BE49-F238E27FC236}">
                <a16:creationId xmlns:a16="http://schemas.microsoft.com/office/drawing/2014/main" id="{9F537AC7-658C-D162-6007-1E9565B7A8E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3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grpSp>
        <p:nvGrpSpPr>
          <p:cNvPr id="43" name="LOGO RED">
            <a:extLst>
              <a:ext uri="{FF2B5EF4-FFF2-40B4-BE49-F238E27FC236}">
                <a16:creationId xmlns:a16="http://schemas.microsoft.com/office/drawing/2014/main" id="{7BB6A81C-59AF-1A7F-1F70-2823C6E2CD86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303421"/>
            <a:ext cx="2025604" cy="352508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4" name="Freeform: Shape 26">
              <a:extLst>
                <a:ext uri="{FF2B5EF4-FFF2-40B4-BE49-F238E27FC236}">
                  <a16:creationId xmlns:a16="http://schemas.microsoft.com/office/drawing/2014/main" id="{83C764B0-72E9-0200-59D3-615D264EAE3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27">
              <a:extLst>
                <a:ext uri="{FF2B5EF4-FFF2-40B4-BE49-F238E27FC236}">
                  <a16:creationId xmlns:a16="http://schemas.microsoft.com/office/drawing/2014/main" id="{1B376E21-E84C-BDA4-9E24-F43B5749F68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28">
              <a:extLst>
                <a:ext uri="{FF2B5EF4-FFF2-40B4-BE49-F238E27FC236}">
                  <a16:creationId xmlns:a16="http://schemas.microsoft.com/office/drawing/2014/main" id="{02D5C511-4AD3-1E2A-1BBF-4B94EB7BAC4D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29">
              <a:extLst>
                <a:ext uri="{FF2B5EF4-FFF2-40B4-BE49-F238E27FC236}">
                  <a16:creationId xmlns:a16="http://schemas.microsoft.com/office/drawing/2014/main" id="{398C2C81-8C5B-76F1-22D5-DC6AC362A8C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30">
              <a:extLst>
                <a:ext uri="{FF2B5EF4-FFF2-40B4-BE49-F238E27FC236}">
                  <a16:creationId xmlns:a16="http://schemas.microsoft.com/office/drawing/2014/main" id="{0CA427C0-4023-3500-CBFE-0D1707219FF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9" name="Logo ISUZU GROUP">
            <a:extLst>
              <a:ext uri="{FF2B5EF4-FFF2-40B4-BE49-F238E27FC236}">
                <a16:creationId xmlns:a16="http://schemas.microsoft.com/office/drawing/2014/main" id="{AB84F571-B13A-7E3A-F24D-EC81F9B3121C}"/>
              </a:ext>
            </a:extLst>
          </p:cNvPr>
          <p:cNvSpPr>
            <a:spLocks noGrp="1"/>
          </p:cNvSpPr>
          <p:nvPr userDrawn="1">
            <p:ph type="body" sz="quarter" idx="20" hasCustomPrompt="1"/>
            <p:custDataLst>
              <p:tags r:id="rId5"/>
            </p:custDataLst>
          </p:nvPr>
        </p:nvSpPr>
        <p:spPr>
          <a:xfrm>
            <a:off x="9982197" y="438149"/>
            <a:ext cx="1841501" cy="228403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46649C2D-FFF2-49F8-90B7-96CFAF91C5B3}"/>
              </a:ext>
            </a:extLst>
          </p:cNvPr>
          <p:cNvGrpSpPr/>
          <p:nvPr userDrawn="1">
            <p:custDataLst>
              <p:tags r:id="rId6"/>
            </p:custDataLst>
          </p:nvPr>
        </p:nvGrpSpPr>
        <p:grpSpPr>
          <a:xfrm>
            <a:off x="0" y="3695341"/>
            <a:ext cx="12193209" cy="3162659"/>
            <a:chOff x="0" y="3699103"/>
            <a:chExt cx="12193209" cy="3162659"/>
          </a:xfrm>
        </p:grpSpPr>
        <p:sp>
          <p:nvSpPr>
            <p:cNvPr id="3" name="Freeform: Shape 4">
              <a:extLst>
                <a:ext uri="{FF2B5EF4-FFF2-40B4-BE49-F238E27FC236}">
                  <a16:creationId xmlns:a16="http://schemas.microsoft.com/office/drawing/2014/main" id="{652CF7D2-44A5-085F-4CB4-7C7165D6647A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5985337"/>
              <a:ext cx="12193209" cy="876425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" name="Freeform: Shape 5">
              <a:extLst>
                <a:ext uri="{FF2B5EF4-FFF2-40B4-BE49-F238E27FC236}">
                  <a16:creationId xmlns:a16="http://schemas.microsoft.com/office/drawing/2014/main" id="{2C2DD17B-9DC9-16E4-3846-B2155A9FAC62}"/>
                </a:ext>
              </a:extLst>
            </p:cNvPr>
            <p:cNvSpPr/>
            <p:nvPr userDrawn="1">
              <p:custDataLst>
                <p:tags r:id="rId8"/>
              </p:custDataLst>
            </p:nvPr>
          </p:nvSpPr>
          <p:spPr>
            <a:xfrm>
              <a:off x="0" y="5985337"/>
              <a:ext cx="4060191" cy="762033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15">
              <a:extLst>
                <a:ext uri="{FF2B5EF4-FFF2-40B4-BE49-F238E27FC236}">
                  <a16:creationId xmlns:a16="http://schemas.microsoft.com/office/drawing/2014/main" id="{1EBC45D8-6C0A-F2AE-F9B9-9764B9E35FDC}"/>
                </a:ext>
              </a:extLst>
            </p:cNvPr>
            <p:cNvSpPr/>
            <p:nvPr userDrawn="1">
              <p:custDataLst>
                <p:tags r:id="rId9"/>
              </p:custDataLst>
            </p:nvPr>
          </p:nvSpPr>
          <p:spPr>
            <a:xfrm>
              <a:off x="4060191" y="3699103"/>
              <a:ext cx="8133018" cy="2286234"/>
            </a:xfrm>
            <a:custGeom>
              <a:avLst/>
              <a:gdLst>
                <a:gd name="connsiteX0" fmla="*/ 1892113 w 8133018"/>
                <a:gd name="connsiteY0" fmla="*/ 2286235 h 2286234"/>
                <a:gd name="connsiteX1" fmla="*/ 8133019 w 8133018"/>
                <a:gd name="connsiteY1" fmla="*/ 2286235 h 2286234"/>
                <a:gd name="connsiteX2" fmla="*/ 8133019 w 8133018"/>
                <a:gd name="connsiteY2" fmla="*/ 0 h 2286234"/>
                <a:gd name="connsiteX3" fmla="*/ 4071752 w 8133018"/>
                <a:gd name="connsiteY3" fmla="*/ 762034 h 2286234"/>
                <a:gd name="connsiteX4" fmla="*/ 0 w 8133018"/>
                <a:gd name="connsiteY4" fmla="*/ 2286235 h 2286234"/>
                <a:gd name="connsiteX5" fmla="*/ 1892113 w 8133018"/>
                <a:gd name="connsiteY5" fmla="*/ 2286235 h 2286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133018" h="2286234">
                  <a:moveTo>
                    <a:pt x="1892113" y="2286235"/>
                  </a:moveTo>
                  <a:lnTo>
                    <a:pt x="8133019" y="2286235"/>
                  </a:lnTo>
                  <a:cubicBezTo>
                    <a:pt x="8133019" y="2286235"/>
                    <a:pt x="8133019" y="0"/>
                    <a:pt x="8133019" y="0"/>
                  </a:cubicBezTo>
                  <a:cubicBezTo>
                    <a:pt x="6687319" y="72587"/>
                    <a:pt x="5326977" y="387536"/>
                    <a:pt x="4071752" y="762034"/>
                  </a:cubicBezTo>
                  <a:cubicBezTo>
                    <a:pt x="2715039" y="1166910"/>
                    <a:pt x="771578" y="2024651"/>
                    <a:pt x="0" y="2286235"/>
                  </a:cubicBezTo>
                  <a:lnTo>
                    <a:pt x="1892113" y="2286235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75341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 Intro - Red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1" name="Swirl Locked">
            <a:extLst>
              <a:ext uri="{FF2B5EF4-FFF2-40B4-BE49-F238E27FC236}">
                <a16:creationId xmlns:a16="http://schemas.microsoft.com/office/drawing/2014/main" id="{1F381FEE-8E63-7CD6-E3CC-BC2A3EDFE25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21EF43C-7AA3-80AA-41C1-0DF3D7839AA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2C880B51-0569-901F-B9D9-48E6FCA3488C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7FFA31-14D2-411A-D689-C6278B667FEC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</p:spTree>
    <p:extLst>
      <p:ext uri="{BB962C8B-B14F-4D97-AF65-F5344CB8AC3E}">
        <p14:creationId xmlns:p14="http://schemas.microsoft.com/office/powerpoint/2010/main" val="930782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 Intro - Red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ED771AD-A64E-2A03-C862-3E55A9C4E93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889FAF5-7AC5-C6FC-5E2B-AB33DC2AA073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7" name="Logo">
            <a:extLst>
              <a:ext uri="{FF2B5EF4-FFF2-40B4-BE49-F238E27FC236}">
                <a16:creationId xmlns:a16="http://schemas.microsoft.com/office/drawing/2014/main" id="{396B22A5-DA25-A831-F2B2-2ACBA2887AD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Swirl Locked">
            <a:extLst>
              <a:ext uri="{FF2B5EF4-FFF2-40B4-BE49-F238E27FC236}">
                <a16:creationId xmlns:a16="http://schemas.microsoft.com/office/drawing/2014/main" id="{BC0041CD-D4F8-6ECC-A104-A945A55CF40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1884800-C0A3-CE77-2AC4-08E7D1084356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17" name="Logo ISUZU GROUP">
            <a:extLst>
              <a:ext uri="{FF2B5EF4-FFF2-40B4-BE49-F238E27FC236}">
                <a16:creationId xmlns:a16="http://schemas.microsoft.com/office/drawing/2014/main" id="{949EAAC2-57E6-F525-52DE-8E3C83C69A59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07763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 Intro - Blu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4EE9E310-5BC5-6D27-EEF1-F9B1F9AB5E1D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20" name="Swirl Locked">
            <a:extLst>
              <a:ext uri="{FF2B5EF4-FFF2-40B4-BE49-F238E27FC236}">
                <a16:creationId xmlns:a16="http://schemas.microsoft.com/office/drawing/2014/main" id="{9E7F9BD1-2AAD-9AD7-E744-920B665A26F6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21EF43C-7AA3-80AA-41C1-0DF3D7839AAB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A07FFA31-14D2-411A-D689-C6278B667FEC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19" name="Logo">
            <a:extLst>
              <a:ext uri="{FF2B5EF4-FFF2-40B4-BE49-F238E27FC236}">
                <a16:creationId xmlns:a16="http://schemas.microsoft.com/office/drawing/2014/main" id="{246AC234-BC84-6DFE-2DF0-9132B93BE0D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2C880B51-0569-901F-B9D9-48E6FCA3488C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94138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 Intro - Blu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D91F24B3-F07E-E64C-A785-3CCB0344DB4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6" name="Swirl Locked">
            <a:extLst>
              <a:ext uri="{FF2B5EF4-FFF2-40B4-BE49-F238E27FC236}">
                <a16:creationId xmlns:a16="http://schemas.microsoft.com/office/drawing/2014/main" id="{E0F15026-6184-A986-FF59-9369B74E9BA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0" y="3695341"/>
            <a:ext cx="12193211" cy="3162659"/>
          </a:xfrm>
          <a:prstGeom prst="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5F10EBB-9A88-B7A7-1B08-8884C5512638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523878" y="1209054"/>
            <a:ext cx="8348792" cy="1609862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B5EB7971-0020-30F5-0DD1-28E1FC106BC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454798" y="303421"/>
            <a:ext cx="2025604" cy="352508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D4E89846-739C-C28F-B6B1-B9C87B66716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23878" y="4704538"/>
            <a:ext cx="4175713" cy="931026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ja-JP"/>
              <a:t>Date, Name, or Content</a:t>
            </a:r>
          </a:p>
        </p:txBody>
      </p:sp>
      <p:sp>
        <p:nvSpPr>
          <p:cNvPr id="25" name="Logo ISUZU GROUP">
            <a:extLst>
              <a:ext uri="{FF2B5EF4-FFF2-40B4-BE49-F238E27FC236}">
                <a16:creationId xmlns:a16="http://schemas.microsoft.com/office/drawing/2014/main" id="{0EA28C34-5276-ED46-6CA9-92B3A9F1AB82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6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47007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ToC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868D06-771D-4147-3C89-0A5D6188153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Lines Locked">
            <a:extLst>
              <a:ext uri="{FF2B5EF4-FFF2-40B4-BE49-F238E27FC236}">
                <a16:creationId xmlns:a16="http://schemas.microsoft.com/office/drawing/2014/main" id="{6497DA9D-4B07-7DAF-6752-29F401ED7997}"/>
              </a:ext>
            </a:extLst>
          </p:cNvPr>
          <p:cNvPicPr/>
          <p:nvPr userDrawn="1"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-2279642" y="2567027"/>
            <a:ext cx="6857999" cy="1723951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D4C8BC0D-535F-1CA2-14D5-8BC02A47E2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6263B7D-4CB1-8A08-53FA-61EBDE584673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F667F77-52E8-2872-DE79-26B333A9121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5766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 ToC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wirl Locked">
            <a:extLst>
              <a:ext uri="{FF2B5EF4-FFF2-40B4-BE49-F238E27FC236}">
                <a16:creationId xmlns:a16="http://schemas.microsoft.com/office/drawing/2014/main" id="{568E3E55-F4A5-3FA9-4E00-4E7534A19CBA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778745" cy="6858000"/>
            <a:chOff x="0" y="0"/>
            <a:chExt cx="1778745" cy="6858000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209B29BD-3EA5-FA35-6E92-54D58354920C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C74657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665D82C6-5E46-A233-A86C-52E900CC23C8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B5091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99C363D3-4FE8-9360-32BC-00CA39F52BE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D36B7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7" name="Title 6">
            <a:extLst>
              <a:ext uri="{FF2B5EF4-FFF2-40B4-BE49-F238E27FC236}">
                <a16:creationId xmlns:a16="http://schemas.microsoft.com/office/drawing/2014/main" id="{2C806783-2618-0C42-985C-78FA2C0843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CA7D30C-B39C-6E45-2110-A4B5009FFFDF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1595F35-D759-104A-554A-B232AFBA5447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953294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 ToC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wirl Locked">
            <a:extLst>
              <a:ext uri="{FF2B5EF4-FFF2-40B4-BE49-F238E27FC236}">
                <a16:creationId xmlns:a16="http://schemas.microsoft.com/office/drawing/2014/main" id="{E0974985-8BDB-B28D-F193-B71979F13D05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778745" cy="6858000"/>
            <a:chOff x="0" y="0"/>
            <a:chExt cx="1778745" cy="6858000"/>
          </a:xfrm>
        </p:grpSpPr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65C72D6B-2A48-0A69-C499-B32087456990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3E2BB04E-0434-6A5F-5BC4-739D377C4EA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96AD288-79D7-65DA-78D4-6BACB4C47CB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  <p:sp>
        <p:nvSpPr>
          <p:cNvPr id="18" name="Title 6">
            <a:extLst>
              <a:ext uri="{FF2B5EF4-FFF2-40B4-BE49-F238E27FC236}">
                <a16:creationId xmlns:a16="http://schemas.microsoft.com/office/drawing/2014/main" id="{E5C851E5-C86C-60A3-0A02-2429FF7933BF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2213214" y="593893"/>
            <a:ext cx="8498300" cy="1244437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C8B85A9D-30D5-A72B-03F1-65DE470A115D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2212563" y="2070100"/>
            <a:ext cx="8498300" cy="3400425"/>
          </a:xfrm>
        </p:spPr>
        <p:txBody>
          <a:bodyPr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ECE8FA6-8A43-3817-6BD3-1E715D9EDE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96173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 Chapter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olor 4">
            <a:extLst>
              <a:ext uri="{FF2B5EF4-FFF2-40B4-BE49-F238E27FC236}">
                <a16:creationId xmlns:a16="http://schemas.microsoft.com/office/drawing/2014/main" id="{5C17AE5C-CA5D-29BA-2770-6135ABBF1768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B5091F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2" name="SmartArt Placeholder 3">
            <a:extLst>
              <a:ext uri="{FF2B5EF4-FFF2-40B4-BE49-F238E27FC236}">
                <a16:creationId xmlns:a16="http://schemas.microsoft.com/office/drawing/2014/main" id="{DFB1040D-CC45-E18B-6DDD-D7306EB09FF7}"/>
              </a:ext>
            </a:extLst>
          </p:cNvPr>
          <p:cNvSpPr>
            <a:spLocks noGrp="1"/>
          </p:cNvSpPr>
          <p:nvPr>
            <p:ph type="dgm" sz="quarter" idx="22" hasCustomPrompt="1"/>
          </p:nvPr>
        </p:nvSpPr>
        <p:spPr>
          <a:xfrm>
            <a:off x="0" y="0"/>
            <a:ext cx="12207383" cy="6120000"/>
          </a:xfrm>
          <a:prstGeom prst="rect">
            <a:avLst/>
          </a:prstGeom>
          <a:blipFill dpi="0" rotWithShape="1">
            <a:blip r:embed="rId4"/>
            <a:srcRect/>
            <a:stretch>
              <a:fillRect t="2" b="-1206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74E7BC9-9FD5-9217-6AD6-4196B54CA65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1850" y="1057747"/>
            <a:ext cx="7872763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75241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 Chapter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olor 4">
            <a:extLst>
              <a:ext uri="{FF2B5EF4-FFF2-40B4-BE49-F238E27FC236}">
                <a16:creationId xmlns:a16="http://schemas.microsoft.com/office/drawing/2014/main" id="{3DA5557C-E058-9A1B-D5B0-733BC1700FD5}"/>
              </a:ext>
            </a:extLst>
          </p:cNvPr>
          <p:cNvSpPr>
            <a:spLocks noGrp="1"/>
          </p:cNvSpPr>
          <p:nvPr>
            <p:ph type="body" sz="quarter" idx="16" hasCustomPrompt="1"/>
            <p:custDataLst>
              <p:tags r:id="rId1"/>
            </p:custDataLst>
          </p:nvPr>
        </p:nvSpPr>
        <p:spPr>
          <a:xfrm>
            <a:off x="0" y="0"/>
            <a:ext cx="12193211" cy="6857999"/>
          </a:xfrm>
          <a:prstGeom prst="rect">
            <a:avLst/>
          </a:prstGeom>
          <a:solidFill>
            <a:srgbClr val="002664"/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2" name="SmartArt Placeholder 3">
            <a:extLst>
              <a:ext uri="{FF2B5EF4-FFF2-40B4-BE49-F238E27FC236}">
                <a16:creationId xmlns:a16="http://schemas.microsoft.com/office/drawing/2014/main" id="{C0233031-230C-DA82-EEF2-7B26FAEFCE3B}"/>
              </a:ext>
            </a:extLst>
          </p:cNvPr>
          <p:cNvSpPr>
            <a:spLocks noGrp="1"/>
          </p:cNvSpPr>
          <p:nvPr>
            <p:ph type="dgm" sz="quarter" idx="22" hasCustomPrompt="1"/>
          </p:nvPr>
        </p:nvSpPr>
        <p:spPr>
          <a:xfrm>
            <a:off x="-15383" y="0"/>
            <a:ext cx="12207383" cy="6120000"/>
          </a:xfrm>
          <a:prstGeom prst="rect">
            <a:avLst/>
          </a:prstGeom>
          <a:blipFill dpi="0" rotWithShape="1">
            <a:blip r:embed="rId4"/>
            <a:srcRect/>
            <a:stretch>
              <a:fillRect t="2" b="-12060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7691C5-9D1D-97C3-835A-61A1FCA1BB9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831850" y="1057747"/>
            <a:ext cx="7872763" cy="2339984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27465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 Chapter - Red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CC0FB7F5-5864-79B4-142F-D30C62FAE3EC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3A4C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2CF6419C-CB04-3BB8-CCB2-635AC3F35A12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rstGeom prst="rect">
            <a:avLst/>
          </a:prstGeo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wrap="square" tIns="1260000" anchor="ctr" anchorCtr="0"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54720B-F73A-A501-42D0-21E6A07CE4E0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B3D184C-527C-EC75-4AA5-0AC7E6C5D2E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Swirl">
            <a:extLst>
              <a:ext uri="{FF2B5EF4-FFF2-40B4-BE49-F238E27FC236}">
                <a16:creationId xmlns:a16="http://schemas.microsoft.com/office/drawing/2014/main" id="{9FE5F715-89EB-A8FB-2D2E-EA8BEC9AD334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39173" y="0"/>
            <a:ext cx="16992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08312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4 Chapter - Blue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D98A11EE-460D-6559-0017-5D84D545E44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3518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ja-JP" altLang="en-US"/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03A479DD-95E5-1C8B-D864-0AB29400F4B9}"/>
              </a:ext>
            </a:extLst>
          </p:cNvPr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8016000" y="0"/>
            <a:ext cx="4176000" cy="6858000"/>
          </a:xfrm>
          <a:prstGeom prst="rect">
            <a:avLst/>
          </a:prstGeo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wrap="square" tIns="1260000" anchor="ctr" anchorCtr="0">
            <a:no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A4A571C4-4D31-D173-F041-72701864667F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831852" y="2879319"/>
            <a:ext cx="5875282" cy="2535162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  <a:lvl2pPr marL="223837" indent="0">
              <a:buFontTx/>
              <a:buNone/>
              <a:defRPr>
                <a:solidFill>
                  <a:schemeClr val="bg1"/>
                </a:solidFill>
              </a:defRPr>
            </a:lvl2pPr>
            <a:lvl3pPr marL="457200" indent="0">
              <a:buFontTx/>
              <a:buNone/>
              <a:defRPr/>
            </a:lvl3pPr>
            <a:lvl4pPr marL="669925" indent="0">
              <a:buFontTx/>
              <a:buNone/>
              <a:defRPr/>
            </a:lvl4pPr>
            <a:lvl5pPr marL="914400" indent="0">
              <a:buFontTx/>
              <a:buNone/>
              <a:defRPr/>
            </a:lvl5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3584D62-8455-C6C5-2C94-2413CA6CD42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31851" y="1057747"/>
            <a:ext cx="5866900" cy="1295131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Swirl">
            <a:extLst>
              <a:ext uri="{FF2B5EF4-FFF2-40B4-BE49-F238E27FC236}">
                <a16:creationId xmlns:a16="http://schemas.microsoft.com/office/drawing/2014/main" id="{85F825F1-AE64-3E33-509B-7194EDEA298F}"/>
              </a:ext>
            </a:extLst>
          </p:cNvPr>
          <p:cNvSpPr>
            <a:spLocks noGrp="1"/>
          </p:cNvSpPr>
          <p:nvPr>
            <p:ph type="body" sz="quarter" idx="24" hasCustomPrompt="1"/>
            <p:custDataLst>
              <p:tags r:id="rId5"/>
            </p:custDataLst>
          </p:nvPr>
        </p:nvSpPr>
        <p:spPr>
          <a:xfrm>
            <a:off x="6739173" y="0"/>
            <a:ext cx="1699200" cy="6858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226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 marL="4608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 marL="6876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 marL="91440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ja-JP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44747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 Content - Red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E7154BA-BA7F-A234-44F8-8341BE7D4DFB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60770129-267A-C977-51EF-8652222538C9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59F3EF14-2548-345B-DEF8-247C84141C4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590C1F0-3320-2F5F-7546-50D91CC6841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D32DC8B-9619-34B0-DA00-20E629D7AF18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C07084-AFDE-2C8E-466E-BE2226D2F8F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D7D464A-25F1-E274-D7DC-2C7D023E3FB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7389B50F-A6C5-43DD-B54E-5911B9CD9B5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F91B5D1-4E0C-8668-FD18-7FFF163B3EC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68CAD-FD0E-1DE9-7208-D34DEAD51D0E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0327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 Content - Blue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652AE0B-7B9F-EB88-6744-8470770B8749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9FC68AC8-56D4-5277-086D-EC798597B28C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F1735E8D-E7F4-D4FF-A47E-7EF4F78E1C7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82D0A98-E556-5892-B381-503254ADADCE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4B2AE9-7A1C-3EFA-A949-1E51887838F9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2B95D8-9587-2ED3-65BB-8C1910C417B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3F9F478-9FD7-1328-6DA0-D75C316A3B5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0FED1AD4-4F49-2096-439E-F08E65A4C7A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E260DF2-0D0D-FA9B-ABD9-FF88C229B359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002664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FC57D0F-4723-D185-6E9A-571398BDA0B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94849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 Content - Red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30CB287-6B11-0281-2980-D7A58D79CDE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4895D6BE-CA90-C7FB-555B-4AEE30AAAA8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7C8B4A9E-ABE7-7412-0D2F-82D4C6999B23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8D06B6F-734F-2C4F-AFC4-E57AB2929DA3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803609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 Content - Blue Title,Text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BEB2FB9-0D78-9D89-F603-E214D2334DFE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6" name="LOGO RED">
            <a:extLst>
              <a:ext uri="{FF2B5EF4-FFF2-40B4-BE49-F238E27FC236}">
                <a16:creationId xmlns:a16="http://schemas.microsoft.com/office/drawing/2014/main" id="{A5AD8F80-FDC4-80D1-A16E-475748AA2880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7" name="Freeform: Shape 9">
              <a:extLst>
                <a:ext uri="{FF2B5EF4-FFF2-40B4-BE49-F238E27FC236}">
                  <a16:creationId xmlns:a16="http://schemas.microsoft.com/office/drawing/2014/main" id="{7BB938E9-0349-4FE9-A9D6-DFA3AC5BC94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CFC1F442-3AFE-EDB6-3088-A9FDDA6C34C7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1592F145-CB93-C7C3-C3DE-AAF77CFC5BD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2">
              <a:extLst>
                <a:ext uri="{FF2B5EF4-FFF2-40B4-BE49-F238E27FC236}">
                  <a16:creationId xmlns:a16="http://schemas.microsoft.com/office/drawing/2014/main" id="{791AB978-C414-517B-E238-692F3094D192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3">
              <a:extLst>
                <a:ext uri="{FF2B5EF4-FFF2-40B4-BE49-F238E27FC236}">
                  <a16:creationId xmlns:a16="http://schemas.microsoft.com/office/drawing/2014/main" id="{428C5FAB-EFF3-E2B0-EE33-D50F3EAF511D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C58EC620-ED76-73A0-0C31-DA32AB1545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2"/>
            </p:custDataLst>
          </p:nvPr>
        </p:nvSpPr>
        <p:spPr>
          <a:xfrm>
            <a:off x="457200" y="1196975"/>
            <a:ext cx="5638800" cy="5111749"/>
          </a:xfrm>
        </p:spPr>
        <p:txBody>
          <a:bodyPr lIns="0" rIns="180000"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6D6AC434-CAA2-9DC4-E047-16D56760D405}"/>
              </a:ext>
            </a:extLst>
          </p:cNvPr>
          <p:cNvSpPr>
            <a:spLocks noGrp="1"/>
          </p:cNvSpPr>
          <p:nvPr>
            <p:ph type="body" sz="quarter" idx="15" hasCustomPrompt="1"/>
            <p:custDataLst>
              <p:tags r:id="rId3"/>
            </p:custDataLst>
          </p:nvPr>
        </p:nvSpPr>
        <p:spPr>
          <a:xfrm>
            <a:off x="6096000" y="1196975"/>
            <a:ext cx="5637000" cy="5111749"/>
          </a:xfrm>
        </p:spPr>
        <p:txBody>
          <a:bodyPr lIns="0" rIns="180000"/>
          <a:lstStyle>
            <a:lvl1pPr>
              <a:defRPr/>
            </a:lvl1pPr>
          </a:lstStyle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0F328A3C-A6C7-7893-2917-7B6DF46496F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>
            <a:lvl1pPr>
              <a:defRPr/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28CD858-7918-EFA6-44C2-FBD282B6F5B6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FEB5280-9E5F-3974-1807-5836370C06B0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48373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 Content - Red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0AF86E-1EC9-D3FD-1F00-49AE6C22B0A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32E3B6BA-F758-3D5E-5F55-41F02DCAA90A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5CAE5929-D15F-38A7-AA5E-89958F2AC86B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3AC62D4E-1069-6EB0-79C9-6C82F48E7057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7F5762D3-8F19-A86F-0A2A-AD5F9995194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D1F9DFD6-DC24-7B8C-9D0D-92E8A6769F6B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DE91A95E-49B1-62A7-B6EF-31DD83A6E291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C6D5FA6F-9167-D231-9C77-D78236E8B047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F1EA1618-506C-22D4-BF96-48271B214ED6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23D74A6-54D4-CDDF-FF12-E7FE260D7CA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E2103593-214C-B16F-1D1D-5312189A5F27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719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6 Content - Blue Title, Text, img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1B1A7B4-C90B-5174-1E18-489F4C9F1216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40D543-9FD2-04C8-8230-253D9B4D8D32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6096000" y="0"/>
            <a:ext cx="6096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grpSp>
        <p:nvGrpSpPr>
          <p:cNvPr id="20" name="LOGO RED">
            <a:extLst>
              <a:ext uri="{FF2B5EF4-FFF2-40B4-BE49-F238E27FC236}">
                <a16:creationId xmlns:a16="http://schemas.microsoft.com/office/drawing/2014/main" id="{27E896B1-DDFF-2917-33A4-41974FF41CAA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1" name="Freeform: Shape 9">
              <a:extLst>
                <a:ext uri="{FF2B5EF4-FFF2-40B4-BE49-F238E27FC236}">
                  <a16:creationId xmlns:a16="http://schemas.microsoft.com/office/drawing/2014/main" id="{E88779C5-8006-E264-C412-A6D4D8331B64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C411DA21-17AA-E315-72C6-0FCF4A9EB364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Freeform: Shape 11">
              <a:extLst>
                <a:ext uri="{FF2B5EF4-FFF2-40B4-BE49-F238E27FC236}">
                  <a16:creationId xmlns:a16="http://schemas.microsoft.com/office/drawing/2014/main" id="{636FB7E2-7087-8579-7E48-BB43079D376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954D36C4-63EF-F55E-8E18-848E87B8CED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3">
              <a:extLst>
                <a:ext uri="{FF2B5EF4-FFF2-40B4-BE49-F238E27FC236}">
                  <a16:creationId xmlns:a16="http://schemas.microsoft.com/office/drawing/2014/main" id="{38D6AF16-2077-10B4-321E-E591A0BC0B83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B6CBA4E6-9222-A131-2B39-13F835593223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3"/>
            </p:custDataLst>
          </p:nvPr>
        </p:nvSpPr>
        <p:spPr>
          <a:xfrm>
            <a:off x="457200" y="1196975"/>
            <a:ext cx="5184002" cy="5111749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D8EC7F7-71D9-BB94-7D9B-CDF63FE0869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494580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4009649-17B7-3ED0-CF23-A3B4C108B76E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6427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7 Content - 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9AC64CF-1299-C15C-FC48-420729449EF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EFC0F43E-3187-0C9B-4850-8079E4A838D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2AAFDEAE-1A99-5DB9-801C-798CA9CA0FED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360DB9-2039-F224-83A2-05E319B4927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E377815F-FD13-8E44-7C90-F69CA0024926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BC096D12-1469-4702-5122-1BF481D021B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A83E24C6-9106-E91F-417C-663D75582D1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0E3DA47C-B0BE-7CBE-67AC-5203509064C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3455B15-4F69-02F2-00C1-CB4527EF23A8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7577CDC-5F30-9BCB-642A-A8BD3604738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7A0846D-97D9-9368-4536-C40678C606BD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398253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8 Content -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DCC747F-C021-9627-1002-F20551B96F5C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16" name="LOGO RED">
            <a:extLst>
              <a:ext uri="{FF2B5EF4-FFF2-40B4-BE49-F238E27FC236}">
                <a16:creationId xmlns:a16="http://schemas.microsoft.com/office/drawing/2014/main" id="{B2B548E9-28F5-0D3B-2956-58AD4706B64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7" name="Freeform: Shape 6">
              <a:extLst>
                <a:ext uri="{FF2B5EF4-FFF2-40B4-BE49-F238E27FC236}">
                  <a16:creationId xmlns:a16="http://schemas.microsoft.com/office/drawing/2014/main" id="{5D022BFB-1C44-185F-D0FE-0BC991B012B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38CFE24F-391A-96C0-AA31-696793FCC33A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F21CBE1F-6DA1-B80A-4A90-6BE141AEA491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0">
              <a:extLst>
                <a:ext uri="{FF2B5EF4-FFF2-40B4-BE49-F238E27FC236}">
                  <a16:creationId xmlns:a16="http://schemas.microsoft.com/office/drawing/2014/main" id="{72BBCD8B-B836-5AB1-4D92-0355B2AECA44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1">
              <a:extLst>
                <a:ext uri="{FF2B5EF4-FFF2-40B4-BE49-F238E27FC236}">
                  <a16:creationId xmlns:a16="http://schemas.microsoft.com/office/drawing/2014/main" id="{0C42678C-061F-48E4-E13F-05FF8967780E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554A9659-5F49-427B-70DD-355785CD8DE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400" y="376801"/>
            <a:ext cx="11037600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2B5DBA0-4A39-6FEC-C950-D4B80820EC54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D7121083-B5B5-85EC-DDBF-0899173E614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E9A462E-B13B-F36B-B938-6565B5A1501B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876850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9 Content -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E8D586E-96A9-7AD5-B507-819C045271B5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14" name="LOGO RED">
            <a:extLst>
              <a:ext uri="{FF2B5EF4-FFF2-40B4-BE49-F238E27FC236}">
                <a16:creationId xmlns:a16="http://schemas.microsoft.com/office/drawing/2014/main" id="{75A73315-05DF-960C-CA3D-2EA4C9D2531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5" name="Freeform: Shape 2">
              <a:extLst>
                <a:ext uri="{FF2B5EF4-FFF2-40B4-BE49-F238E27FC236}">
                  <a16:creationId xmlns:a16="http://schemas.microsoft.com/office/drawing/2014/main" id="{DC5EFCEC-C45D-50C9-2C4A-8A39DD9D92EF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6">
              <a:extLst>
                <a:ext uri="{FF2B5EF4-FFF2-40B4-BE49-F238E27FC236}">
                  <a16:creationId xmlns:a16="http://schemas.microsoft.com/office/drawing/2014/main" id="{525CC2C4-8DBA-B64E-AC9A-F9FFE7543051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7">
              <a:extLst>
                <a:ext uri="{FF2B5EF4-FFF2-40B4-BE49-F238E27FC236}">
                  <a16:creationId xmlns:a16="http://schemas.microsoft.com/office/drawing/2014/main" id="{DDF28C2A-5CC8-5527-4056-78E1AEDAEA12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8">
              <a:extLst>
                <a:ext uri="{FF2B5EF4-FFF2-40B4-BE49-F238E27FC236}">
                  <a16:creationId xmlns:a16="http://schemas.microsoft.com/office/drawing/2014/main" id="{02249847-FA22-A46F-BB41-E0B3BCB438D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9">
              <a:extLst>
                <a:ext uri="{FF2B5EF4-FFF2-40B4-BE49-F238E27FC236}">
                  <a16:creationId xmlns:a16="http://schemas.microsoft.com/office/drawing/2014/main" id="{815FCFBF-2035-00B9-1735-A3695C4847D1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2B337B6-F6BB-5847-E1E4-C4DE60B654D8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033500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0 Content - Red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AEB08F3-EA50-E32B-B5BE-63A53DD3D5A0}"/>
              </a:ext>
            </a:extLst>
          </p:cNvPr>
          <p:cNvSpPr/>
          <p:nvPr userDrawn="1"/>
        </p:nvSpPr>
        <p:spPr>
          <a:xfrm>
            <a:off x="10349001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7" name="Freeform: Shape 8">
            <a:extLst>
              <a:ext uri="{FF2B5EF4-FFF2-40B4-BE49-F238E27FC236}">
                <a16:creationId xmlns:a16="http://schemas.microsoft.com/office/drawing/2014/main" id="{38DEDB97-F1F9-7A36-8CFC-00AC051ACD08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 rot="16200000" flipH="1">
            <a:off x="8516631" y="3182631"/>
            <a:ext cx="6857866" cy="492871"/>
          </a:xfrm>
          <a:custGeom>
            <a:avLst/>
            <a:gdLst>
              <a:gd name="connsiteX0" fmla="*/ 0 w 4859940"/>
              <a:gd name="connsiteY0" fmla="*/ 0 h 349281"/>
              <a:gd name="connsiteX1" fmla="*/ 4859941 w 4859940"/>
              <a:gd name="connsiteY1" fmla="*/ 0 h 349281"/>
              <a:gd name="connsiteX2" fmla="*/ 4859941 w 4859940"/>
              <a:gd name="connsiteY2" fmla="*/ 349282 h 349281"/>
              <a:gd name="connsiteX3" fmla="*/ 0 w 4859940"/>
              <a:gd name="connsiteY3" fmla="*/ 349282 h 349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59940" h="349281">
                <a:moveTo>
                  <a:pt x="0" y="0"/>
                </a:moveTo>
                <a:lnTo>
                  <a:pt x="4859941" y="0"/>
                </a:lnTo>
                <a:lnTo>
                  <a:pt x="4859941" y="349282"/>
                </a:lnTo>
                <a:lnTo>
                  <a:pt x="0" y="349282"/>
                </a:lnTo>
                <a:close/>
              </a:path>
            </a:pathLst>
          </a:custGeom>
          <a:solidFill>
            <a:srgbClr val="C74657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8FA3B11-8BF7-9E80-2AF4-346AAECFE62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 flipH="1">
            <a:off x="11699129" y="0"/>
            <a:ext cx="428625" cy="2283580"/>
          </a:xfrm>
          <a:custGeom>
            <a:avLst/>
            <a:gdLst>
              <a:gd name="connsiteX0" fmla="*/ 303752 w 303752"/>
              <a:gd name="connsiteY0" fmla="*/ 1618298 h 1618297"/>
              <a:gd name="connsiteX1" fmla="*/ 0 w 303752"/>
              <a:gd name="connsiteY1" fmla="*/ 0 h 1618297"/>
              <a:gd name="connsiteX2" fmla="*/ 303752 w 303752"/>
              <a:gd name="connsiteY2" fmla="*/ 0 h 1618297"/>
              <a:gd name="connsiteX3" fmla="*/ 303752 w 303752"/>
              <a:gd name="connsiteY3" fmla="*/ 1618298 h 1618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3752" h="1618297">
                <a:moveTo>
                  <a:pt x="303752" y="1618298"/>
                </a:moveTo>
                <a:cubicBezTo>
                  <a:pt x="129445" y="1104233"/>
                  <a:pt x="20955" y="543687"/>
                  <a:pt x="0" y="0"/>
                </a:cubicBezTo>
                <a:lnTo>
                  <a:pt x="303752" y="0"/>
                </a:lnTo>
                <a:lnTo>
                  <a:pt x="303752" y="1618298"/>
                </a:lnTo>
                <a:close/>
              </a:path>
            </a:pathLst>
          </a:custGeom>
          <a:solidFill>
            <a:srgbClr val="B5091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0" name="Freeform: Shape 18">
            <a:extLst>
              <a:ext uri="{FF2B5EF4-FFF2-40B4-BE49-F238E27FC236}">
                <a16:creationId xmlns:a16="http://schemas.microsoft.com/office/drawing/2014/main" id="{8A1B6884-A343-1B3C-BD01-9F530D8CB4AB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 flipH="1">
            <a:off x="10413255" y="2283580"/>
            <a:ext cx="1285874" cy="4574420"/>
          </a:xfrm>
          <a:custGeom>
            <a:avLst/>
            <a:gdLst>
              <a:gd name="connsiteX0" fmla="*/ 0 w 911256"/>
              <a:gd name="connsiteY0" fmla="*/ 754190 h 3241738"/>
              <a:gd name="connsiteX1" fmla="*/ 0 w 911256"/>
              <a:gd name="connsiteY1" fmla="*/ 3241739 h 3241738"/>
              <a:gd name="connsiteX2" fmla="*/ 911257 w 911256"/>
              <a:gd name="connsiteY2" fmla="*/ 3241739 h 3241738"/>
              <a:gd name="connsiteX3" fmla="*/ 607505 w 911256"/>
              <a:gd name="connsiteY3" fmla="*/ 1622965 h 3241738"/>
              <a:gd name="connsiteX4" fmla="*/ 0 w 911256"/>
              <a:gd name="connsiteY4" fmla="*/ 0 h 3241738"/>
              <a:gd name="connsiteX5" fmla="*/ 0 w 911256"/>
              <a:gd name="connsiteY5" fmla="*/ 754190 h 3241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1256" h="3241738">
                <a:moveTo>
                  <a:pt x="0" y="754190"/>
                </a:moveTo>
                <a:lnTo>
                  <a:pt x="0" y="3241739"/>
                </a:lnTo>
                <a:cubicBezTo>
                  <a:pt x="0" y="3241739"/>
                  <a:pt x="911257" y="3241739"/>
                  <a:pt x="911257" y="3241739"/>
                </a:cubicBezTo>
                <a:cubicBezTo>
                  <a:pt x="882301" y="2665476"/>
                  <a:pt x="756761" y="2123313"/>
                  <a:pt x="607505" y="1622965"/>
                </a:cubicBezTo>
                <a:cubicBezTo>
                  <a:pt x="446151" y="1082135"/>
                  <a:pt x="104299" y="307562"/>
                  <a:pt x="0" y="0"/>
                </a:cubicBezTo>
                <a:lnTo>
                  <a:pt x="0" y="754190"/>
                </a:lnTo>
                <a:close/>
              </a:path>
            </a:pathLst>
          </a:custGeom>
          <a:solidFill>
            <a:srgbClr val="D36B7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C9450B-5DA7-E0B2-815D-F4809EB8C06D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23" name="LOGO RED">
            <a:extLst>
              <a:ext uri="{FF2B5EF4-FFF2-40B4-BE49-F238E27FC236}">
                <a16:creationId xmlns:a16="http://schemas.microsoft.com/office/drawing/2014/main" id="{BC70152F-A979-52FB-2AF5-D70B2428AA2D}"/>
              </a:ext>
            </a:extLst>
          </p:cNvPr>
          <p:cNvGrpSpPr/>
          <p:nvPr userDrawn="1">
            <p:custDataLst>
              <p:tags r:id="rId4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4" name="Freeform: Shape 11">
              <a:extLst>
                <a:ext uri="{FF2B5EF4-FFF2-40B4-BE49-F238E27FC236}">
                  <a16:creationId xmlns:a16="http://schemas.microsoft.com/office/drawing/2014/main" id="{2D27A781-81B4-9F12-D963-3CAD2ABBE6C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5" name="Freeform: Shape 12">
              <a:extLst>
                <a:ext uri="{FF2B5EF4-FFF2-40B4-BE49-F238E27FC236}">
                  <a16:creationId xmlns:a16="http://schemas.microsoft.com/office/drawing/2014/main" id="{DC1DF749-A040-7B54-4423-6D551BBDBD3D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Freeform: Shape 13">
              <a:extLst>
                <a:ext uri="{FF2B5EF4-FFF2-40B4-BE49-F238E27FC236}">
                  <a16:creationId xmlns:a16="http://schemas.microsoft.com/office/drawing/2014/main" id="{B751A44A-502F-9127-51CE-989B31E654CA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4">
              <a:extLst>
                <a:ext uri="{FF2B5EF4-FFF2-40B4-BE49-F238E27FC236}">
                  <a16:creationId xmlns:a16="http://schemas.microsoft.com/office/drawing/2014/main" id="{362E80C3-2171-509F-79BF-97B167AE80ED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5">
              <a:extLst>
                <a:ext uri="{FF2B5EF4-FFF2-40B4-BE49-F238E27FC236}">
                  <a16:creationId xmlns:a16="http://schemas.microsoft.com/office/drawing/2014/main" id="{D3569F7E-3EF9-DB35-5C90-F4F87A99C21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3">
            <a:extLst>
              <a:ext uri="{FF2B5EF4-FFF2-40B4-BE49-F238E27FC236}">
                <a16:creationId xmlns:a16="http://schemas.microsoft.com/office/drawing/2014/main" id="{7FCD9F39-0AB0-8FA7-3115-957974C7277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48F7046-898E-BC31-63F3-9A65B751179C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950AC0-C8CD-83CD-62BE-B1AA0CEA35A8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152828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1 Content - Blue, 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A518AC1-210C-F4EC-57DD-33359881F0F8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F0510AF-D356-0E9D-BAD5-50552AF88CB2}"/>
              </a:ext>
            </a:extLst>
          </p:cNvPr>
          <p:cNvSpPr/>
          <p:nvPr userDrawn="1"/>
        </p:nvSpPr>
        <p:spPr>
          <a:xfrm>
            <a:off x="10344473" y="-135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852B7CE3-EE5F-3956-8582-45533859E0B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 flipH="1">
            <a:off x="10413255" y="0"/>
            <a:ext cx="1778745" cy="6858000"/>
            <a:chOff x="0" y="0"/>
            <a:chExt cx="1778745" cy="6858000"/>
          </a:xfrm>
        </p:grpSpPr>
        <p:sp>
          <p:nvSpPr>
            <p:cNvPr id="8" name="Freeform: Shape 17">
              <a:extLst>
                <a:ext uri="{FF2B5EF4-FFF2-40B4-BE49-F238E27FC236}">
                  <a16:creationId xmlns:a16="http://schemas.microsoft.com/office/drawing/2014/main" id="{1D34ED51-DF7D-A873-4EB6-B7627C66DCE8}"/>
                </a:ext>
              </a:extLst>
            </p:cNvPr>
            <p:cNvSpPr/>
            <p:nvPr userDrawn="1"/>
          </p:nvSpPr>
          <p:spPr>
            <a:xfrm rot="5400000">
              <a:off x="-3182497" y="3182497"/>
              <a:ext cx="6857866" cy="492871"/>
            </a:xfrm>
            <a:custGeom>
              <a:avLst/>
              <a:gdLst>
                <a:gd name="connsiteX0" fmla="*/ 0 w 4859940"/>
                <a:gd name="connsiteY0" fmla="*/ 0 h 349281"/>
                <a:gd name="connsiteX1" fmla="*/ 4859941 w 4859940"/>
                <a:gd name="connsiteY1" fmla="*/ 0 h 349281"/>
                <a:gd name="connsiteX2" fmla="*/ 4859941 w 4859940"/>
                <a:gd name="connsiteY2" fmla="*/ 349282 h 349281"/>
                <a:gd name="connsiteX3" fmla="*/ 0 w 4859940"/>
                <a:gd name="connsiteY3" fmla="*/ 349282 h 349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59940" h="349281">
                  <a:moveTo>
                    <a:pt x="0" y="0"/>
                  </a:moveTo>
                  <a:lnTo>
                    <a:pt x="4859941" y="0"/>
                  </a:lnTo>
                  <a:lnTo>
                    <a:pt x="4859941" y="349282"/>
                  </a:lnTo>
                  <a:lnTo>
                    <a:pt x="0" y="349282"/>
                  </a:lnTo>
                  <a:close/>
                </a:path>
              </a:pathLst>
            </a:custGeom>
            <a:solidFill>
              <a:srgbClr val="405C8B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9CCB3507-F00F-4068-4C59-442388BAAA27}"/>
                </a:ext>
              </a:extLst>
            </p:cNvPr>
            <p:cNvSpPr/>
            <p:nvPr userDrawn="1"/>
          </p:nvSpPr>
          <p:spPr>
            <a:xfrm>
              <a:off x="64246" y="0"/>
              <a:ext cx="428625" cy="2283580"/>
            </a:xfrm>
            <a:custGeom>
              <a:avLst/>
              <a:gdLst>
                <a:gd name="connsiteX0" fmla="*/ 303752 w 303752"/>
                <a:gd name="connsiteY0" fmla="*/ 1618298 h 1618297"/>
                <a:gd name="connsiteX1" fmla="*/ 0 w 303752"/>
                <a:gd name="connsiteY1" fmla="*/ 0 h 1618297"/>
                <a:gd name="connsiteX2" fmla="*/ 303752 w 303752"/>
                <a:gd name="connsiteY2" fmla="*/ 0 h 1618297"/>
                <a:gd name="connsiteX3" fmla="*/ 303752 w 303752"/>
                <a:gd name="connsiteY3" fmla="*/ 1618298 h 161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3752" h="1618297">
                  <a:moveTo>
                    <a:pt x="303752" y="1618298"/>
                  </a:moveTo>
                  <a:cubicBezTo>
                    <a:pt x="129445" y="1104233"/>
                    <a:pt x="20955" y="543687"/>
                    <a:pt x="0" y="0"/>
                  </a:cubicBezTo>
                  <a:lnTo>
                    <a:pt x="303752" y="0"/>
                  </a:lnTo>
                  <a:lnTo>
                    <a:pt x="303752" y="1618298"/>
                  </a:lnTo>
                  <a:close/>
                </a:path>
              </a:pathLst>
            </a:custGeom>
            <a:solidFill>
              <a:srgbClr val="0026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BF371865-3772-5BFC-B112-D6B0D6D26D3D}"/>
                </a:ext>
              </a:extLst>
            </p:cNvPr>
            <p:cNvSpPr/>
            <p:nvPr userDrawn="1"/>
          </p:nvSpPr>
          <p:spPr>
            <a:xfrm>
              <a:off x="492871" y="2283580"/>
              <a:ext cx="1285874" cy="4574420"/>
            </a:xfrm>
            <a:custGeom>
              <a:avLst/>
              <a:gdLst>
                <a:gd name="connsiteX0" fmla="*/ 0 w 911256"/>
                <a:gd name="connsiteY0" fmla="*/ 754190 h 3241738"/>
                <a:gd name="connsiteX1" fmla="*/ 0 w 911256"/>
                <a:gd name="connsiteY1" fmla="*/ 3241739 h 3241738"/>
                <a:gd name="connsiteX2" fmla="*/ 911257 w 911256"/>
                <a:gd name="connsiteY2" fmla="*/ 3241739 h 3241738"/>
                <a:gd name="connsiteX3" fmla="*/ 607505 w 911256"/>
                <a:gd name="connsiteY3" fmla="*/ 1622965 h 3241738"/>
                <a:gd name="connsiteX4" fmla="*/ 0 w 911256"/>
                <a:gd name="connsiteY4" fmla="*/ 0 h 3241738"/>
                <a:gd name="connsiteX5" fmla="*/ 0 w 911256"/>
                <a:gd name="connsiteY5" fmla="*/ 754190 h 324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1256" h="3241738">
                  <a:moveTo>
                    <a:pt x="0" y="754190"/>
                  </a:moveTo>
                  <a:lnTo>
                    <a:pt x="0" y="3241739"/>
                  </a:lnTo>
                  <a:cubicBezTo>
                    <a:pt x="0" y="3241739"/>
                    <a:pt x="911257" y="3241739"/>
                    <a:pt x="911257" y="3241739"/>
                  </a:cubicBezTo>
                  <a:cubicBezTo>
                    <a:pt x="882301" y="2665476"/>
                    <a:pt x="756761" y="2123313"/>
                    <a:pt x="607505" y="1622965"/>
                  </a:cubicBezTo>
                  <a:cubicBezTo>
                    <a:pt x="446151" y="1082135"/>
                    <a:pt x="104299" y="307562"/>
                    <a:pt x="0" y="0"/>
                  </a:cubicBezTo>
                  <a:lnTo>
                    <a:pt x="0" y="754190"/>
                  </a:lnTo>
                  <a:close/>
                </a:path>
              </a:pathLst>
            </a:custGeom>
            <a:solidFill>
              <a:srgbClr val="667DA2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25" name="LOGO RED">
            <a:extLst>
              <a:ext uri="{FF2B5EF4-FFF2-40B4-BE49-F238E27FC236}">
                <a16:creationId xmlns:a16="http://schemas.microsoft.com/office/drawing/2014/main" id="{47C4783F-6471-A120-2B1F-D8BF38BD467E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454798" y="6444000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26" name="Freeform: Shape 11">
              <a:extLst>
                <a:ext uri="{FF2B5EF4-FFF2-40B4-BE49-F238E27FC236}">
                  <a16:creationId xmlns:a16="http://schemas.microsoft.com/office/drawing/2014/main" id="{B373D8FD-3947-C2D0-6A72-76B99B63E4D3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Freeform: Shape 12">
              <a:extLst>
                <a:ext uri="{FF2B5EF4-FFF2-40B4-BE49-F238E27FC236}">
                  <a16:creationId xmlns:a16="http://schemas.microsoft.com/office/drawing/2014/main" id="{E99D7D60-1CE5-72D8-B696-CE8922302A43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B7222C11-FA44-9163-A22F-A07508755CCC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14">
              <a:extLst>
                <a:ext uri="{FF2B5EF4-FFF2-40B4-BE49-F238E27FC236}">
                  <a16:creationId xmlns:a16="http://schemas.microsoft.com/office/drawing/2014/main" id="{D93E4D58-FFDB-09C5-4E30-4654A74F89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9EBFD03A-BEBC-2E40-C1A1-DA75A282C9B8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itle 3">
            <a:extLst>
              <a:ext uri="{FF2B5EF4-FFF2-40B4-BE49-F238E27FC236}">
                <a16:creationId xmlns:a16="http://schemas.microsoft.com/office/drawing/2014/main" id="{B36BA760-8215-7C18-C4BB-7B2054831366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341554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0490C9E-D8E0-ED65-B609-3E25D80451BB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A698E78-8A6B-5ADF-8568-3DF6D68EB053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457200" y="1196975"/>
            <a:ext cx="9579754" cy="5111750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27901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2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Swirl Locled">
            <a:extLst>
              <a:ext uri="{FF2B5EF4-FFF2-40B4-BE49-F238E27FC236}">
                <a16:creationId xmlns:a16="http://schemas.microsoft.com/office/drawing/2014/main" id="{7041ADA1-E2DA-EB91-B1CB-BCDB6A9C489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B5091F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52F2145-BEE8-DC47-42CB-C2C5B3D152B8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8">
              <a:extLst>
                <a:ext uri="{FF2B5EF4-FFF2-40B4-BE49-F238E27FC236}">
                  <a16:creationId xmlns:a16="http://schemas.microsoft.com/office/drawing/2014/main" id="{12762F33-AE97-3CE8-D409-61A8A98C5EE2}"/>
                </a:ext>
              </a:extLst>
            </p:cNvPr>
            <p:cNvSpPr/>
            <p:nvPr userDrawn="1">
              <p:custDataLst>
                <p:tags r:id="rId7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0" name="LOGO RED">
            <a:extLst>
              <a:ext uri="{FF2B5EF4-FFF2-40B4-BE49-F238E27FC236}">
                <a16:creationId xmlns:a16="http://schemas.microsoft.com/office/drawing/2014/main" id="{892D3793-E0F5-CF71-7D19-38D290FFD1FF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44711" y="4267371"/>
            <a:ext cx="1407869" cy="245006"/>
            <a:chOff x="3245241" y="3110528"/>
            <a:chExt cx="5696307" cy="991307"/>
          </a:xfrm>
          <a:solidFill>
            <a:srgbClr val="FFFFFF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8257C6D-BED5-26F9-7C5F-4608532BBBD6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C3A285E-6638-96E5-92AD-2F6F61F80CD5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474CB8F-39A3-8E56-FE69-7F5D0390F0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CD6EAB8-CBFC-C3D0-AF4B-280BC1968630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697AC1-1B46-01CE-9540-AE69A16DDA5C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8" name="LOGO RED">
            <a:extLst>
              <a:ext uri="{FF2B5EF4-FFF2-40B4-BE49-F238E27FC236}">
                <a16:creationId xmlns:a16="http://schemas.microsoft.com/office/drawing/2014/main" id="{4CEF6F39-B053-C199-0BBA-3D706843C140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16" name="Freeform: Shape 2">
              <a:extLst>
                <a:ext uri="{FF2B5EF4-FFF2-40B4-BE49-F238E27FC236}">
                  <a16:creationId xmlns:a16="http://schemas.microsoft.com/office/drawing/2014/main" id="{9CF1AF8E-ADCA-BE00-73E9-3D1805801F2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9">
              <a:extLst>
                <a:ext uri="{FF2B5EF4-FFF2-40B4-BE49-F238E27FC236}">
                  <a16:creationId xmlns:a16="http://schemas.microsoft.com/office/drawing/2014/main" id="{733A9E80-F5AE-1F7F-32C0-77D5D10B4AC8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0">
              <a:extLst>
                <a:ext uri="{FF2B5EF4-FFF2-40B4-BE49-F238E27FC236}">
                  <a16:creationId xmlns:a16="http://schemas.microsoft.com/office/drawing/2014/main" id="{717040FA-D1CD-471E-2B11-94E190164493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0" name="Freeform: Shape 11">
              <a:extLst>
                <a:ext uri="{FF2B5EF4-FFF2-40B4-BE49-F238E27FC236}">
                  <a16:creationId xmlns:a16="http://schemas.microsoft.com/office/drawing/2014/main" id="{2A8B17BD-3928-03F8-2DCF-9E2A2D548AE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Freeform: Shape 12">
              <a:extLst>
                <a:ext uri="{FF2B5EF4-FFF2-40B4-BE49-F238E27FC236}">
                  <a16:creationId xmlns:a16="http://schemas.microsoft.com/office/drawing/2014/main" id="{60AAAD6C-6AE9-EDFA-C999-51289D76423F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2" name="Title 3">
            <a:extLst>
              <a:ext uri="{FF2B5EF4-FFF2-40B4-BE49-F238E27FC236}">
                <a16:creationId xmlns:a16="http://schemas.microsoft.com/office/drawing/2014/main" id="{691554F2-45CA-0293-704D-2FD437776C8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64A9553C-F58F-E1C5-03F3-80D5183BAC5E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B5091F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762C2398-E1FA-1EED-A095-106BA766B9B1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5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2897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3 Content - Title, Text, Red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wirl Locked">
            <a:extLst>
              <a:ext uri="{FF2B5EF4-FFF2-40B4-BE49-F238E27FC236}">
                <a16:creationId xmlns:a16="http://schemas.microsoft.com/office/drawing/2014/main" id="{59BE98FB-BA27-5A5A-5861-2FE7BFF791C1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0" y="6308725"/>
            <a:ext cx="12192605" cy="576659"/>
            <a:chOff x="0" y="6308684"/>
            <a:chExt cx="12192605" cy="549316"/>
          </a:xfrm>
          <a:solidFill>
            <a:srgbClr val="002664"/>
          </a:solidFill>
        </p:grpSpPr>
        <p:sp>
          <p:nvSpPr>
            <p:cNvPr id="4" name="Freeform: Shape 10">
              <a:extLst>
                <a:ext uri="{FF2B5EF4-FFF2-40B4-BE49-F238E27FC236}">
                  <a16:creationId xmlns:a16="http://schemas.microsoft.com/office/drawing/2014/main" id="{EA7645E0-1173-5175-BD54-BD17A4B24B8E}"/>
                </a:ext>
              </a:extLst>
            </p:cNvPr>
            <p:cNvSpPr/>
            <p:nvPr userDrawn="1">
              <p:custDataLst>
                <p:tags r:id="rId5"/>
              </p:custDataLst>
            </p:nvPr>
          </p:nvSpPr>
          <p:spPr>
            <a:xfrm>
              <a:off x="605" y="6308684"/>
              <a:ext cx="12192000" cy="549316"/>
            </a:xfrm>
            <a:custGeom>
              <a:avLst/>
              <a:gdLst>
                <a:gd name="connsiteX0" fmla="*/ 0 w 12193209"/>
                <a:gd name="connsiteY0" fmla="*/ 0 h 876425"/>
                <a:gd name="connsiteX1" fmla="*/ 12193210 w 12193209"/>
                <a:gd name="connsiteY1" fmla="*/ 0 h 876425"/>
                <a:gd name="connsiteX2" fmla="*/ 12193210 w 12193209"/>
                <a:gd name="connsiteY2" fmla="*/ 876426 h 876425"/>
                <a:gd name="connsiteX3" fmla="*/ 0 w 12193209"/>
                <a:gd name="connsiteY3" fmla="*/ 876426 h 876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3209" h="876425">
                  <a:moveTo>
                    <a:pt x="0" y="0"/>
                  </a:moveTo>
                  <a:lnTo>
                    <a:pt x="12193210" y="0"/>
                  </a:lnTo>
                  <a:lnTo>
                    <a:pt x="12193210" y="876426"/>
                  </a:lnTo>
                  <a:lnTo>
                    <a:pt x="0" y="876426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11">
              <a:extLst>
                <a:ext uri="{FF2B5EF4-FFF2-40B4-BE49-F238E27FC236}">
                  <a16:creationId xmlns:a16="http://schemas.microsoft.com/office/drawing/2014/main" id="{32CB8E9C-790C-017F-C721-1685D601B63B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0" y="6308684"/>
              <a:ext cx="2317315" cy="434924"/>
            </a:xfrm>
            <a:custGeom>
              <a:avLst/>
              <a:gdLst>
                <a:gd name="connsiteX0" fmla="*/ 4060191 w 4060191"/>
                <a:gd name="connsiteY0" fmla="*/ 0 h 762033"/>
                <a:gd name="connsiteX1" fmla="*/ 0 w 4060191"/>
                <a:gd name="connsiteY1" fmla="*/ 762034 h 762033"/>
                <a:gd name="connsiteX2" fmla="*/ 0 w 4060191"/>
                <a:gd name="connsiteY2" fmla="*/ 0 h 762033"/>
                <a:gd name="connsiteX3" fmla="*/ 4060191 w 4060191"/>
                <a:gd name="connsiteY3" fmla="*/ 0 h 76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60191" h="762033">
                  <a:moveTo>
                    <a:pt x="4060191" y="0"/>
                  </a:moveTo>
                  <a:cubicBezTo>
                    <a:pt x="2770286" y="437272"/>
                    <a:pt x="1364106" y="709475"/>
                    <a:pt x="0" y="762034"/>
                  </a:cubicBezTo>
                  <a:lnTo>
                    <a:pt x="0" y="0"/>
                  </a:lnTo>
                  <a:lnTo>
                    <a:pt x="4060191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A2C23386-E17B-5BDE-FF1E-6974B1394342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2"/>
            </p:custDataLst>
          </p:nvPr>
        </p:nvSpPr>
        <p:spPr>
          <a:xfrm>
            <a:off x="457200" y="1196975"/>
            <a:ext cx="11280001" cy="4940891"/>
          </a:xfrm>
        </p:spPr>
        <p:txBody>
          <a:bodyPr lIns="0"/>
          <a:lstStyle/>
          <a:p>
            <a:pPr lvl="0"/>
            <a:r>
              <a:rPr lang="en-GB" altLang="ja-JP"/>
              <a:t>Text</a:t>
            </a:r>
            <a:endParaRPr lang="ja-JP" altLang="en-US"/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EB90C65B-7A37-94D3-7CFC-CD436EDC214B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6" name="Freeform: Shape 2">
              <a:extLst>
                <a:ext uri="{FF2B5EF4-FFF2-40B4-BE49-F238E27FC236}">
                  <a16:creationId xmlns:a16="http://schemas.microsoft.com/office/drawing/2014/main" id="{47E64FA9-2A54-9848-E911-78B128796AF8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: Shape 9">
              <a:extLst>
                <a:ext uri="{FF2B5EF4-FFF2-40B4-BE49-F238E27FC236}">
                  <a16:creationId xmlns:a16="http://schemas.microsoft.com/office/drawing/2014/main" id="{DB656FC0-04BE-35C7-9FD7-7C9FF4EC0EBF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10">
              <a:extLst>
                <a:ext uri="{FF2B5EF4-FFF2-40B4-BE49-F238E27FC236}">
                  <a16:creationId xmlns:a16="http://schemas.microsoft.com/office/drawing/2014/main" id="{D8FB9D93-1453-A489-4C16-FD7D3D474BC7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11">
              <a:extLst>
                <a:ext uri="{FF2B5EF4-FFF2-40B4-BE49-F238E27FC236}">
                  <a16:creationId xmlns:a16="http://schemas.microsoft.com/office/drawing/2014/main" id="{8815ECDD-5159-3E07-2917-E952DBB67A5C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A3D83ADA-E36D-D9AC-9E91-E7C849DBA27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2" name="Title 3">
            <a:extLst>
              <a:ext uri="{FF2B5EF4-FFF2-40B4-BE49-F238E27FC236}">
                <a16:creationId xmlns:a16="http://schemas.microsoft.com/office/drawing/2014/main" id="{8B8B531D-6501-7ED0-6D56-3497E8922272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36C51B6-DCAC-C041-7838-582A628F5A5F}"/>
              </a:ext>
            </a:extLst>
          </p:cNvPr>
          <p:cNvSpPr/>
          <p:nvPr userDrawn="1"/>
        </p:nvSpPr>
        <p:spPr>
          <a:xfrm>
            <a:off x="452397" y="361586"/>
            <a:ext cx="119133" cy="549176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0885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4 Content - Title, text, Red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CF1BC17-B5AD-47F5-434F-024B4536D8F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251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2F27E30C-1902-35A9-B820-A2C9E73B5AA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853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115849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5 Content - Title, text, Red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BCF1BC17-B5AD-47F5-434F-024B4536D8F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5" name="Swirl Locked">
            <a:extLst>
              <a:ext uri="{FF2B5EF4-FFF2-40B4-BE49-F238E27FC236}">
                <a16:creationId xmlns:a16="http://schemas.microsoft.com/office/drawing/2014/main" id="{2F27E30C-1902-35A9-B820-A2C9E73B5AA8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5341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2C076AA-9D18-030E-05F2-18040F76C75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200" y="2040875"/>
            <a:ext cx="1127760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Logo">
            <a:extLst>
              <a:ext uri="{FF2B5EF4-FFF2-40B4-BE49-F238E27FC236}">
                <a16:creationId xmlns:a16="http://schemas.microsoft.com/office/drawing/2014/main" id="{0FE8E743-D32F-E2CE-860D-EDCD146629D4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5680259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6 Content - Title, text, Blue lin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2E147B2-818D-E65C-DD3B-D6833174E1B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9954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7" name="Swirl Locked">
            <a:extLst>
              <a:ext uri="{FF2B5EF4-FFF2-40B4-BE49-F238E27FC236}">
                <a16:creationId xmlns:a16="http://schemas.microsoft.com/office/drawing/2014/main" id="{9529BE88-19E6-B8D3-0A3C-95E0FA13AA4C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E58B3A6-DE59-D3AD-631B-7104D5A5BFC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853039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7 Content - Title, text, Blue lin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42E147B2-818D-E65C-DD3B-D6833174E1BE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0" y="-1"/>
            <a:ext cx="12192000" cy="6865523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7" name="Swirl Locked">
            <a:extLst>
              <a:ext uri="{FF2B5EF4-FFF2-40B4-BE49-F238E27FC236}">
                <a16:creationId xmlns:a16="http://schemas.microsoft.com/office/drawing/2014/main" id="{9529BE88-19E6-B8D3-0A3C-95E0FA13AA4C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2"/>
            </p:custDataLst>
          </p:nvPr>
        </p:nvSpPr>
        <p:spPr>
          <a:xfrm>
            <a:off x="0" y="3697200"/>
            <a:ext cx="12193211" cy="3170181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FA4A66B7-5B37-0944-F05A-D86DF74D410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57199" y="2040875"/>
            <a:ext cx="11276389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73D3D20E-C554-E371-F3FA-FFA2DAACD4E9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4798" y="419954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7857545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8 Content - Title, img.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8/13/2026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827001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9 Content - Titl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59606763-2CD6-E259-2525-CC3E8FE857A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66B0B57A-D896-45C0-B8AE-3A127CD02F0A}" type="datetime1">
              <a:rPr lang="en-US" altLang="ja-JP" smtClean="0"/>
              <a:t>8/13/2026</a:t>
            </a:fld>
            <a:endParaRPr lang="ja-JP" alt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A05BBA4-B4E2-DF9B-8B10-9A39E78EC2D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552DFD8-D83C-81F3-5514-CD5B9D99497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678909F-9F6A-B381-154C-E92D8EDFB50F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1260000" anchor="ctr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81E2369A-A7AD-A118-819D-07886D39E77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789940" y="1957750"/>
            <a:ext cx="10612120" cy="51874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3" name="Logo">
            <a:extLst>
              <a:ext uri="{FF2B5EF4-FFF2-40B4-BE49-F238E27FC236}">
                <a16:creationId xmlns:a16="http://schemas.microsoft.com/office/drawing/2014/main" id="{BE57F742-2E2F-1439-78F6-8DFB15B4A07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4423515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0 Content - Title, Wave, img. R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071C35F-172A-5B90-5976-EE7BB712464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8/13/2026</a:t>
            </a:fld>
            <a:endParaRPr lang="ja-JP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292E925-F8EB-D193-F3DD-B954B717E80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6B36530-686C-8B0E-0177-02C28259FC2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C18B1A80-4895-0D85-082B-F3D036A1FB1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1B97806A-E3F7-05F2-C694-BE501DF82C3A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7" name="Recolor 3">
            <a:extLst>
              <a:ext uri="{FF2B5EF4-FFF2-40B4-BE49-F238E27FC236}">
                <a16:creationId xmlns:a16="http://schemas.microsoft.com/office/drawing/2014/main" id="{B744EFA9-74E3-DAE9-718E-269A7E74B22A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60192" y="302238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8" name="Recolor 1">
            <a:extLst>
              <a:ext uri="{FF2B5EF4-FFF2-40B4-BE49-F238E27FC236}">
                <a16:creationId xmlns:a16="http://schemas.microsoft.com/office/drawing/2014/main" id="{D3B8D502-F0F1-50F5-DDED-3773CBAE1DB4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0" y="5308618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0" name="Logo">
            <a:extLst>
              <a:ext uri="{FF2B5EF4-FFF2-40B4-BE49-F238E27FC236}">
                <a16:creationId xmlns:a16="http://schemas.microsoft.com/office/drawing/2014/main" id="{DC2627B8-99FA-AAFE-12EB-643F5BEB86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4553946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1 Content - Title, Wave, img.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E34577E-A1C1-5B33-43E5-EC4352D82D7C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2486346" y="6356350"/>
            <a:ext cx="1552254" cy="365125"/>
          </a:xfrm>
          <a:prstGeom prst="rect">
            <a:avLst/>
          </a:prstGeom>
        </p:spPr>
        <p:txBody>
          <a:bodyPr/>
          <a:lstStyle/>
          <a:p>
            <a:fld id="{9260A7CF-A23C-41F4-8B29-AF541EA4584E}" type="datetime1">
              <a:rPr lang="en-US" altLang="ja-JP" smtClean="0"/>
              <a:t>8/13/2026</a:t>
            </a:fld>
            <a:endParaRPr lang="ja-JP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922D0F4-CCC3-90A6-8996-9FB13364D80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lang="ja-JP" altLang="en-US" dirty="0"/>
            </a:lvl1pPr>
          </a:lstStyle>
          <a:p>
            <a:endParaRPr lang="en-SE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AA943FF-0115-2296-3AF6-766B74ADEC5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610600" y="6356350"/>
            <a:ext cx="3124200" cy="365125"/>
          </a:xfrm>
          <a:prstGeom prst="rect">
            <a:avLst/>
          </a:prstGeom>
        </p:spPr>
        <p:txBody>
          <a:bodyPr/>
          <a:lstStyle/>
          <a:p>
            <a:fld id="{35EA36FB-EA35-45B6-87A5-93E7705983EC}" type="slidenum">
              <a:rPr lang="en-US" altLang="ja-JP" smtClean="0"/>
              <a:t>‹#›</a:t>
            </a:fld>
            <a:endParaRPr lang="ja-JP" altLang="en-US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73C672A2-160A-A13D-741D-793ACB9CAEF6}"/>
              </a:ext>
            </a:extLst>
          </p:cNvPr>
          <p:cNvSpPr>
            <a:spLocks noGrp="1"/>
          </p:cNvSpPr>
          <p:nvPr>
            <p:ph type="pic" sz="quarter" idx="16" hasCustomPrompt="1"/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attFill prst="pct80">
            <a:fgClr>
              <a:srgbClr val="BFBFBF"/>
            </a:fgClr>
            <a:bgClr>
              <a:schemeClr val="bg1"/>
            </a:bgClr>
          </a:pattFill>
        </p:spPr>
        <p:txBody>
          <a:bodyPr tIns="2988000" anchor="t" anchorCtr="0"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ja-JP" altLang="en-US"/>
              <a:t> 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A31C1398-4AF9-9766-30F1-B8A82607E85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454798" y="1569727"/>
            <a:ext cx="10612120" cy="51874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15" name="Recolor 3">
            <a:extLst>
              <a:ext uri="{FF2B5EF4-FFF2-40B4-BE49-F238E27FC236}">
                <a16:creationId xmlns:a16="http://schemas.microsoft.com/office/drawing/2014/main" id="{0EB27B04-F8B3-1F2C-11EA-1264AE4C842F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4060192" y="3022384"/>
            <a:ext cx="8133019" cy="2286235"/>
          </a:xfrm>
          <a:custGeom>
            <a:avLst/>
            <a:gdLst>
              <a:gd name="connsiteX0" fmla="*/ 8133019 w 8133019"/>
              <a:gd name="connsiteY0" fmla="*/ 0 h 2286235"/>
              <a:gd name="connsiteX1" fmla="*/ 8133019 w 8133019"/>
              <a:gd name="connsiteY1" fmla="*/ 2286235 h 2286235"/>
              <a:gd name="connsiteX2" fmla="*/ 1892113 w 8133019"/>
              <a:gd name="connsiteY2" fmla="*/ 2286235 h 2286235"/>
              <a:gd name="connsiteX3" fmla="*/ 0 w 8133019"/>
              <a:gd name="connsiteY3" fmla="*/ 2286235 h 2286235"/>
              <a:gd name="connsiteX4" fmla="*/ 4071752 w 8133019"/>
              <a:gd name="connsiteY4" fmla="*/ 762034 h 2286235"/>
              <a:gd name="connsiteX5" fmla="*/ 8133019 w 8133019"/>
              <a:gd name="connsiteY5" fmla="*/ 0 h 2286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33019" h="2286235">
                <a:moveTo>
                  <a:pt x="8133019" y="0"/>
                </a:moveTo>
                <a:cubicBezTo>
                  <a:pt x="8133019" y="0"/>
                  <a:pt x="8133019" y="2286235"/>
                  <a:pt x="8133019" y="2286235"/>
                </a:cubicBezTo>
                <a:lnTo>
                  <a:pt x="1892113" y="2286235"/>
                </a:lnTo>
                <a:lnTo>
                  <a:pt x="0" y="2286235"/>
                </a:lnTo>
                <a:cubicBezTo>
                  <a:pt x="771578" y="2024651"/>
                  <a:pt x="2715039" y="1166910"/>
                  <a:pt x="4071752" y="762034"/>
                </a:cubicBezTo>
                <a:cubicBezTo>
                  <a:pt x="5326977" y="387536"/>
                  <a:pt x="6687319" y="72587"/>
                  <a:pt x="8133019" y="0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6" name="Recolor 1">
            <a:extLst>
              <a:ext uri="{FF2B5EF4-FFF2-40B4-BE49-F238E27FC236}">
                <a16:creationId xmlns:a16="http://schemas.microsoft.com/office/drawing/2014/main" id="{9BCCF247-FB88-324E-1B31-9A0DB9D8825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7"/>
            </p:custDataLst>
          </p:nvPr>
        </p:nvSpPr>
        <p:spPr>
          <a:xfrm>
            <a:off x="0" y="5308618"/>
            <a:ext cx="4060191" cy="762034"/>
          </a:xfrm>
          <a:custGeom>
            <a:avLst/>
            <a:gdLst>
              <a:gd name="connsiteX0" fmla="*/ 0 w 4060191"/>
              <a:gd name="connsiteY0" fmla="*/ 0 h 762034"/>
              <a:gd name="connsiteX1" fmla="*/ 4060191 w 4060191"/>
              <a:gd name="connsiteY1" fmla="*/ 0 h 762034"/>
              <a:gd name="connsiteX2" fmla="*/ 0 w 4060191"/>
              <a:gd name="connsiteY2" fmla="*/ 762034 h 762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0191" h="762034">
                <a:moveTo>
                  <a:pt x="0" y="0"/>
                </a:moveTo>
                <a:lnTo>
                  <a:pt x="4060191" y="0"/>
                </a:lnTo>
                <a:cubicBezTo>
                  <a:pt x="2770286" y="437272"/>
                  <a:pt x="1364106" y="709475"/>
                  <a:pt x="0" y="762034"/>
                </a:cubicBezTo>
                <a:close/>
              </a:path>
            </a:pathLst>
          </a:custGeom>
          <a:solidFill>
            <a:srgbClr val="63717E">
              <a:alpha val="30000"/>
            </a:srgbClr>
          </a:solid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7" name="Logo">
            <a:extLst>
              <a:ext uri="{FF2B5EF4-FFF2-40B4-BE49-F238E27FC236}">
                <a16:creationId xmlns:a16="http://schemas.microsoft.com/office/drawing/2014/main" id="{F63C480B-FAB5-C846-C250-17FA4293E40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8"/>
            </p:custDataLst>
          </p:nvPr>
        </p:nvSpPr>
        <p:spPr>
          <a:xfrm>
            <a:off x="454798" y="6444000"/>
            <a:ext cx="1407869" cy="24500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6228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 END - Red symbol JP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79FCF0F0-71C4-F66E-6475-D16BE4E344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1984902"/>
            <a:ext cx="6408712" cy="2308194"/>
          </a:xfrm>
          <a:prstGeom prst="rect">
            <a:avLst/>
          </a:prstGeom>
        </p:spPr>
      </p:pic>
      <p:sp>
        <p:nvSpPr>
          <p:cNvPr id="24" name="Logo ISUZU GROUP">
            <a:extLst>
              <a:ext uri="{FF2B5EF4-FFF2-40B4-BE49-F238E27FC236}">
                <a16:creationId xmlns:a16="http://schemas.microsoft.com/office/drawing/2014/main" id="{AD326F4F-D3B6-F36C-6E9E-FC0B88F937E1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5002296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3A71724-42DF-B905-839D-8F0AEDD5561B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B78643E-3E1A-2209-C85D-B43450DB205C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83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 END - Red symbol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Logo ISUZU GROUP">
            <a:extLst>
              <a:ext uri="{FF2B5EF4-FFF2-40B4-BE49-F238E27FC236}">
                <a16:creationId xmlns:a16="http://schemas.microsoft.com/office/drawing/2014/main" id="{AD326F4F-D3B6-F36C-6E9E-FC0B88F937E1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1"/>
            </p:custDataLst>
          </p:nvPr>
        </p:nvSpPr>
        <p:spPr>
          <a:xfrm>
            <a:off x="5002296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CA5E05D-E336-E5D3-5C64-34EC347C7077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DAD7A53-D4FC-2E1B-0ED3-B14502BA94D1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9" name="図 8" descr="黒い背景に白い文字がある&#10;&#10;低い精度で自動的に生成された説明">
            <a:extLst>
              <a:ext uri="{FF2B5EF4-FFF2-40B4-BE49-F238E27FC236}">
                <a16:creationId xmlns:a16="http://schemas.microsoft.com/office/drawing/2014/main" id="{F8D8EBF6-C225-DAA2-8FD5-D2AEFAFFA0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44" y="2004743"/>
            <a:ext cx="6408712" cy="226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97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 END -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ogo">
            <a:extLst>
              <a:ext uri="{FF2B5EF4-FFF2-40B4-BE49-F238E27FC236}">
                <a16:creationId xmlns:a16="http://schemas.microsoft.com/office/drawing/2014/main" id="{11378A08-C6BE-6D65-4DE3-3839DE2B5AE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453587" y="717860"/>
            <a:ext cx="3259619" cy="567259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8D5C54E-9D44-AF42-3D5A-2EA9540DDB41}"/>
              </a:ext>
            </a:extLst>
          </p:cNvPr>
          <p:cNvSpPr/>
          <p:nvPr userDrawn="1"/>
        </p:nvSpPr>
        <p:spPr>
          <a:xfrm>
            <a:off x="0" y="635635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6" name="Lines locked">
            <a:extLst>
              <a:ext uri="{FF2B5EF4-FFF2-40B4-BE49-F238E27FC236}">
                <a16:creationId xmlns:a16="http://schemas.microsoft.com/office/drawing/2014/main" id="{2648F619-0335-3E65-6113-E86D6437ED43}"/>
              </a:ext>
            </a:extLst>
          </p:cNvPr>
          <p:cNvPicPr/>
          <p:nvPr userDrawn="1">
            <p:custDataLst>
              <p:tags r:id="rId2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3691253"/>
            <a:ext cx="12192000" cy="3064803"/>
          </a:xfrm>
          <a:prstGeom prst="rect">
            <a:avLst/>
          </a:prstGeom>
        </p:spPr>
      </p:pic>
      <p:sp>
        <p:nvSpPr>
          <p:cNvPr id="10" name="Logo ISUZU GROUP">
            <a:extLst>
              <a:ext uri="{FF2B5EF4-FFF2-40B4-BE49-F238E27FC236}">
                <a16:creationId xmlns:a16="http://schemas.microsoft.com/office/drawing/2014/main" id="{3D8D0F4E-6E36-3CB8-A800-8A84F5F522D0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9548761" y="6276138"/>
            <a:ext cx="2206625" cy="2736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Tx/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  </a:t>
            </a:r>
          </a:p>
        </p:txBody>
      </p:sp>
      <p:sp>
        <p:nvSpPr>
          <p:cNvPr id="18" name="テキスト プレースホルダー 3">
            <a:extLst>
              <a:ext uri="{FF2B5EF4-FFF2-40B4-BE49-F238E27FC236}">
                <a16:creationId xmlns:a16="http://schemas.microsoft.com/office/drawing/2014/main" id="{98806B19-72E7-AB86-4EA0-13418424690B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4"/>
            </p:custDataLst>
          </p:nvPr>
        </p:nvSpPr>
        <p:spPr>
          <a:xfrm>
            <a:off x="453587" y="1958799"/>
            <a:ext cx="5076688" cy="4146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FontTx/>
              <a:buNone/>
              <a:defRPr sz="22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Contact address</a:t>
            </a:r>
          </a:p>
        </p:txBody>
      </p:sp>
      <p:sp>
        <p:nvSpPr>
          <p:cNvPr id="19" name="テキスト プレースホルダー 3">
            <a:extLst>
              <a:ext uri="{FF2B5EF4-FFF2-40B4-BE49-F238E27FC236}">
                <a16:creationId xmlns:a16="http://schemas.microsoft.com/office/drawing/2014/main" id="{EABEF0F1-6631-18B7-22FB-78A972082F05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5"/>
            </p:custDataLst>
          </p:nvPr>
        </p:nvSpPr>
        <p:spPr>
          <a:xfrm>
            <a:off x="453587" y="2453635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Full Name</a:t>
            </a:r>
            <a:endParaRPr kumimoji="1" lang="ja-JP" altLang="en-US"/>
          </a:p>
        </p:txBody>
      </p:sp>
      <p:sp>
        <p:nvSpPr>
          <p:cNvPr id="20" name="テキスト プレースホルダー 3">
            <a:extLst>
              <a:ext uri="{FF2B5EF4-FFF2-40B4-BE49-F238E27FC236}">
                <a16:creationId xmlns:a16="http://schemas.microsoft.com/office/drawing/2014/main" id="{A56789F0-9B9E-2AAD-12FB-A04118D8C121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6"/>
            </p:custDataLst>
          </p:nvPr>
        </p:nvSpPr>
        <p:spPr>
          <a:xfrm>
            <a:off x="453587" y="2930499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Phone</a:t>
            </a:r>
            <a:endParaRPr kumimoji="1" lang="ja-JP" altLang="en-US"/>
          </a:p>
        </p:txBody>
      </p:sp>
      <p:sp>
        <p:nvSpPr>
          <p:cNvPr id="21" name="テキスト プレースホルダー 3">
            <a:extLst>
              <a:ext uri="{FF2B5EF4-FFF2-40B4-BE49-F238E27FC236}">
                <a16:creationId xmlns:a16="http://schemas.microsoft.com/office/drawing/2014/main" id="{6FC3E352-2D9B-226F-802E-F4484031C5A5}"/>
              </a:ext>
            </a:extLst>
          </p:cNvPr>
          <p:cNvSpPr>
            <a:spLocks noGrp="1"/>
          </p:cNvSpPr>
          <p:nvPr>
            <p:ph type="body" sz="quarter" idx="23" hasCustomPrompt="1"/>
            <p:custDataLst>
              <p:tags r:id="rId7"/>
            </p:custDataLst>
          </p:nvPr>
        </p:nvSpPr>
        <p:spPr>
          <a:xfrm>
            <a:off x="453587" y="3407364"/>
            <a:ext cx="5076688" cy="414625"/>
          </a:xfrm>
          <a:prstGeom prst="rect">
            <a:avLst/>
          </a:prstGeom>
        </p:spPr>
        <p:txBody>
          <a:bodyPr lIns="0" tIns="108000" rIns="0" bIns="0"/>
          <a:lstStyle>
            <a:lvl1pPr marL="0" indent="0" algn="l">
              <a:buFontTx/>
              <a:buNone/>
              <a:defRPr sz="2000" b="0" i="0">
                <a:solidFill>
                  <a:schemeClr val="tx1"/>
                </a:solidFill>
                <a:latin typeface="+mn-lt"/>
                <a:cs typeface="+mn-cs"/>
              </a:defRPr>
            </a:lvl1pPr>
            <a:lvl3pPr marL="1219095" indent="0" algn="l">
              <a:buFontTx/>
              <a:buNone/>
              <a:defRPr b="0" i="0">
                <a:latin typeface="+mn-lt"/>
                <a:cs typeface="+mn-cs"/>
              </a:defRPr>
            </a:lvl3pPr>
          </a:lstStyle>
          <a:p>
            <a:pPr lvl="0"/>
            <a:r>
              <a:rPr kumimoji="1" lang="en-GB" altLang="ja-JP"/>
              <a:t>E-Mail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9C18C4-731B-F286-4B32-F6EF4C43453A}"/>
              </a:ext>
            </a:extLst>
          </p:cNvPr>
          <p:cNvSpPr/>
          <p:nvPr userDrawn="1"/>
        </p:nvSpPr>
        <p:spPr>
          <a:xfrm>
            <a:off x="10344472" y="0"/>
            <a:ext cx="1847528" cy="50165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594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AE600-C2A6-1EDB-B246-A18C04F0670A}"/>
              </a:ext>
            </a:extLst>
          </p:cNvPr>
          <p:cNvSpPr>
            <a:spLocks noGrp="1"/>
          </p:cNvSpPr>
          <p:nvPr>
            <p:ph type="title"/>
            <p:custDataLst>
              <p:tags r:id="rId42"/>
            </p:custDataLst>
          </p:nvPr>
        </p:nvSpPr>
        <p:spPr>
          <a:xfrm>
            <a:off x="457200" y="419954"/>
            <a:ext cx="11277600" cy="518746"/>
          </a:xfrm>
          <a:prstGeom prst="rect">
            <a:avLst/>
          </a:prstGeom>
        </p:spPr>
        <p:txBody>
          <a:bodyPr vert="horz" lIns="0" tIns="108000" rIns="0" bIns="0" rtlCol="0" anchor="ctr">
            <a:noAutofit/>
          </a:bodyPr>
          <a:lstStyle/>
          <a:p>
            <a:r>
              <a:rPr lang="en-GB" altLang="ja-JP"/>
              <a:t>Title</a:t>
            </a:r>
            <a:endParaRPr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097CC-E049-FF7A-0DA3-BE73850E959E}"/>
              </a:ext>
            </a:extLst>
          </p:cNvPr>
          <p:cNvSpPr>
            <a:spLocks noGrp="1"/>
          </p:cNvSpPr>
          <p:nvPr>
            <p:ph type="body" idx="1"/>
            <p:custDataLst>
              <p:tags r:id="rId43"/>
            </p:custDataLst>
          </p:nvPr>
        </p:nvSpPr>
        <p:spPr>
          <a:xfrm>
            <a:off x="457200" y="1196975"/>
            <a:ext cx="11277600" cy="5111750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GB" altLang="ja-JP"/>
              <a:t>Text</a:t>
            </a:r>
            <a:endParaRPr lang="ja-JP" altLang="en-US"/>
          </a:p>
          <a:p>
            <a:pPr lvl="1"/>
            <a:r>
              <a:rPr lang="en-GB" altLang="ja-JP"/>
              <a:t>Text</a:t>
            </a:r>
          </a:p>
          <a:p>
            <a:pPr lvl="2"/>
            <a:r>
              <a:rPr lang="en-GB" altLang="ja-JP"/>
              <a:t>Text</a:t>
            </a:r>
          </a:p>
          <a:p>
            <a:pPr lvl="3"/>
            <a:r>
              <a:rPr lang="en-GB" altLang="ja-JP"/>
              <a:t>Text</a:t>
            </a:r>
          </a:p>
          <a:p>
            <a:pPr lvl="4"/>
            <a:r>
              <a:rPr lang="en-GB" altLang="ja-JP"/>
              <a:t>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31B75F-BB6F-7E47-4AAE-6F750726F451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5290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90" r:id="rId5"/>
    <p:sldLayoutId id="2147483728" r:id="rId6"/>
    <p:sldLayoutId id="2147483731" r:id="rId7"/>
    <p:sldLayoutId id="2147483729" r:id="rId8"/>
    <p:sldLayoutId id="2147483730" r:id="rId9"/>
    <p:sldLayoutId id="2147483664" r:id="rId10"/>
    <p:sldLayoutId id="2147483691" r:id="rId11"/>
    <p:sldLayoutId id="2147483692" r:id="rId12"/>
    <p:sldLayoutId id="2147483651" r:id="rId13"/>
    <p:sldLayoutId id="2147483668" r:id="rId14"/>
    <p:sldLayoutId id="2147483733" r:id="rId15"/>
    <p:sldLayoutId id="2147483732" r:id="rId16"/>
    <p:sldLayoutId id="2147483689" r:id="rId17"/>
    <p:sldLayoutId id="2147483710" r:id="rId18"/>
    <p:sldLayoutId id="2147483669" r:id="rId19"/>
    <p:sldLayoutId id="2147483734" r:id="rId20"/>
    <p:sldLayoutId id="2147483670" r:id="rId21"/>
    <p:sldLayoutId id="2147483712" r:id="rId22"/>
    <p:sldLayoutId id="2147483671" r:id="rId23"/>
    <p:sldLayoutId id="2147483713" r:id="rId24"/>
    <p:sldLayoutId id="2147483672" r:id="rId25"/>
    <p:sldLayoutId id="2147483673" r:id="rId26"/>
    <p:sldLayoutId id="2147483674" r:id="rId27"/>
    <p:sldLayoutId id="2147483675" r:id="rId28"/>
    <p:sldLayoutId id="2147483714" r:id="rId29"/>
    <p:sldLayoutId id="2147483723" r:id="rId30"/>
    <p:sldLayoutId id="2147483724" r:id="rId31"/>
    <p:sldLayoutId id="2147483725" r:id="rId32"/>
    <p:sldLayoutId id="2147483726" r:id="rId33"/>
    <p:sldLayoutId id="2147483735" r:id="rId34"/>
    <p:sldLayoutId id="2147483717" r:id="rId35"/>
    <p:sldLayoutId id="2147483693" r:id="rId36"/>
    <p:sldLayoutId id="2147483718" r:id="rId37"/>
    <p:sldLayoutId id="2147483682" r:id="rId38"/>
    <p:sldLayoutId id="2147483727" r:id="rId39"/>
    <p:sldLayoutId id="2147483694" r:id="rId4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6800" indent="-226800" algn="l" defTabSz="914400" rtl="0" eaLnBrk="1" latinLnBrk="0" hangingPunct="1">
        <a:lnSpc>
          <a:spcPct val="90000"/>
        </a:lnSpc>
        <a:spcBef>
          <a:spcPts val="1000"/>
        </a:spcBef>
        <a:buSzPct val="120000"/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64400" indent="-237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–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1200" indent="-2268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754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9E02-D02F-76A5-088E-BAA8F6392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878" y="2059911"/>
            <a:ext cx="11409042" cy="1609862"/>
          </a:xfrm>
        </p:spPr>
        <p:txBody>
          <a:bodyPr>
            <a:normAutofit/>
          </a:bodyPr>
          <a:lstStyle/>
          <a:p>
            <a:r>
              <a:rPr lang="en-US" sz="4000" dirty="0"/>
              <a:t>Managed Dealer Inventory - TVS (MDI)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0FB0C-108E-D693-57E6-D6E78737E7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ISUZU TRUCK UK LTD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BAACD-2830-5861-7AC3-7F3D6FD5E1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5827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4392D-6BDF-5B57-D95D-7F53FD3F9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C441C7-E130-9448-7679-2413CA0B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ITUK needs from MDI</a:t>
            </a: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F8ED8D64-918A-C6C4-4E84-7696346B19FB}"/>
              </a:ext>
            </a:extLst>
          </p:cNvPr>
          <p:cNvSpPr/>
          <p:nvPr/>
        </p:nvSpPr>
        <p:spPr>
          <a:xfrm>
            <a:off x="502920" y="132588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7BFCC"/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1B828535-8782-EB4E-C11A-615BAB6C2ED1}"/>
              </a:ext>
            </a:extLst>
          </p:cNvPr>
          <p:cNvSpPr/>
          <p:nvPr/>
        </p:nvSpPr>
        <p:spPr>
          <a:xfrm>
            <a:off x="630936" y="1472184"/>
            <a:ext cx="54864" cy="201168"/>
          </a:xfrm>
          <a:prstGeom prst="rect">
            <a:avLst/>
          </a:prstGeom>
          <a:solidFill>
            <a:srgbClr val="0B2E78"/>
          </a:solidFill>
          <a:ln w="12700">
            <a:solidFill>
              <a:srgbClr val="0B2E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86DBD3AF-CA5F-56ED-2F3A-EE3E7F171C10}"/>
              </a:ext>
            </a:extLst>
          </p:cNvPr>
          <p:cNvSpPr/>
          <p:nvPr/>
        </p:nvSpPr>
        <p:spPr>
          <a:xfrm>
            <a:off x="704088" y="1399032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78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099A6EE-F003-5947-B9C0-91371D0DFB20}"/>
              </a:ext>
            </a:extLst>
          </p:cNvPr>
          <p:cNvSpPr/>
          <p:nvPr/>
        </p:nvSpPr>
        <p:spPr>
          <a:xfrm>
            <a:off x="704088" y="183794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</a:rPr>
              <a:t>Customer experience</a:t>
            </a:r>
            <a:endParaRPr lang="en-US" sz="14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52388C68-90D4-66CE-8458-01FE704E4805}"/>
              </a:ext>
            </a:extLst>
          </p:cNvPr>
          <p:cNvSpPr/>
          <p:nvPr/>
        </p:nvSpPr>
        <p:spPr>
          <a:xfrm>
            <a:off x="704088" y="2185416"/>
            <a:ext cx="23317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Improve parts availability and reduce lost sales from stockouts.</a:t>
            </a:r>
            <a:endParaRPr lang="en-US" sz="14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EA84FEA-417B-C120-7EAC-D88940A6DD76}"/>
              </a:ext>
            </a:extLst>
          </p:cNvPr>
          <p:cNvSpPr/>
          <p:nvPr/>
        </p:nvSpPr>
        <p:spPr>
          <a:xfrm>
            <a:off x="3291840" y="132588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7BFCC"/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36FCED9-BB9E-A13F-DA39-738D735A369A}"/>
              </a:ext>
            </a:extLst>
          </p:cNvPr>
          <p:cNvSpPr/>
          <p:nvPr/>
        </p:nvSpPr>
        <p:spPr>
          <a:xfrm>
            <a:off x="3419856" y="1472184"/>
            <a:ext cx="54864" cy="201168"/>
          </a:xfrm>
          <a:prstGeom prst="rect">
            <a:avLst/>
          </a:prstGeom>
          <a:solidFill>
            <a:srgbClr val="0B2E78"/>
          </a:solidFill>
          <a:ln w="12700">
            <a:solidFill>
              <a:srgbClr val="0B2E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A58BC4FF-C873-334F-1F07-30406328D48D}"/>
              </a:ext>
            </a:extLst>
          </p:cNvPr>
          <p:cNvSpPr/>
          <p:nvPr/>
        </p:nvSpPr>
        <p:spPr>
          <a:xfrm>
            <a:off x="3493008" y="1399032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78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32241677-EA90-94D9-7EC3-FAFDA9FBB914}"/>
              </a:ext>
            </a:extLst>
          </p:cNvPr>
          <p:cNvSpPr/>
          <p:nvPr/>
        </p:nvSpPr>
        <p:spPr>
          <a:xfrm>
            <a:off x="3493008" y="183794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</a:rPr>
              <a:t>Inventory quality</a:t>
            </a:r>
            <a:endParaRPr lang="en-US" sz="14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CA57635C-7F73-2E3C-32C6-F9A3C17F883A}"/>
              </a:ext>
            </a:extLst>
          </p:cNvPr>
          <p:cNvSpPr/>
          <p:nvPr/>
        </p:nvSpPr>
        <p:spPr>
          <a:xfrm>
            <a:off x="3493008" y="2185416"/>
            <a:ext cx="23317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Reduce excess stock, improve mix and lower carrying cost.</a:t>
            </a:r>
            <a:endParaRPr lang="en-US" sz="1400" dirty="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56EEBF4C-0162-945A-5BFA-4B77AA3690A7}"/>
              </a:ext>
            </a:extLst>
          </p:cNvPr>
          <p:cNvSpPr/>
          <p:nvPr/>
        </p:nvSpPr>
        <p:spPr>
          <a:xfrm>
            <a:off x="6080760" y="132588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7BFCC"/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CB126DFF-9717-034A-93CD-5A680D4F5A3C}"/>
              </a:ext>
            </a:extLst>
          </p:cNvPr>
          <p:cNvSpPr/>
          <p:nvPr/>
        </p:nvSpPr>
        <p:spPr>
          <a:xfrm>
            <a:off x="6208776" y="1472184"/>
            <a:ext cx="54864" cy="201168"/>
          </a:xfrm>
          <a:prstGeom prst="rect">
            <a:avLst/>
          </a:prstGeom>
          <a:solidFill>
            <a:srgbClr val="0B2E78"/>
          </a:solidFill>
          <a:ln w="12700">
            <a:solidFill>
              <a:srgbClr val="0B2E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C6F6F2CE-F143-FA58-C247-2CE23C6C1AA7}"/>
              </a:ext>
            </a:extLst>
          </p:cNvPr>
          <p:cNvSpPr/>
          <p:nvPr/>
        </p:nvSpPr>
        <p:spPr>
          <a:xfrm>
            <a:off x="6281928" y="1399032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78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38DE9E02-3C7D-D6CD-7EB2-0DF27CBD6E7E}"/>
              </a:ext>
            </a:extLst>
          </p:cNvPr>
          <p:cNvSpPr/>
          <p:nvPr/>
        </p:nvSpPr>
        <p:spPr>
          <a:xfrm>
            <a:off x="6281928" y="183794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</a:rPr>
              <a:t>Dealer performance</a:t>
            </a:r>
            <a:endParaRPr lang="en-US" sz="14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1DA8504A-0314-C184-BB9B-325CB9154F6C}"/>
              </a:ext>
            </a:extLst>
          </p:cNvPr>
          <p:cNvSpPr/>
          <p:nvPr/>
        </p:nvSpPr>
        <p:spPr>
          <a:xfrm>
            <a:off x="6281928" y="2185416"/>
            <a:ext cx="23317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GB" sz="1400" dirty="0">
                <a:solidFill>
                  <a:srgbClr val="1F1F1F"/>
                </a:solidFill>
              </a:rPr>
              <a:t>Improve ordering discipline, recommendation adoption and stock turns.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D5BA038D-56A9-E8C6-D0F7-A2D5C7B98A09}"/>
              </a:ext>
            </a:extLst>
          </p:cNvPr>
          <p:cNvSpPr/>
          <p:nvPr/>
        </p:nvSpPr>
        <p:spPr>
          <a:xfrm>
            <a:off x="8869680" y="1325880"/>
            <a:ext cx="26517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7BFCC"/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E17F183C-D1B7-C5D0-9418-DA8598EC3C17}"/>
              </a:ext>
            </a:extLst>
          </p:cNvPr>
          <p:cNvSpPr/>
          <p:nvPr/>
        </p:nvSpPr>
        <p:spPr>
          <a:xfrm>
            <a:off x="8997696" y="1472184"/>
            <a:ext cx="54864" cy="201168"/>
          </a:xfrm>
          <a:prstGeom prst="rect">
            <a:avLst/>
          </a:prstGeom>
          <a:solidFill>
            <a:srgbClr val="0B2E78"/>
          </a:solidFill>
          <a:ln w="12700">
            <a:solidFill>
              <a:srgbClr val="0B2E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 sz="14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D6809158-1A4B-8A58-4F9F-BBA11A1AC19B}"/>
              </a:ext>
            </a:extLst>
          </p:cNvPr>
          <p:cNvSpPr/>
          <p:nvPr/>
        </p:nvSpPr>
        <p:spPr>
          <a:xfrm>
            <a:off x="9070848" y="1399032"/>
            <a:ext cx="2359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78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EC0DB8B0-1613-CE8E-CFE0-D7DC300A2DB9}"/>
              </a:ext>
            </a:extLst>
          </p:cNvPr>
          <p:cNvSpPr/>
          <p:nvPr/>
        </p:nvSpPr>
        <p:spPr>
          <a:xfrm>
            <a:off x="9070848" y="183794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1F1F"/>
                </a:solidFill>
              </a:rPr>
              <a:t>Management visibility</a:t>
            </a:r>
            <a:endParaRPr lang="en-US" sz="14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6F9D5AC2-F1BA-79A2-22C7-0287C8E70283}"/>
              </a:ext>
            </a:extLst>
          </p:cNvPr>
          <p:cNvSpPr/>
          <p:nvPr/>
        </p:nvSpPr>
        <p:spPr>
          <a:xfrm>
            <a:off x="9070848" y="2185416"/>
            <a:ext cx="233172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GB" sz="1400" dirty="0">
                <a:solidFill>
                  <a:srgbClr val="1F1F1F"/>
                </a:solidFill>
              </a:rPr>
              <a:t>Give ITUK consistent KPIs and exception reporting across the dealer network.</a:t>
            </a:r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5DA63FF0-95A7-4658-FCBB-10D8A0A7A9FE}"/>
              </a:ext>
            </a:extLst>
          </p:cNvPr>
          <p:cNvSpPr/>
          <p:nvPr/>
        </p:nvSpPr>
        <p:spPr>
          <a:xfrm>
            <a:off x="502920" y="3749040"/>
            <a:ext cx="11045952" cy="2331720"/>
          </a:xfrm>
          <a:prstGeom prst="roundRect">
            <a:avLst>
              <a:gd name="adj" fmla="val 2353"/>
            </a:avLst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438E9286-40C8-5754-6A97-40E1041C0B77}"/>
              </a:ext>
            </a:extLst>
          </p:cNvPr>
          <p:cNvSpPr/>
          <p:nvPr/>
        </p:nvSpPr>
        <p:spPr>
          <a:xfrm>
            <a:off x="740664" y="39684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successful POC looks like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EBB7AC39-1C4D-F0DF-407F-A14C17F62865}"/>
              </a:ext>
            </a:extLst>
          </p:cNvPr>
          <p:cNvSpPr/>
          <p:nvPr/>
        </p:nvSpPr>
        <p:spPr>
          <a:xfrm>
            <a:off x="758952" y="4517136"/>
            <a:ext cx="2240280" cy="0"/>
          </a:xfrm>
          <a:prstGeom prst="line">
            <a:avLst/>
          </a:prstGeom>
          <a:noFill/>
          <a:ln w="2794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5F6314E4-99C4-6627-C864-50FCAB2CE835}"/>
              </a:ext>
            </a:extLst>
          </p:cNvPr>
          <p:cNvSpPr/>
          <p:nvPr/>
        </p:nvSpPr>
        <p:spPr>
          <a:xfrm>
            <a:off x="758952" y="46268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Text 27">
            <a:extLst>
              <a:ext uri="{FF2B5EF4-FFF2-40B4-BE49-F238E27FC236}">
                <a16:creationId xmlns:a16="http://schemas.microsoft.com/office/drawing/2014/main" id="{2679C8C0-B208-2B00-8997-D1A462FC0475}"/>
              </a:ext>
            </a:extLst>
          </p:cNvPr>
          <p:cNvSpPr/>
          <p:nvPr/>
        </p:nvSpPr>
        <p:spPr>
          <a:xfrm>
            <a:off x="758952" y="493776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stock coverage without adding unnecessary inventory.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E523D296-BE41-4F1E-04CF-49704D34F4B6}"/>
              </a:ext>
            </a:extLst>
          </p:cNvPr>
          <p:cNvSpPr/>
          <p:nvPr/>
        </p:nvSpPr>
        <p:spPr>
          <a:xfrm>
            <a:off x="3438144" y="4517136"/>
            <a:ext cx="2240280" cy="0"/>
          </a:xfrm>
          <a:prstGeom prst="line">
            <a:avLst/>
          </a:prstGeom>
          <a:noFill/>
          <a:ln w="2794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39" name="Text 29">
            <a:extLst>
              <a:ext uri="{FF2B5EF4-FFF2-40B4-BE49-F238E27FC236}">
                <a16:creationId xmlns:a16="http://schemas.microsoft.com/office/drawing/2014/main" id="{0CAB9F4B-EDA3-EF14-AE5A-9BA7D3490098}"/>
              </a:ext>
            </a:extLst>
          </p:cNvPr>
          <p:cNvSpPr/>
          <p:nvPr/>
        </p:nvSpPr>
        <p:spPr>
          <a:xfrm>
            <a:off x="3438144" y="46268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Cashflow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67B81822-905A-18EC-7C66-06030593E7DD}"/>
              </a:ext>
            </a:extLst>
          </p:cNvPr>
          <p:cNvSpPr/>
          <p:nvPr/>
        </p:nvSpPr>
        <p:spPr>
          <a:xfrm>
            <a:off x="3438144" y="493776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excess / non-moving inventory and improving stock turns.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3" name="Shape 31">
            <a:extLst>
              <a:ext uri="{FF2B5EF4-FFF2-40B4-BE49-F238E27FC236}">
                <a16:creationId xmlns:a16="http://schemas.microsoft.com/office/drawing/2014/main" id="{9C1D004E-24C4-3C00-C061-1CEE405EE8E4}"/>
              </a:ext>
            </a:extLst>
          </p:cNvPr>
          <p:cNvSpPr/>
          <p:nvPr/>
        </p:nvSpPr>
        <p:spPr>
          <a:xfrm>
            <a:off x="6117336" y="4517136"/>
            <a:ext cx="2240280" cy="0"/>
          </a:xfrm>
          <a:prstGeom prst="line">
            <a:avLst/>
          </a:prstGeom>
          <a:noFill/>
          <a:ln w="2794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AA9811A4-1F96-956D-C54D-E026FAF01FBF}"/>
              </a:ext>
            </a:extLst>
          </p:cNvPr>
          <p:cNvSpPr/>
          <p:nvPr/>
        </p:nvSpPr>
        <p:spPr>
          <a:xfrm>
            <a:off x="6117336" y="46268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696D8E72-405A-920E-FE2B-46F1C48DA1CF}"/>
              </a:ext>
            </a:extLst>
          </p:cNvPr>
          <p:cNvSpPr/>
          <p:nvPr/>
        </p:nvSpPr>
        <p:spPr>
          <a:xfrm>
            <a:off x="6117336" y="493776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 using and trusting recommended orders consistently.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9" name="Shape 34">
            <a:extLst>
              <a:ext uri="{FF2B5EF4-FFF2-40B4-BE49-F238E27FC236}">
                <a16:creationId xmlns:a16="http://schemas.microsoft.com/office/drawing/2014/main" id="{F0EDE26D-21DD-4B14-BF67-1D118A8228BE}"/>
              </a:ext>
            </a:extLst>
          </p:cNvPr>
          <p:cNvSpPr/>
          <p:nvPr/>
        </p:nvSpPr>
        <p:spPr>
          <a:xfrm>
            <a:off x="8796528" y="4517136"/>
            <a:ext cx="2240280" cy="0"/>
          </a:xfrm>
          <a:prstGeom prst="line">
            <a:avLst/>
          </a:prstGeom>
          <a:noFill/>
          <a:ln w="2794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sz="2000" dirty="0">
              <a:solidFill>
                <a:schemeClr val="bg1"/>
              </a:solidFill>
            </a:endParaRPr>
          </a:p>
        </p:txBody>
      </p:sp>
      <p:sp>
        <p:nvSpPr>
          <p:cNvPr id="51" name="Text 35">
            <a:extLst>
              <a:ext uri="{FF2B5EF4-FFF2-40B4-BE49-F238E27FC236}">
                <a16:creationId xmlns:a16="http://schemas.microsoft.com/office/drawing/2014/main" id="{3C00DAFC-738C-DDAE-6F06-7B8CA4EDFE16}"/>
              </a:ext>
            </a:extLst>
          </p:cNvPr>
          <p:cNvSpPr/>
          <p:nvPr/>
        </p:nvSpPr>
        <p:spPr>
          <a:xfrm>
            <a:off x="8796528" y="46268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3" name="Text 36">
            <a:extLst>
              <a:ext uri="{FF2B5EF4-FFF2-40B4-BE49-F238E27FC236}">
                <a16:creationId xmlns:a16="http://schemas.microsoft.com/office/drawing/2014/main" id="{4400287C-0BA9-4974-15B9-648E0FB141C9}"/>
              </a:ext>
            </a:extLst>
          </p:cNvPr>
          <p:cNvSpPr/>
          <p:nvPr/>
        </p:nvSpPr>
        <p:spPr>
          <a:xfrm>
            <a:off x="8796528" y="493776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ITUK able to see performance and act on exceptions.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95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435C8-7265-FC97-1AA3-6EADA03D1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CED5B7-D30A-7707-4F12-3ACA39EAF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MDI – Anticipated Work Flow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D9F0040-8717-C080-0479-58A1283075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3029041"/>
              </p:ext>
            </p:extLst>
          </p:nvPr>
        </p:nvGraphicFramePr>
        <p:xfrm>
          <a:off x="2462276" y="1289304"/>
          <a:ext cx="7267448" cy="5095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254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2519D-9388-00B1-5DC4-C4FD46A46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0FD4F9-BE7D-92FF-7757-4C74768B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Dealer DMS Mix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6F01456-D752-1F01-D89D-5AE66C20FE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4222557"/>
              </p:ext>
            </p:extLst>
          </p:nvPr>
        </p:nvGraphicFramePr>
        <p:xfrm>
          <a:off x="1778508" y="1133856"/>
          <a:ext cx="8634984" cy="5532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48296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BD812-B59E-9E6F-E593-26436D553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59E77F-F724-AC99-0DBE-A037D4C50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PoC Dealers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CFF069-93BC-43F1-63AA-27C9BBA75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510" y="1018104"/>
            <a:ext cx="4195258" cy="517215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863183B-0D2C-0F65-9795-B9C182D63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162225"/>
              </p:ext>
            </p:extLst>
          </p:nvPr>
        </p:nvGraphicFramePr>
        <p:xfrm>
          <a:off x="408448" y="2003692"/>
          <a:ext cx="6381052" cy="2453640"/>
        </p:xfrm>
        <a:graphic>
          <a:graphicData uri="http://schemas.openxmlformats.org/drawingml/2006/table">
            <a:tbl>
              <a:tblPr/>
              <a:tblGrid>
                <a:gridCol w="1168464">
                  <a:extLst>
                    <a:ext uri="{9D8B030D-6E8A-4147-A177-3AD203B41FA5}">
                      <a16:colId xmlns:a16="http://schemas.microsoft.com/office/drawing/2014/main" val="3290255707"/>
                    </a:ext>
                  </a:extLst>
                </a:gridCol>
                <a:gridCol w="3257423">
                  <a:extLst>
                    <a:ext uri="{9D8B030D-6E8A-4147-A177-3AD203B41FA5}">
                      <a16:colId xmlns:a16="http://schemas.microsoft.com/office/drawing/2014/main" val="616540853"/>
                    </a:ext>
                  </a:extLst>
                </a:gridCol>
                <a:gridCol w="812165">
                  <a:extLst>
                    <a:ext uri="{9D8B030D-6E8A-4147-A177-3AD203B41FA5}">
                      <a16:colId xmlns:a16="http://schemas.microsoft.com/office/drawing/2014/main" val="1753142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7513727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Dealer Account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Dealer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Post Code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Parts Manager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5344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P9041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COMMERCIAL MOTORS (WALES) LTD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NP19 4RF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Craig Little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9848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P9364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SW COMMERCIALS LTD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TR4 9DH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Charlie Heide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22436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P9042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CORDWALLIS COMMERCIALS (HEATHROW)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TW14 8ND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James Finnegan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6958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P9344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RH Commercial Vehicles Ltd (Northampton)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NN7 4AW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Tom Judd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29266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P9345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RH Commercial Vehicles Ltd (Tuxford)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NG22 0NH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Jervel Foster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7332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P9346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RH Commercial Vehicles Ltd (Leicester)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202124"/>
                          </a:solidFill>
                          <a:effectLst/>
                          <a:latin typeface="+mn-lt"/>
                        </a:rPr>
                        <a:t>LE7 4UZ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Tom Judd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1788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P9347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RH Commercial Vehicles Ltd(Peterborough)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PE1 5UP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Tom Judd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9596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P9181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JDS TRUCKS LIMITED - BLACKBURN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BB1 3BB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Rebecca Hirst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3104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P9182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JDS TRUCKS LIMITED - MANCHESTER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M50 2UW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Rebecca Hirst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130383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P9163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MOTUS COMMERCIALS-GLASGOW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G51 4SX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Gerry Doolan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590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8358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95DCD-5824-FAF3-4405-1003CC262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C06D83-B83F-D03B-CCB2-C25DB5C44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TVS Proposal – Operating Model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B4F11F-E664-5BCC-C315-419636657776}"/>
              </a:ext>
            </a:extLst>
          </p:cNvPr>
          <p:cNvSpPr/>
          <p:nvPr/>
        </p:nvSpPr>
        <p:spPr>
          <a:xfrm>
            <a:off x="685800" y="140817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proves the process; Phases 2 and 3 progressively automate the dealer workflow.</a:t>
            </a:r>
            <a:endParaRPr lang="en-US" sz="95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2FA31EB-C2D9-C1F7-714E-0AED105B2C2C}"/>
              </a:ext>
            </a:extLst>
          </p:cNvPr>
          <p:cNvSpPr/>
          <p:nvPr/>
        </p:nvSpPr>
        <p:spPr>
          <a:xfrm>
            <a:off x="640080" y="1783080"/>
            <a:ext cx="3401568" cy="1828800"/>
          </a:xfrm>
          <a:prstGeom prst="roundRect">
            <a:avLst>
              <a:gd name="adj" fmla="val 3000"/>
            </a:avLst>
          </a:prstGeom>
          <a:solidFill>
            <a:srgbClr val="344251"/>
          </a:solidFill>
          <a:ln w="12700">
            <a:solidFill>
              <a:srgbClr val="344251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253101E4-290F-5F05-5A22-85FDA00F9956}"/>
              </a:ext>
            </a:extLst>
          </p:cNvPr>
          <p:cNvSpPr/>
          <p:nvPr/>
        </p:nvSpPr>
        <p:spPr>
          <a:xfrm>
            <a:off x="804672" y="200253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0BBCC2BE-1C4B-F0A5-AB20-C18943C5B437}"/>
              </a:ext>
            </a:extLst>
          </p:cNvPr>
          <p:cNvSpPr/>
          <p:nvPr/>
        </p:nvSpPr>
        <p:spPr>
          <a:xfrm>
            <a:off x="1353312" y="196596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/ manual process</a:t>
            </a:r>
            <a:endParaRPr lang="en-US" sz="1330" dirty="0">
              <a:solidFill>
                <a:schemeClr val="bg1"/>
              </a:solidFill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343D4DAF-1860-6E13-8CA0-4B5AC74126F8}"/>
              </a:ext>
            </a:extLst>
          </p:cNvPr>
          <p:cNvSpPr/>
          <p:nvPr/>
        </p:nvSpPr>
        <p:spPr>
          <a:xfrm>
            <a:off x="841248" y="2514600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sends a daily stock file. TVS manually processes the data, generates a recommended order and returns it to the dealer.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409E189B-65DD-FEA8-0491-3B46C3C554B6}"/>
              </a:ext>
            </a:extLst>
          </p:cNvPr>
          <p:cNvSpPr/>
          <p:nvPr/>
        </p:nvSpPr>
        <p:spPr>
          <a:xfrm>
            <a:off x="4096512" y="2496312"/>
            <a:ext cx="256032" cy="402336"/>
          </a:xfrm>
          <a:prstGeom prst="chevron">
            <a:avLst/>
          </a:prstGeom>
          <a:solidFill>
            <a:srgbClr val="A3AAB3"/>
          </a:solidFill>
          <a:ln w="12700">
            <a:solidFill>
              <a:srgbClr val="A3AAB3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75E828FE-8AD1-186B-5657-DCEFB2EA47BB}"/>
              </a:ext>
            </a:extLst>
          </p:cNvPr>
          <p:cNvSpPr/>
          <p:nvPr/>
        </p:nvSpPr>
        <p:spPr>
          <a:xfrm>
            <a:off x="4389120" y="1783080"/>
            <a:ext cx="3401568" cy="1828800"/>
          </a:xfrm>
          <a:prstGeom prst="roundRect">
            <a:avLst>
              <a:gd name="adj" fmla="val 3000"/>
            </a:avLst>
          </a:prstGeom>
          <a:solidFill>
            <a:srgbClr val="002664"/>
          </a:solidFill>
          <a:ln w="12700">
            <a:solidFill>
              <a:srgbClr val="AFC0D8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052FBFE5-22AD-3F4A-5533-638E08DE0968}"/>
              </a:ext>
            </a:extLst>
          </p:cNvPr>
          <p:cNvSpPr/>
          <p:nvPr/>
        </p:nvSpPr>
        <p:spPr>
          <a:xfrm>
            <a:off x="4553712" y="200253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4B994D32-4A39-35D3-57E5-4034B29C662D}"/>
              </a:ext>
            </a:extLst>
          </p:cNvPr>
          <p:cNvSpPr/>
          <p:nvPr/>
        </p:nvSpPr>
        <p:spPr>
          <a:xfrm>
            <a:off x="5102352" y="196596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order file</a:t>
            </a:r>
            <a:endParaRPr lang="en-US" sz="1330" dirty="0">
              <a:solidFill>
                <a:schemeClr val="bg1"/>
              </a:solidFill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2F039FD8-5AA5-09A1-9456-4E33279A63BD}"/>
              </a:ext>
            </a:extLst>
          </p:cNvPr>
          <p:cNvSpPr/>
          <p:nvPr/>
        </p:nvSpPr>
        <p:spPr>
          <a:xfrm>
            <a:off x="4590288" y="2514600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order files are automated from TVS systems into the Isuzu dealer management workflow.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83D2DF42-E69A-097B-B9D9-17CF9192EFEE}"/>
              </a:ext>
            </a:extLst>
          </p:cNvPr>
          <p:cNvSpPr/>
          <p:nvPr/>
        </p:nvSpPr>
        <p:spPr>
          <a:xfrm>
            <a:off x="7845552" y="2496312"/>
            <a:ext cx="256032" cy="402336"/>
          </a:xfrm>
          <a:prstGeom prst="chevron">
            <a:avLst/>
          </a:prstGeom>
          <a:solidFill>
            <a:srgbClr val="A3AAB3"/>
          </a:solidFill>
          <a:ln w="12700">
            <a:solidFill>
              <a:srgbClr val="A3AAB3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35D6C889-E5B4-BB15-E527-9B526D6313F0}"/>
              </a:ext>
            </a:extLst>
          </p:cNvPr>
          <p:cNvSpPr/>
          <p:nvPr/>
        </p:nvSpPr>
        <p:spPr>
          <a:xfrm>
            <a:off x="8138160" y="1783080"/>
            <a:ext cx="3401568" cy="1828800"/>
          </a:xfrm>
          <a:prstGeom prst="roundRect">
            <a:avLst>
              <a:gd name="adj" fmla="val 3000"/>
            </a:avLst>
          </a:prstGeom>
          <a:solidFill>
            <a:srgbClr val="21585A"/>
          </a:solidFill>
          <a:ln w="12700">
            <a:solidFill>
              <a:srgbClr val="A6D8E3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91845A94-D3FC-95CE-D768-B09D83629592}"/>
              </a:ext>
            </a:extLst>
          </p:cNvPr>
          <p:cNvSpPr/>
          <p:nvPr/>
        </p:nvSpPr>
        <p:spPr>
          <a:xfrm>
            <a:off x="8302752" y="200253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0AB98C19-F432-736A-728F-2EE315B1F957}"/>
              </a:ext>
            </a:extLst>
          </p:cNvPr>
          <p:cNvSpPr/>
          <p:nvPr/>
        </p:nvSpPr>
        <p:spPr>
          <a:xfrm>
            <a:off x="8851392" y="196596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auto-accept</a:t>
            </a:r>
            <a:endParaRPr lang="en-US" sz="1330" dirty="0">
              <a:solidFill>
                <a:schemeClr val="bg1"/>
              </a:solidFill>
            </a:endParaRPr>
          </a:p>
        </p:txBody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80C624A4-F4AA-64CE-4577-726E2E8A680B}"/>
              </a:ext>
            </a:extLst>
          </p:cNvPr>
          <p:cNvSpPr/>
          <p:nvPr/>
        </p:nvSpPr>
        <p:spPr>
          <a:xfrm>
            <a:off x="8339328" y="2514600"/>
            <a:ext cx="2971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DMS button allows the dealer to accept the recommended order with minimal manual handling.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9EF480DD-7ED9-4FEF-1C7F-A3EF0E37A9A5}"/>
              </a:ext>
            </a:extLst>
          </p:cNvPr>
          <p:cNvSpPr/>
          <p:nvPr/>
        </p:nvSpPr>
        <p:spPr>
          <a:xfrm>
            <a:off x="1591056" y="376732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TVS PROPOSAL</a:t>
            </a:r>
            <a:endParaRPr lang="en-US" sz="870" dirty="0">
              <a:solidFill>
                <a:srgbClr val="344251"/>
              </a:solidFill>
            </a:endParaRPr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9C10B8D8-4AA1-6B75-B5F9-DE4DA8BA0158}"/>
              </a:ext>
            </a:extLst>
          </p:cNvPr>
          <p:cNvSpPr/>
          <p:nvPr/>
        </p:nvSpPr>
        <p:spPr>
          <a:xfrm>
            <a:off x="5797296" y="376732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MODEL – SUBJECT TO TECHNICAL / COMMERCIAL AGREEMENT</a:t>
            </a:r>
            <a:endParaRPr lang="en-US" sz="870" dirty="0">
              <a:solidFill>
                <a:srgbClr val="344251"/>
              </a:solidFill>
            </a:endParaRPr>
          </a:p>
        </p:txBody>
      </p:sp>
      <p:sp>
        <p:nvSpPr>
          <p:cNvPr id="40" name="Shape 22">
            <a:extLst>
              <a:ext uri="{FF2B5EF4-FFF2-40B4-BE49-F238E27FC236}">
                <a16:creationId xmlns:a16="http://schemas.microsoft.com/office/drawing/2014/main" id="{A183D66A-FCF9-F09B-7257-004F8D51FAC0}"/>
              </a:ext>
            </a:extLst>
          </p:cNvPr>
          <p:cNvSpPr/>
          <p:nvPr/>
        </p:nvSpPr>
        <p:spPr>
          <a:xfrm>
            <a:off x="640080" y="4361688"/>
            <a:ext cx="10899648" cy="202996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8D7983DC-A05B-1E47-1583-554117806396}"/>
              </a:ext>
            </a:extLst>
          </p:cNvPr>
          <p:cNvSpPr/>
          <p:nvPr/>
        </p:nvSpPr>
        <p:spPr>
          <a:xfrm>
            <a:off x="868680" y="45720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Phase 1 Workflow</a:t>
            </a:r>
            <a:endParaRPr lang="en-US" sz="135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33627463-0E78-FD87-2310-66C301D81C3F}"/>
              </a:ext>
            </a:extLst>
          </p:cNvPr>
          <p:cNvSpPr/>
          <p:nvPr/>
        </p:nvSpPr>
        <p:spPr>
          <a:xfrm>
            <a:off x="2313432" y="5376672"/>
            <a:ext cx="493776" cy="0"/>
          </a:xfrm>
          <a:prstGeom prst="line">
            <a:avLst/>
          </a:prstGeom>
          <a:noFill/>
          <a:ln w="17780">
            <a:solidFill>
              <a:srgbClr val="A3AA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25">
            <a:extLst>
              <a:ext uri="{FF2B5EF4-FFF2-40B4-BE49-F238E27FC236}">
                <a16:creationId xmlns:a16="http://schemas.microsoft.com/office/drawing/2014/main" id="{5AC108CA-597E-8EB9-8289-B448E18C8CF9}"/>
              </a:ext>
            </a:extLst>
          </p:cNvPr>
          <p:cNvSpPr/>
          <p:nvPr/>
        </p:nvSpPr>
        <p:spPr>
          <a:xfrm>
            <a:off x="1225296" y="5129784"/>
            <a:ext cx="493776" cy="493776"/>
          </a:xfrm>
          <a:prstGeom prst="ellipse">
            <a:avLst/>
          </a:prstGeom>
          <a:solidFill>
            <a:srgbClr val="21585A"/>
          </a:solidFill>
          <a:ln w="12700">
            <a:solidFill>
              <a:srgbClr val="21585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4AD53153-3B67-61C1-E45E-D2063CBBA65B}"/>
              </a:ext>
            </a:extLst>
          </p:cNvPr>
          <p:cNvSpPr/>
          <p:nvPr/>
        </p:nvSpPr>
        <p:spPr>
          <a:xfrm>
            <a:off x="1225296" y="52212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0AEE524A-8B77-E210-AA55-B91AF95633B4}"/>
              </a:ext>
            </a:extLst>
          </p:cNvPr>
          <p:cNvSpPr/>
          <p:nvPr/>
        </p:nvSpPr>
        <p:spPr>
          <a:xfrm>
            <a:off x="850392" y="572414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file</a:t>
            </a:r>
            <a:endParaRPr lang="en-US" sz="1080" dirty="0"/>
          </a:p>
        </p:txBody>
      </p:sp>
      <p:sp>
        <p:nvSpPr>
          <p:cNvPr id="46" name="Text 28">
            <a:extLst>
              <a:ext uri="{FF2B5EF4-FFF2-40B4-BE49-F238E27FC236}">
                <a16:creationId xmlns:a16="http://schemas.microsoft.com/office/drawing/2014/main" id="{04D42E50-C7B2-46ED-C9E2-E23F05CD423B}"/>
              </a:ext>
            </a:extLst>
          </p:cNvPr>
          <p:cNvSpPr/>
          <p:nvPr/>
        </p:nvSpPr>
        <p:spPr>
          <a:xfrm>
            <a:off x="992124" y="59893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stock file</a:t>
            </a:r>
            <a:endParaRPr lang="en-US" sz="1200" dirty="0">
              <a:solidFill>
                <a:srgbClr val="344251"/>
              </a:solidFill>
            </a:endParaRPr>
          </a:p>
        </p:txBody>
      </p:sp>
      <p:sp>
        <p:nvSpPr>
          <p:cNvPr id="47" name="Shape 29">
            <a:extLst>
              <a:ext uri="{FF2B5EF4-FFF2-40B4-BE49-F238E27FC236}">
                <a16:creationId xmlns:a16="http://schemas.microsoft.com/office/drawing/2014/main" id="{2EE30D68-8DB3-8A12-795A-B7E1F58E78A9}"/>
              </a:ext>
            </a:extLst>
          </p:cNvPr>
          <p:cNvSpPr/>
          <p:nvPr/>
        </p:nvSpPr>
        <p:spPr>
          <a:xfrm>
            <a:off x="4279392" y="5376672"/>
            <a:ext cx="585216" cy="0"/>
          </a:xfrm>
          <a:prstGeom prst="line">
            <a:avLst/>
          </a:prstGeom>
          <a:noFill/>
          <a:ln w="17780">
            <a:solidFill>
              <a:srgbClr val="A3AA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48" name="Shape 30">
            <a:extLst>
              <a:ext uri="{FF2B5EF4-FFF2-40B4-BE49-F238E27FC236}">
                <a16:creationId xmlns:a16="http://schemas.microsoft.com/office/drawing/2014/main" id="{EAC6CF6D-4D11-B2D7-23E4-BB72FC0B353D}"/>
              </a:ext>
            </a:extLst>
          </p:cNvPr>
          <p:cNvSpPr/>
          <p:nvPr/>
        </p:nvSpPr>
        <p:spPr>
          <a:xfrm>
            <a:off x="3191256" y="5129784"/>
            <a:ext cx="493776" cy="493776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31">
            <a:extLst>
              <a:ext uri="{FF2B5EF4-FFF2-40B4-BE49-F238E27FC236}">
                <a16:creationId xmlns:a16="http://schemas.microsoft.com/office/drawing/2014/main" id="{321943C5-8334-E95E-69C8-E91E56AE35DB}"/>
              </a:ext>
            </a:extLst>
          </p:cNvPr>
          <p:cNvSpPr/>
          <p:nvPr/>
        </p:nvSpPr>
        <p:spPr>
          <a:xfrm>
            <a:off x="3191256" y="52212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32">
            <a:extLst>
              <a:ext uri="{FF2B5EF4-FFF2-40B4-BE49-F238E27FC236}">
                <a16:creationId xmlns:a16="http://schemas.microsoft.com/office/drawing/2014/main" id="{0DBC8D5C-B4F5-6A97-D762-0FF4E5CD9834}"/>
              </a:ext>
            </a:extLst>
          </p:cNvPr>
          <p:cNvSpPr/>
          <p:nvPr/>
        </p:nvSpPr>
        <p:spPr>
          <a:xfrm>
            <a:off x="3044952" y="5715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TVS processing</a:t>
            </a:r>
            <a:endParaRPr lang="en-US" sz="1080" dirty="0"/>
          </a:p>
        </p:txBody>
      </p:sp>
      <p:sp>
        <p:nvSpPr>
          <p:cNvPr id="51" name="Text 33">
            <a:extLst>
              <a:ext uri="{FF2B5EF4-FFF2-40B4-BE49-F238E27FC236}">
                <a16:creationId xmlns:a16="http://schemas.microsoft.com/office/drawing/2014/main" id="{E0E713AB-BCD2-3FB7-BB3E-0E40EFF5ADC8}"/>
              </a:ext>
            </a:extLst>
          </p:cNvPr>
          <p:cNvSpPr/>
          <p:nvPr/>
        </p:nvSpPr>
        <p:spPr>
          <a:xfrm>
            <a:off x="3182112" y="5998464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/ forecast logic</a:t>
            </a:r>
            <a:endParaRPr lang="en-US" sz="1200" dirty="0">
              <a:solidFill>
                <a:srgbClr val="344251"/>
              </a:solidFill>
            </a:endParaRPr>
          </a:p>
        </p:txBody>
      </p:sp>
      <p:sp>
        <p:nvSpPr>
          <p:cNvPr id="52" name="Shape 34">
            <a:extLst>
              <a:ext uri="{FF2B5EF4-FFF2-40B4-BE49-F238E27FC236}">
                <a16:creationId xmlns:a16="http://schemas.microsoft.com/office/drawing/2014/main" id="{1F706552-577F-FBF1-078E-78D3C2CA59AF}"/>
              </a:ext>
            </a:extLst>
          </p:cNvPr>
          <p:cNvSpPr/>
          <p:nvPr/>
        </p:nvSpPr>
        <p:spPr>
          <a:xfrm>
            <a:off x="6336792" y="5376672"/>
            <a:ext cx="722376" cy="0"/>
          </a:xfrm>
          <a:prstGeom prst="line">
            <a:avLst/>
          </a:prstGeom>
          <a:noFill/>
          <a:ln w="17780">
            <a:solidFill>
              <a:srgbClr val="A3AA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3" name="Shape 35">
            <a:extLst>
              <a:ext uri="{FF2B5EF4-FFF2-40B4-BE49-F238E27FC236}">
                <a16:creationId xmlns:a16="http://schemas.microsoft.com/office/drawing/2014/main" id="{1CDDC396-BF97-CD74-8A76-359714E62CCA}"/>
              </a:ext>
            </a:extLst>
          </p:cNvPr>
          <p:cNvSpPr/>
          <p:nvPr/>
        </p:nvSpPr>
        <p:spPr>
          <a:xfrm>
            <a:off x="5248656" y="5129784"/>
            <a:ext cx="493776" cy="493776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36">
            <a:extLst>
              <a:ext uri="{FF2B5EF4-FFF2-40B4-BE49-F238E27FC236}">
                <a16:creationId xmlns:a16="http://schemas.microsoft.com/office/drawing/2014/main" id="{55D20944-2012-EA5D-3163-269041E3BAF6}"/>
              </a:ext>
            </a:extLst>
          </p:cNvPr>
          <p:cNvSpPr/>
          <p:nvPr/>
        </p:nvSpPr>
        <p:spPr>
          <a:xfrm>
            <a:off x="5248656" y="52212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Text 37">
            <a:extLst>
              <a:ext uri="{FF2B5EF4-FFF2-40B4-BE49-F238E27FC236}">
                <a16:creationId xmlns:a16="http://schemas.microsoft.com/office/drawing/2014/main" id="{66FA0A2E-7D78-FF2F-641A-549BBB0F1E86}"/>
              </a:ext>
            </a:extLst>
          </p:cNvPr>
          <p:cNvSpPr/>
          <p:nvPr/>
        </p:nvSpPr>
        <p:spPr>
          <a:xfrm>
            <a:off x="5102352" y="5715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order</a:t>
            </a:r>
            <a:endParaRPr lang="en-US" sz="1080" dirty="0"/>
          </a:p>
        </p:txBody>
      </p:sp>
      <p:sp>
        <p:nvSpPr>
          <p:cNvPr id="56" name="Text 38">
            <a:extLst>
              <a:ext uri="{FF2B5EF4-FFF2-40B4-BE49-F238E27FC236}">
                <a16:creationId xmlns:a16="http://schemas.microsoft.com/office/drawing/2014/main" id="{68A1C172-F4E6-0A17-5F4C-A15C0C3E52F1}"/>
              </a:ext>
            </a:extLst>
          </p:cNvPr>
          <p:cNvSpPr/>
          <p:nvPr/>
        </p:nvSpPr>
        <p:spPr>
          <a:xfrm>
            <a:off x="5065776" y="599846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Returned to dealer</a:t>
            </a:r>
            <a:endParaRPr lang="en-US" sz="1200" dirty="0">
              <a:solidFill>
                <a:srgbClr val="344251"/>
              </a:solidFill>
            </a:endParaRPr>
          </a:p>
        </p:txBody>
      </p:sp>
      <p:sp>
        <p:nvSpPr>
          <p:cNvPr id="57" name="Shape 39">
            <a:extLst>
              <a:ext uri="{FF2B5EF4-FFF2-40B4-BE49-F238E27FC236}">
                <a16:creationId xmlns:a16="http://schemas.microsoft.com/office/drawing/2014/main" id="{67022E67-1534-7FE7-00EB-D9D09C47F88F}"/>
              </a:ext>
            </a:extLst>
          </p:cNvPr>
          <p:cNvSpPr/>
          <p:nvPr/>
        </p:nvSpPr>
        <p:spPr>
          <a:xfrm>
            <a:off x="8531352" y="5376672"/>
            <a:ext cx="676656" cy="0"/>
          </a:xfrm>
          <a:prstGeom prst="line">
            <a:avLst/>
          </a:prstGeom>
          <a:noFill/>
          <a:ln w="17780">
            <a:solidFill>
              <a:srgbClr val="A3AAB3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8" name="Shape 40">
            <a:extLst>
              <a:ext uri="{FF2B5EF4-FFF2-40B4-BE49-F238E27FC236}">
                <a16:creationId xmlns:a16="http://schemas.microsoft.com/office/drawing/2014/main" id="{387C4FAE-F010-67E3-7455-B1E85B84E104}"/>
              </a:ext>
            </a:extLst>
          </p:cNvPr>
          <p:cNvSpPr/>
          <p:nvPr/>
        </p:nvSpPr>
        <p:spPr>
          <a:xfrm>
            <a:off x="7443216" y="5129784"/>
            <a:ext cx="493776" cy="493776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41">
            <a:extLst>
              <a:ext uri="{FF2B5EF4-FFF2-40B4-BE49-F238E27FC236}">
                <a16:creationId xmlns:a16="http://schemas.microsoft.com/office/drawing/2014/main" id="{D49E7894-1924-897F-7FB6-8B266EDF78C6}"/>
              </a:ext>
            </a:extLst>
          </p:cNvPr>
          <p:cNvSpPr/>
          <p:nvPr/>
        </p:nvSpPr>
        <p:spPr>
          <a:xfrm>
            <a:off x="7443216" y="52212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0" name="Text 42">
            <a:extLst>
              <a:ext uri="{FF2B5EF4-FFF2-40B4-BE49-F238E27FC236}">
                <a16:creationId xmlns:a16="http://schemas.microsoft.com/office/drawing/2014/main" id="{50C5988B-938D-0314-D1D5-4926EA15512E}"/>
              </a:ext>
            </a:extLst>
          </p:cNvPr>
          <p:cNvSpPr/>
          <p:nvPr/>
        </p:nvSpPr>
        <p:spPr>
          <a:xfrm>
            <a:off x="7114032" y="5715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action</a:t>
            </a:r>
            <a:endParaRPr lang="en-US" sz="1080" dirty="0"/>
          </a:p>
        </p:txBody>
      </p:sp>
      <p:sp>
        <p:nvSpPr>
          <p:cNvPr id="61" name="Text 43">
            <a:extLst>
              <a:ext uri="{FF2B5EF4-FFF2-40B4-BE49-F238E27FC236}">
                <a16:creationId xmlns:a16="http://schemas.microsoft.com/office/drawing/2014/main" id="{77D854F8-F30D-5D8F-1B37-AC1F7CB5C141}"/>
              </a:ext>
            </a:extLst>
          </p:cNvPr>
          <p:cNvSpPr/>
          <p:nvPr/>
        </p:nvSpPr>
        <p:spPr>
          <a:xfrm>
            <a:off x="7372350" y="5980175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place order</a:t>
            </a:r>
            <a:endParaRPr lang="en-US" sz="1200" dirty="0">
              <a:solidFill>
                <a:srgbClr val="344251"/>
              </a:solidFill>
            </a:endParaRPr>
          </a:p>
        </p:txBody>
      </p:sp>
      <p:sp>
        <p:nvSpPr>
          <p:cNvPr id="62" name="Shape 44">
            <a:extLst>
              <a:ext uri="{FF2B5EF4-FFF2-40B4-BE49-F238E27FC236}">
                <a16:creationId xmlns:a16="http://schemas.microsoft.com/office/drawing/2014/main" id="{FF560123-5D0B-DB11-6A71-ED380F6C328B}"/>
              </a:ext>
            </a:extLst>
          </p:cNvPr>
          <p:cNvSpPr/>
          <p:nvPr/>
        </p:nvSpPr>
        <p:spPr>
          <a:xfrm>
            <a:off x="9592056" y="5129784"/>
            <a:ext cx="493776" cy="493776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45">
            <a:extLst>
              <a:ext uri="{FF2B5EF4-FFF2-40B4-BE49-F238E27FC236}">
                <a16:creationId xmlns:a16="http://schemas.microsoft.com/office/drawing/2014/main" id="{E9918BE0-69CB-3B3E-8828-1500969F0CED}"/>
              </a:ext>
            </a:extLst>
          </p:cNvPr>
          <p:cNvSpPr/>
          <p:nvPr/>
        </p:nvSpPr>
        <p:spPr>
          <a:xfrm>
            <a:off x="9592056" y="5221224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4" name="Text 46">
            <a:extLst>
              <a:ext uri="{FF2B5EF4-FFF2-40B4-BE49-F238E27FC236}">
                <a16:creationId xmlns:a16="http://schemas.microsoft.com/office/drawing/2014/main" id="{F52C827F-F416-1797-F4AC-81049331BD5F}"/>
              </a:ext>
            </a:extLst>
          </p:cNvPr>
          <p:cNvSpPr/>
          <p:nvPr/>
        </p:nvSpPr>
        <p:spPr>
          <a:xfrm>
            <a:off x="9445752" y="571500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ITUK oversight</a:t>
            </a:r>
            <a:endParaRPr lang="en-US" sz="1080" dirty="0"/>
          </a:p>
        </p:txBody>
      </p:sp>
      <p:sp>
        <p:nvSpPr>
          <p:cNvPr id="65" name="Text 47">
            <a:extLst>
              <a:ext uri="{FF2B5EF4-FFF2-40B4-BE49-F238E27FC236}">
                <a16:creationId xmlns:a16="http://schemas.microsoft.com/office/drawing/2014/main" id="{74EAB990-200A-29D6-5AE7-2A897F196162}"/>
              </a:ext>
            </a:extLst>
          </p:cNvPr>
          <p:cNvSpPr/>
          <p:nvPr/>
        </p:nvSpPr>
        <p:spPr>
          <a:xfrm>
            <a:off x="9633204" y="598017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 and KPIs</a:t>
            </a:r>
            <a:endParaRPr lang="en-US" sz="1200" dirty="0">
              <a:solidFill>
                <a:srgbClr val="3442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006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F5B49-6165-39EA-FD0E-C2043AEAA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74A16-8805-D471-5993-24D32F5F6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Latest TVS commercials – 24 July 2026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E77CE13-0564-A789-685C-48D323B694FF}"/>
              </a:ext>
            </a:extLst>
          </p:cNvPr>
          <p:cNvSpPr/>
          <p:nvPr/>
        </p:nvSpPr>
        <p:spPr>
          <a:xfrm>
            <a:off x="512064" y="1225296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PoC is now low-cost and site-based; the full-network Phase 1 cost is unchanged from the original annual quote.</a:t>
            </a:r>
            <a:endParaRPr lang="en-US" sz="95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5C0D6294-FA82-D7E6-2860-AF1206B1B1DB}"/>
              </a:ext>
            </a:extLst>
          </p:cNvPr>
          <p:cNvSpPr/>
          <p:nvPr/>
        </p:nvSpPr>
        <p:spPr>
          <a:xfrm>
            <a:off x="640080" y="1764792"/>
            <a:ext cx="5120640" cy="2286000"/>
          </a:xfrm>
          <a:prstGeom prst="roundRect">
            <a:avLst>
              <a:gd name="adj" fmla="val 2400"/>
            </a:avLst>
          </a:prstGeom>
          <a:solidFill>
            <a:schemeClr val="accent3"/>
          </a:solidFill>
          <a:ln w="12700">
            <a:solidFill>
              <a:srgbClr val="21585A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4756A10B-BDAA-ACF8-D41B-D654AE91C321}"/>
              </a:ext>
            </a:extLst>
          </p:cNvPr>
          <p:cNvSpPr/>
          <p:nvPr/>
        </p:nvSpPr>
        <p:spPr>
          <a:xfrm>
            <a:off x="896112" y="2011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10-DEALER POC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E9F9C413-7FCD-CCA7-5460-F19EC812ED03}"/>
              </a:ext>
            </a:extLst>
          </p:cNvPr>
          <p:cNvSpPr/>
          <p:nvPr/>
        </p:nvSpPr>
        <p:spPr>
          <a:xfrm>
            <a:off x="896112" y="239572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£2,370</a:t>
            </a:r>
            <a:endParaRPr lang="en-US" sz="2900" dirty="0">
              <a:solidFill>
                <a:schemeClr val="bg1"/>
              </a:solidFill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AFBE8BE9-DFE9-3FC1-BC37-121964FC14C4}"/>
              </a:ext>
            </a:extLst>
          </p:cNvPr>
          <p:cNvSpPr/>
          <p:nvPr/>
        </p:nvSpPr>
        <p:spPr>
          <a:xfrm>
            <a:off x="3493008" y="25420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for 3 months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BDA3A7E0-00B3-2FE0-DC06-8829D60CF8B3}"/>
              </a:ext>
            </a:extLst>
          </p:cNvPr>
          <p:cNvSpPr/>
          <p:nvPr/>
        </p:nvSpPr>
        <p:spPr>
          <a:xfrm>
            <a:off x="896112" y="31638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Equivalent to £79 per dealer / month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2C4B0EB5-387B-AF29-41C3-33CD1F62D9A7}"/>
              </a:ext>
            </a:extLst>
          </p:cNvPr>
          <p:cNvSpPr/>
          <p:nvPr/>
        </p:nvSpPr>
        <p:spPr>
          <a:xfrm>
            <a:off x="896112" y="35295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ITUK view: Acceptable cost to test process reliability, dealer adoption and data quality.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879F94A5-2817-64C8-18FB-F5B9FF9314CA}"/>
              </a:ext>
            </a:extLst>
          </p:cNvPr>
          <p:cNvSpPr/>
          <p:nvPr/>
        </p:nvSpPr>
        <p:spPr>
          <a:xfrm>
            <a:off x="6144768" y="1764792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4FCBD68-CBFF-3D0E-51F0-3E0F3F3B3B7D}"/>
              </a:ext>
            </a:extLst>
          </p:cNvPr>
          <p:cNvSpPr/>
          <p:nvPr/>
        </p:nvSpPr>
        <p:spPr>
          <a:xfrm>
            <a:off x="64008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PHASE 1 – 60 DEALERS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906F7F65-D420-D82F-CDB4-076B3F3EECB6}"/>
              </a:ext>
            </a:extLst>
          </p:cNvPr>
          <p:cNvSpPr/>
          <p:nvPr/>
        </p:nvSpPr>
        <p:spPr>
          <a:xfrm>
            <a:off x="6400800" y="239572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£91</a:t>
            </a:r>
            <a:endParaRPr lang="en-US" sz="2900" dirty="0">
              <a:solidFill>
                <a:schemeClr val="bg1"/>
              </a:solidFill>
            </a:endParaRP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65691168-75E9-EC31-D51E-35FD1DAFAF84}"/>
              </a:ext>
            </a:extLst>
          </p:cNvPr>
          <p:cNvSpPr/>
          <p:nvPr/>
        </p:nvSpPr>
        <p:spPr>
          <a:xfrm>
            <a:off x="7818120" y="2542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dealer / month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71016BC8-8224-38B6-49CB-E80519525902}"/>
              </a:ext>
            </a:extLst>
          </p:cNvPr>
          <p:cNvSpPr/>
          <p:nvPr/>
        </p:nvSpPr>
        <p:spPr>
          <a:xfrm>
            <a:off x="9290304" y="23774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£5,460 / month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607D6685-BF48-102F-20AF-84CE5DCB2922}"/>
              </a:ext>
            </a:extLst>
          </p:cNvPr>
          <p:cNvSpPr/>
          <p:nvPr/>
        </p:nvSpPr>
        <p:spPr>
          <a:xfrm>
            <a:off x="9290304" y="27614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£65,520 / year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DF254390-4971-D3AA-B946-212774E3E5F2}"/>
              </a:ext>
            </a:extLst>
          </p:cNvPr>
          <p:cNvSpPr/>
          <p:nvPr/>
        </p:nvSpPr>
        <p:spPr>
          <a:xfrm>
            <a:off x="6400800" y="331927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TVS proposes onboarding the remaining 50 dealers over the 3 months following the PoC.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395B40F7-663D-A3A0-918B-1E41A2B5E7E9}"/>
              </a:ext>
            </a:extLst>
          </p:cNvPr>
          <p:cNvSpPr/>
          <p:nvPr/>
        </p:nvSpPr>
        <p:spPr>
          <a:xfrm>
            <a:off x="676656" y="44439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points still to close</a:t>
            </a:r>
            <a:endParaRPr lang="en-US" sz="1450" dirty="0"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E51BD009-1944-7294-817A-B2ED3AFB4CBC}"/>
              </a:ext>
            </a:extLst>
          </p:cNvPr>
          <p:cNvSpPr/>
          <p:nvPr/>
        </p:nvSpPr>
        <p:spPr>
          <a:xfrm>
            <a:off x="676656" y="4901184"/>
            <a:ext cx="3355848" cy="1371600"/>
          </a:xfrm>
          <a:prstGeom prst="roundRect">
            <a:avLst>
              <a:gd name="adj" fmla="val 4000"/>
            </a:avLst>
          </a:prstGeom>
          <a:solidFill>
            <a:srgbClr val="002664"/>
          </a:solidFill>
          <a:ln w="12700">
            <a:solidFill>
              <a:srgbClr val="E6EAEE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66F165AC-4365-81F0-DCCC-72EFDEF2584C}"/>
              </a:ext>
            </a:extLst>
          </p:cNvPr>
          <p:cNvSpPr/>
          <p:nvPr/>
        </p:nvSpPr>
        <p:spPr>
          <a:xfrm>
            <a:off x="822960" y="51160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9DBF8CF1-35EB-51E1-C7F7-47F543F1C8B0}"/>
              </a:ext>
            </a:extLst>
          </p:cNvPr>
          <p:cNvSpPr/>
          <p:nvPr/>
        </p:nvSpPr>
        <p:spPr>
          <a:xfrm>
            <a:off x="1243584" y="508406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automatic rollout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250B8C26-9D13-A190-1FD5-DC6D6EF48FEC}"/>
              </a:ext>
            </a:extLst>
          </p:cNvPr>
          <p:cNvSpPr/>
          <p:nvPr/>
        </p:nvSpPr>
        <p:spPr>
          <a:xfrm>
            <a:off x="822960" y="5468112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beyond 10 dealers only after a formal ITUK PoC review and approval.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DF1867B4-2A12-697C-CBE2-0E5899427B7B}"/>
              </a:ext>
            </a:extLst>
          </p:cNvPr>
          <p:cNvSpPr/>
          <p:nvPr/>
        </p:nvSpPr>
        <p:spPr>
          <a:xfrm>
            <a:off x="4361688" y="4901184"/>
            <a:ext cx="3355848" cy="1371600"/>
          </a:xfrm>
          <a:prstGeom prst="roundRect">
            <a:avLst>
              <a:gd name="adj" fmla="val 4000"/>
            </a:avLst>
          </a:prstGeom>
          <a:solidFill>
            <a:srgbClr val="002664"/>
          </a:solidFill>
          <a:ln w="12700">
            <a:solidFill>
              <a:srgbClr val="E6EAEE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63" name="Shape 23">
            <a:extLst>
              <a:ext uri="{FF2B5EF4-FFF2-40B4-BE49-F238E27FC236}">
                <a16:creationId xmlns:a16="http://schemas.microsoft.com/office/drawing/2014/main" id="{2A4A756D-FD4F-733F-8C86-000A35EA3653}"/>
              </a:ext>
            </a:extLst>
          </p:cNvPr>
          <p:cNvSpPr/>
          <p:nvPr/>
        </p:nvSpPr>
        <p:spPr>
          <a:xfrm>
            <a:off x="4507992" y="5102352"/>
            <a:ext cx="310896" cy="310896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65" name="Text 24">
            <a:extLst>
              <a:ext uri="{FF2B5EF4-FFF2-40B4-BE49-F238E27FC236}">
                <a16:creationId xmlns:a16="http://schemas.microsoft.com/office/drawing/2014/main" id="{44ACBA38-E756-73D7-50C5-FEBE623BFDCF}"/>
              </a:ext>
            </a:extLst>
          </p:cNvPr>
          <p:cNvSpPr/>
          <p:nvPr/>
        </p:nvSpPr>
        <p:spPr>
          <a:xfrm>
            <a:off x="4507992" y="51160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7" name="Text 25">
            <a:extLst>
              <a:ext uri="{FF2B5EF4-FFF2-40B4-BE49-F238E27FC236}">
                <a16:creationId xmlns:a16="http://schemas.microsoft.com/office/drawing/2014/main" id="{92CC9513-F985-E975-23E2-6C51D9FF3E14}"/>
              </a:ext>
            </a:extLst>
          </p:cNvPr>
          <p:cNvSpPr/>
          <p:nvPr/>
        </p:nvSpPr>
        <p:spPr>
          <a:xfrm>
            <a:off x="4928616" y="508406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200-line assumption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69" name="Text 26">
            <a:extLst>
              <a:ext uri="{FF2B5EF4-FFF2-40B4-BE49-F238E27FC236}">
                <a16:creationId xmlns:a16="http://schemas.microsoft.com/office/drawing/2014/main" id="{FB2A30C6-36B0-8433-B2BC-705D8A8B9CDE}"/>
              </a:ext>
            </a:extLst>
          </p:cNvPr>
          <p:cNvSpPr/>
          <p:nvPr/>
        </p:nvSpPr>
        <p:spPr>
          <a:xfrm>
            <a:off x="4507992" y="5468112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£91 is a fixed site fee and does not increase if a dealer file exceeds 200 lines.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1" name="Shape 27">
            <a:extLst>
              <a:ext uri="{FF2B5EF4-FFF2-40B4-BE49-F238E27FC236}">
                <a16:creationId xmlns:a16="http://schemas.microsoft.com/office/drawing/2014/main" id="{9B3D2196-57F4-D20E-0146-0045373A2253}"/>
              </a:ext>
            </a:extLst>
          </p:cNvPr>
          <p:cNvSpPr/>
          <p:nvPr/>
        </p:nvSpPr>
        <p:spPr>
          <a:xfrm>
            <a:off x="8046720" y="4901184"/>
            <a:ext cx="3355848" cy="1371600"/>
          </a:xfrm>
          <a:prstGeom prst="roundRect">
            <a:avLst>
              <a:gd name="adj" fmla="val 4000"/>
            </a:avLst>
          </a:prstGeom>
          <a:solidFill>
            <a:srgbClr val="002664"/>
          </a:solidFill>
          <a:ln w="12700">
            <a:solidFill>
              <a:srgbClr val="E6EAEE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3" name="Shape 28">
            <a:extLst>
              <a:ext uri="{FF2B5EF4-FFF2-40B4-BE49-F238E27FC236}">
                <a16:creationId xmlns:a16="http://schemas.microsoft.com/office/drawing/2014/main" id="{9FDC71ED-1AD0-C11E-F8B1-A135533D9101}"/>
              </a:ext>
            </a:extLst>
          </p:cNvPr>
          <p:cNvSpPr/>
          <p:nvPr/>
        </p:nvSpPr>
        <p:spPr>
          <a:xfrm>
            <a:off x="8193024" y="5102352"/>
            <a:ext cx="310896" cy="310896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75" name="Text 29">
            <a:extLst>
              <a:ext uri="{FF2B5EF4-FFF2-40B4-BE49-F238E27FC236}">
                <a16:creationId xmlns:a16="http://schemas.microsoft.com/office/drawing/2014/main" id="{DC73AE97-9AA6-FEEF-EA9C-BA2CC14FE978}"/>
              </a:ext>
            </a:extLst>
          </p:cNvPr>
          <p:cNvSpPr/>
          <p:nvPr/>
        </p:nvSpPr>
        <p:spPr>
          <a:xfrm>
            <a:off x="8193024" y="5116068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7" name="Text 30">
            <a:extLst>
              <a:ext uri="{FF2B5EF4-FFF2-40B4-BE49-F238E27FC236}">
                <a16:creationId xmlns:a16="http://schemas.microsoft.com/office/drawing/2014/main" id="{0D7F3253-AA9F-26E6-9485-487F9864990F}"/>
              </a:ext>
            </a:extLst>
          </p:cNvPr>
          <p:cNvSpPr/>
          <p:nvPr/>
        </p:nvSpPr>
        <p:spPr>
          <a:xfrm>
            <a:off x="8613648" y="5084064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pricing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79" name="Text 31">
            <a:extLst>
              <a:ext uri="{FF2B5EF4-FFF2-40B4-BE49-F238E27FC236}">
                <a16:creationId xmlns:a16="http://schemas.microsoft.com/office/drawing/2014/main" id="{51D6A24C-5CBA-5465-7DA8-28C57B1849F4}"/>
              </a:ext>
            </a:extLst>
          </p:cNvPr>
          <p:cNvSpPr/>
          <p:nvPr/>
        </p:nvSpPr>
        <p:spPr>
          <a:xfrm>
            <a:off x="8193024" y="5468112"/>
            <a:ext cx="2907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should reduce the manual workload; the revised monthly fee is still to be agreed for phase 2.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661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13DF1-7057-915A-8EA3-3A0887A17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0EFABB-8ED1-C59D-F775-5FE6A5172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Latest TVS commercials – 24 July 2026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57F317-46C1-61FB-4E04-9512C1C8BCB6}"/>
              </a:ext>
            </a:extLst>
          </p:cNvPr>
          <p:cNvSpPr/>
          <p:nvPr/>
        </p:nvSpPr>
        <p:spPr>
          <a:xfrm>
            <a:off x="512064" y="1069848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TVS has now defined the daily service level. ITUK still needs business KPIs to prove that MDI improves dealer inventory.</a:t>
            </a:r>
            <a:endParaRPr lang="en-US" sz="9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6924896-17F3-7BE0-388B-687AD2810399}"/>
              </a:ext>
            </a:extLst>
          </p:cNvPr>
          <p:cNvSpPr/>
          <p:nvPr/>
        </p:nvSpPr>
        <p:spPr>
          <a:xfrm>
            <a:off x="640080" y="1444752"/>
            <a:ext cx="3840480" cy="4526280"/>
          </a:xfrm>
          <a:prstGeom prst="roundRect">
            <a:avLst>
              <a:gd name="adj" fmla="val 1429"/>
            </a:avLst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FE9C1C5-13D5-8A74-28DE-89CE9CC63A48}"/>
              </a:ext>
            </a:extLst>
          </p:cNvPr>
          <p:cNvSpPr/>
          <p:nvPr/>
        </p:nvSpPr>
        <p:spPr>
          <a:xfrm>
            <a:off x="896112" y="171907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TVS committed service levels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A527B519-3AA5-3111-FD15-9C221662DDEE}"/>
              </a:ext>
            </a:extLst>
          </p:cNvPr>
          <p:cNvSpPr/>
          <p:nvPr/>
        </p:nvSpPr>
        <p:spPr>
          <a:xfrm>
            <a:off x="896112" y="222199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507AF25-430A-B72D-163D-2B140E3DAB5A}"/>
              </a:ext>
            </a:extLst>
          </p:cNvPr>
          <p:cNvSpPr/>
          <p:nvPr/>
        </p:nvSpPr>
        <p:spPr>
          <a:xfrm>
            <a:off x="1755648" y="224028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OTIF* target for generating and sending the recommended </a:t>
            </a:r>
            <a:r>
              <a:rPr lang="en-US" sz="103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03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B2BEC80C-835E-F278-894C-B36FFAEF6765}"/>
              </a:ext>
            </a:extLst>
          </p:cNvPr>
          <p:cNvSpPr/>
          <p:nvPr/>
        </p:nvSpPr>
        <p:spPr>
          <a:xfrm>
            <a:off x="896112" y="2862072"/>
            <a:ext cx="3200400" cy="0"/>
          </a:xfrm>
          <a:prstGeom prst="line">
            <a:avLst/>
          </a:prstGeom>
          <a:noFill/>
          <a:ln w="12700">
            <a:solidFill>
              <a:srgbClr val="E6EA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1F50D2DE-C097-5742-5380-687BF55B09B8}"/>
              </a:ext>
            </a:extLst>
          </p:cNvPr>
          <p:cNvSpPr/>
          <p:nvPr/>
        </p:nvSpPr>
        <p:spPr>
          <a:xfrm>
            <a:off x="896112" y="308152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DBFF7E51-E252-DB2B-921F-D81BEE659E4B}"/>
              </a:ext>
            </a:extLst>
          </p:cNvPr>
          <p:cNvSpPr/>
          <p:nvPr/>
        </p:nvSpPr>
        <p:spPr>
          <a:xfrm>
            <a:off x="1755648" y="309981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daily file must be received by TVS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27B4F6FD-2471-D0B9-9676-D40A76EBABA3}"/>
              </a:ext>
            </a:extLst>
          </p:cNvPr>
          <p:cNvSpPr/>
          <p:nvPr/>
        </p:nvSpPr>
        <p:spPr>
          <a:xfrm>
            <a:off x="896112" y="3721608"/>
            <a:ext cx="3200400" cy="0"/>
          </a:xfrm>
          <a:prstGeom prst="line">
            <a:avLst/>
          </a:prstGeom>
          <a:noFill/>
          <a:ln w="12700">
            <a:solidFill>
              <a:srgbClr val="E6EA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F99767D9-472B-F853-2D7A-8C3545263260}"/>
              </a:ext>
            </a:extLst>
          </p:cNvPr>
          <p:cNvSpPr/>
          <p:nvPr/>
        </p:nvSpPr>
        <p:spPr>
          <a:xfrm>
            <a:off x="896112" y="3941064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12:00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865F0BD8-F71C-59C1-D41E-6058BD144D3B}"/>
              </a:ext>
            </a:extLst>
          </p:cNvPr>
          <p:cNvSpPr/>
          <p:nvPr/>
        </p:nvSpPr>
        <p:spPr>
          <a:xfrm>
            <a:off x="1755648" y="3959352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order returned to the dealer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B1C75418-7DD0-75B4-A79C-5509CE8CDF0C}"/>
              </a:ext>
            </a:extLst>
          </p:cNvPr>
          <p:cNvSpPr/>
          <p:nvPr/>
        </p:nvSpPr>
        <p:spPr>
          <a:xfrm>
            <a:off x="896112" y="4581144"/>
            <a:ext cx="3200400" cy="0"/>
          </a:xfrm>
          <a:prstGeom prst="line">
            <a:avLst/>
          </a:prstGeom>
          <a:noFill/>
          <a:ln w="12700">
            <a:solidFill>
              <a:srgbClr val="E6EA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3960FE7D-3F95-5C2C-3E7E-78994A3CC525}"/>
              </a:ext>
            </a:extLst>
          </p:cNvPr>
          <p:cNvSpPr/>
          <p:nvPr/>
        </p:nvSpPr>
        <p:spPr>
          <a:xfrm>
            <a:off x="896112" y="4800600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55DA7213-6A00-5D69-C395-A137E45B59D3}"/>
              </a:ext>
            </a:extLst>
          </p:cNvPr>
          <p:cNvSpPr/>
          <p:nvPr/>
        </p:nvSpPr>
        <p:spPr>
          <a:xfrm>
            <a:off x="1755648" y="481888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failure to provide the order highlighted to ITUK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4" name="Shape 16">
            <a:extLst>
              <a:ext uri="{FF2B5EF4-FFF2-40B4-BE49-F238E27FC236}">
                <a16:creationId xmlns:a16="http://schemas.microsoft.com/office/drawing/2014/main" id="{0A34C91D-DE26-D140-FDCD-385012EC16C2}"/>
              </a:ext>
            </a:extLst>
          </p:cNvPr>
          <p:cNvSpPr/>
          <p:nvPr/>
        </p:nvSpPr>
        <p:spPr>
          <a:xfrm>
            <a:off x="4736592" y="1444752"/>
            <a:ext cx="6803136" cy="3136392"/>
          </a:xfrm>
          <a:prstGeom prst="roundRect">
            <a:avLst>
              <a:gd name="adj" fmla="val 1749"/>
            </a:avLst>
          </a:prstGeom>
          <a:solidFill>
            <a:srgbClr val="FFFFFF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95C97A68-FC35-3FF6-512D-EE3C67941348}"/>
              </a:ext>
            </a:extLst>
          </p:cNvPr>
          <p:cNvSpPr/>
          <p:nvPr/>
        </p:nvSpPr>
        <p:spPr>
          <a:xfrm>
            <a:off x="5010912" y="1719072"/>
            <a:ext cx="6373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ITUK need to agree before PoC go-live to phase 1 (60 Dealers)</a:t>
            </a:r>
            <a:endParaRPr lang="en-US" sz="1450" dirty="0"/>
          </a:p>
        </p:txBody>
      </p:sp>
      <p:sp>
        <p:nvSpPr>
          <p:cNvPr id="52" name="Shape 18">
            <a:extLst>
              <a:ext uri="{FF2B5EF4-FFF2-40B4-BE49-F238E27FC236}">
                <a16:creationId xmlns:a16="http://schemas.microsoft.com/office/drawing/2014/main" id="{3E509C3D-8FE1-04E5-5AB8-029BCC048929}"/>
              </a:ext>
            </a:extLst>
          </p:cNvPr>
          <p:cNvSpPr/>
          <p:nvPr/>
        </p:nvSpPr>
        <p:spPr>
          <a:xfrm>
            <a:off x="5010912" y="2267712"/>
            <a:ext cx="73152" cy="50292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2615E6E4-5BCC-137D-4C61-1D23753BCB7F}"/>
              </a:ext>
            </a:extLst>
          </p:cNvPr>
          <p:cNvSpPr/>
          <p:nvPr/>
        </p:nvSpPr>
        <p:spPr>
          <a:xfrm>
            <a:off x="5175504" y="2240280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acceptance</a:t>
            </a:r>
            <a:endParaRPr lang="en-US" sz="1200" dirty="0"/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5753BF9F-0E64-2532-2F12-D7021B984209}"/>
              </a:ext>
            </a:extLst>
          </p:cNvPr>
          <p:cNvSpPr/>
          <p:nvPr/>
        </p:nvSpPr>
        <p:spPr>
          <a:xfrm>
            <a:off x="5175504" y="2505456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dealers using the TVS suggested order?</a:t>
            </a:r>
            <a:endParaRPr lang="en-US" sz="1200" dirty="0">
              <a:solidFill>
                <a:srgbClr val="344251"/>
              </a:solidFill>
            </a:endParaRPr>
          </a:p>
        </p:txBody>
      </p:sp>
      <p:sp>
        <p:nvSpPr>
          <p:cNvPr id="62" name="Shape 21">
            <a:extLst>
              <a:ext uri="{FF2B5EF4-FFF2-40B4-BE49-F238E27FC236}">
                <a16:creationId xmlns:a16="http://schemas.microsoft.com/office/drawing/2014/main" id="{391593BF-0E59-300E-0EF5-40F4C57E1644}"/>
              </a:ext>
            </a:extLst>
          </p:cNvPr>
          <p:cNvSpPr/>
          <p:nvPr/>
        </p:nvSpPr>
        <p:spPr>
          <a:xfrm>
            <a:off x="8156448" y="2267712"/>
            <a:ext cx="73152" cy="50292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F1DBD2E5-62A8-EFAD-1535-178BD5FB4064}"/>
              </a:ext>
            </a:extLst>
          </p:cNvPr>
          <p:cNvSpPr/>
          <p:nvPr/>
        </p:nvSpPr>
        <p:spPr>
          <a:xfrm>
            <a:off x="8321040" y="2240280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Off-the-shelf fill rate</a:t>
            </a:r>
            <a:endParaRPr lang="en-US" sz="1200" dirty="0"/>
          </a:p>
        </p:txBody>
      </p:sp>
      <p:sp>
        <p:nvSpPr>
          <p:cNvPr id="70" name="Text 23">
            <a:extLst>
              <a:ext uri="{FF2B5EF4-FFF2-40B4-BE49-F238E27FC236}">
                <a16:creationId xmlns:a16="http://schemas.microsoft.com/office/drawing/2014/main" id="{CE782581-F364-8D6D-AE7C-A630A0F59889}"/>
              </a:ext>
            </a:extLst>
          </p:cNvPr>
          <p:cNvSpPr/>
          <p:nvPr/>
        </p:nvSpPr>
        <p:spPr>
          <a:xfrm>
            <a:off x="8321040" y="2505456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availability improving for regular demand?</a:t>
            </a:r>
            <a:endParaRPr lang="en-US" sz="1200" dirty="0">
              <a:solidFill>
                <a:srgbClr val="344251"/>
              </a:solidFill>
            </a:endParaRPr>
          </a:p>
        </p:txBody>
      </p:sp>
      <p:sp>
        <p:nvSpPr>
          <p:cNvPr id="74" name="Shape 24">
            <a:extLst>
              <a:ext uri="{FF2B5EF4-FFF2-40B4-BE49-F238E27FC236}">
                <a16:creationId xmlns:a16="http://schemas.microsoft.com/office/drawing/2014/main" id="{FDD5F39B-B60D-F18B-7D44-E47289F67603}"/>
              </a:ext>
            </a:extLst>
          </p:cNvPr>
          <p:cNvSpPr/>
          <p:nvPr/>
        </p:nvSpPr>
        <p:spPr>
          <a:xfrm>
            <a:off x="5010912" y="2971800"/>
            <a:ext cx="73152" cy="50292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25">
            <a:extLst>
              <a:ext uri="{FF2B5EF4-FFF2-40B4-BE49-F238E27FC236}">
                <a16:creationId xmlns:a16="http://schemas.microsoft.com/office/drawing/2014/main" id="{06BF3F6D-9BDF-C5BB-E366-20536433D196}"/>
              </a:ext>
            </a:extLst>
          </p:cNvPr>
          <p:cNvSpPr/>
          <p:nvPr/>
        </p:nvSpPr>
        <p:spPr>
          <a:xfrm>
            <a:off x="5175504" y="2944368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turns / months of stock</a:t>
            </a:r>
            <a:endParaRPr lang="en-US" sz="1200" dirty="0"/>
          </a:p>
        </p:txBody>
      </p:sp>
      <p:sp>
        <p:nvSpPr>
          <p:cNvPr id="81" name="Text 26">
            <a:extLst>
              <a:ext uri="{FF2B5EF4-FFF2-40B4-BE49-F238E27FC236}">
                <a16:creationId xmlns:a16="http://schemas.microsoft.com/office/drawing/2014/main" id="{DE98996F-35D5-CDC7-B7B8-6F596E2ADD3F}"/>
              </a:ext>
            </a:extLst>
          </p:cNvPr>
          <p:cNvSpPr/>
          <p:nvPr/>
        </p:nvSpPr>
        <p:spPr>
          <a:xfrm>
            <a:off x="5175504" y="3209544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stock becoming leaner and more productive?</a:t>
            </a:r>
            <a:endParaRPr lang="en-US" sz="1200" dirty="0">
              <a:solidFill>
                <a:srgbClr val="344251"/>
              </a:solidFill>
            </a:endParaRPr>
          </a:p>
        </p:txBody>
      </p:sp>
      <p:sp>
        <p:nvSpPr>
          <p:cNvPr id="83" name="Shape 27">
            <a:extLst>
              <a:ext uri="{FF2B5EF4-FFF2-40B4-BE49-F238E27FC236}">
                <a16:creationId xmlns:a16="http://schemas.microsoft.com/office/drawing/2014/main" id="{EB4F6B9F-20AF-3225-BA67-9B5E43F6FA2C}"/>
              </a:ext>
            </a:extLst>
          </p:cNvPr>
          <p:cNvSpPr/>
          <p:nvPr/>
        </p:nvSpPr>
        <p:spPr>
          <a:xfrm>
            <a:off x="8156448" y="2971800"/>
            <a:ext cx="73152" cy="50292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28">
            <a:extLst>
              <a:ext uri="{FF2B5EF4-FFF2-40B4-BE49-F238E27FC236}">
                <a16:creationId xmlns:a16="http://schemas.microsoft.com/office/drawing/2014/main" id="{729F0714-98E4-87CB-353B-3DFD9D4F2297}"/>
              </a:ext>
            </a:extLst>
          </p:cNvPr>
          <p:cNvSpPr/>
          <p:nvPr/>
        </p:nvSpPr>
        <p:spPr>
          <a:xfrm>
            <a:off x="8321040" y="2944368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/ no-sale stock</a:t>
            </a:r>
            <a:endParaRPr lang="en-US" sz="1200" dirty="0"/>
          </a:p>
        </p:txBody>
      </p:sp>
      <p:sp>
        <p:nvSpPr>
          <p:cNvPr id="87" name="Text 29">
            <a:extLst>
              <a:ext uri="{FF2B5EF4-FFF2-40B4-BE49-F238E27FC236}">
                <a16:creationId xmlns:a16="http://schemas.microsoft.com/office/drawing/2014/main" id="{32A8DC78-4158-809F-75F4-EE2487D94A1A}"/>
              </a:ext>
            </a:extLst>
          </p:cNvPr>
          <p:cNvSpPr/>
          <p:nvPr/>
        </p:nvSpPr>
        <p:spPr>
          <a:xfrm>
            <a:off x="8321040" y="3209544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non-moving inventory reducing?</a:t>
            </a:r>
            <a:endParaRPr lang="en-US" sz="1200" dirty="0">
              <a:solidFill>
                <a:srgbClr val="344251"/>
              </a:solidFill>
            </a:endParaRPr>
          </a:p>
        </p:txBody>
      </p:sp>
      <p:sp>
        <p:nvSpPr>
          <p:cNvPr id="89" name="Shape 30">
            <a:extLst>
              <a:ext uri="{FF2B5EF4-FFF2-40B4-BE49-F238E27FC236}">
                <a16:creationId xmlns:a16="http://schemas.microsoft.com/office/drawing/2014/main" id="{F1719C84-B56F-B0C4-DE1E-87C41C674A05}"/>
              </a:ext>
            </a:extLst>
          </p:cNvPr>
          <p:cNvSpPr/>
          <p:nvPr/>
        </p:nvSpPr>
        <p:spPr>
          <a:xfrm>
            <a:off x="5010912" y="3675888"/>
            <a:ext cx="73152" cy="50292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31">
            <a:extLst>
              <a:ext uri="{FF2B5EF4-FFF2-40B4-BE49-F238E27FC236}">
                <a16:creationId xmlns:a16="http://schemas.microsoft.com/office/drawing/2014/main" id="{DC580F47-87D0-0B94-800D-586BDA1776DD}"/>
              </a:ext>
            </a:extLst>
          </p:cNvPr>
          <p:cNvSpPr/>
          <p:nvPr/>
        </p:nvSpPr>
        <p:spPr>
          <a:xfrm>
            <a:off x="5175504" y="3648456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 / emergency / lost sales</a:t>
            </a:r>
            <a:endParaRPr lang="en-US" sz="1200" dirty="0"/>
          </a:p>
        </p:txBody>
      </p:sp>
      <p:sp>
        <p:nvSpPr>
          <p:cNvPr id="93" name="Text 32">
            <a:extLst>
              <a:ext uri="{FF2B5EF4-FFF2-40B4-BE49-F238E27FC236}">
                <a16:creationId xmlns:a16="http://schemas.microsoft.com/office/drawing/2014/main" id="{FD4219B8-9A0F-82B9-B803-FFB050D2133D}"/>
              </a:ext>
            </a:extLst>
          </p:cNvPr>
          <p:cNvSpPr/>
          <p:nvPr/>
        </p:nvSpPr>
        <p:spPr>
          <a:xfrm>
            <a:off x="5175504" y="3913632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urgent requirements and missed demand reducing?</a:t>
            </a:r>
            <a:endParaRPr lang="en-US" sz="1200" dirty="0">
              <a:solidFill>
                <a:srgbClr val="344251"/>
              </a:solidFill>
            </a:endParaRPr>
          </a:p>
        </p:txBody>
      </p:sp>
      <p:sp>
        <p:nvSpPr>
          <p:cNvPr id="95" name="Shape 33">
            <a:extLst>
              <a:ext uri="{FF2B5EF4-FFF2-40B4-BE49-F238E27FC236}">
                <a16:creationId xmlns:a16="http://schemas.microsoft.com/office/drawing/2014/main" id="{F91FA348-9B98-E496-9BDD-92214160A980}"/>
              </a:ext>
            </a:extLst>
          </p:cNvPr>
          <p:cNvSpPr/>
          <p:nvPr/>
        </p:nvSpPr>
        <p:spPr>
          <a:xfrm>
            <a:off x="8156448" y="3675888"/>
            <a:ext cx="73152" cy="502920"/>
          </a:xfrm>
          <a:prstGeom prst="rect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7" name="Text 34">
            <a:extLst>
              <a:ext uri="{FF2B5EF4-FFF2-40B4-BE49-F238E27FC236}">
                <a16:creationId xmlns:a16="http://schemas.microsoft.com/office/drawing/2014/main" id="{06F89508-37EE-E837-5CB5-1932EA5DB34B}"/>
              </a:ext>
            </a:extLst>
          </p:cNvPr>
          <p:cNvSpPr/>
          <p:nvPr/>
        </p:nvSpPr>
        <p:spPr>
          <a:xfrm>
            <a:off x="8321040" y="3648456"/>
            <a:ext cx="2679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 data compliance</a:t>
            </a:r>
            <a:endParaRPr lang="en-US" sz="1200" dirty="0"/>
          </a:p>
        </p:txBody>
      </p:sp>
      <p:sp>
        <p:nvSpPr>
          <p:cNvPr id="99" name="Text 35">
            <a:extLst>
              <a:ext uri="{FF2B5EF4-FFF2-40B4-BE49-F238E27FC236}">
                <a16:creationId xmlns:a16="http://schemas.microsoft.com/office/drawing/2014/main" id="{B812324E-061D-C4F8-1C1D-3244C32E965C}"/>
              </a:ext>
            </a:extLst>
          </p:cNvPr>
          <p:cNvSpPr/>
          <p:nvPr/>
        </p:nvSpPr>
        <p:spPr>
          <a:xfrm>
            <a:off x="8321040" y="3913632"/>
            <a:ext cx="2679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2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files complete, accurate and on time?</a:t>
            </a:r>
            <a:endParaRPr lang="en-US" sz="1200" dirty="0">
              <a:solidFill>
                <a:srgbClr val="344251"/>
              </a:solidFill>
            </a:endParaRPr>
          </a:p>
        </p:txBody>
      </p:sp>
      <p:sp>
        <p:nvSpPr>
          <p:cNvPr id="101" name="Shape 36">
            <a:extLst>
              <a:ext uri="{FF2B5EF4-FFF2-40B4-BE49-F238E27FC236}">
                <a16:creationId xmlns:a16="http://schemas.microsoft.com/office/drawing/2014/main" id="{F0DEF949-8C59-70F5-308F-8A462E42764D}"/>
              </a:ext>
            </a:extLst>
          </p:cNvPr>
          <p:cNvSpPr/>
          <p:nvPr/>
        </p:nvSpPr>
        <p:spPr>
          <a:xfrm>
            <a:off x="4736592" y="4855464"/>
            <a:ext cx="6803136" cy="1115568"/>
          </a:xfrm>
          <a:prstGeom prst="roundRect">
            <a:avLst>
              <a:gd name="adj" fmla="val 4918"/>
            </a:avLst>
          </a:prstGeom>
          <a:solidFill>
            <a:srgbClr val="FDD34E"/>
          </a:solidFill>
          <a:ln w="12700">
            <a:solidFill>
              <a:srgbClr val="FDD34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Text 37">
            <a:extLst>
              <a:ext uri="{FF2B5EF4-FFF2-40B4-BE49-F238E27FC236}">
                <a16:creationId xmlns:a16="http://schemas.microsoft.com/office/drawing/2014/main" id="{7615D4E5-D825-F6D6-ABEC-CDEA558CBDCC}"/>
              </a:ext>
            </a:extLst>
          </p:cNvPr>
          <p:cNvSpPr/>
          <p:nvPr/>
        </p:nvSpPr>
        <p:spPr>
          <a:xfrm>
            <a:off x="5010912" y="5056632"/>
            <a:ext cx="3995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PoC reporting point challenged by ITUK to TVS</a:t>
            </a:r>
            <a:endParaRPr lang="en-US" sz="1220" dirty="0"/>
          </a:p>
        </p:txBody>
      </p:sp>
      <p:sp>
        <p:nvSpPr>
          <p:cNvPr id="105" name="Text 38">
            <a:extLst>
              <a:ext uri="{FF2B5EF4-FFF2-40B4-BE49-F238E27FC236}">
                <a16:creationId xmlns:a16="http://schemas.microsoft.com/office/drawing/2014/main" id="{CE4B3536-3DB8-7932-C94C-8304042C353F}"/>
              </a:ext>
            </a:extLst>
          </p:cNvPr>
          <p:cNvSpPr/>
          <p:nvPr/>
        </p:nvSpPr>
        <p:spPr>
          <a:xfrm>
            <a:off x="5010912" y="5385816"/>
            <a:ext cx="6455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TVS currently proposes Power BI only when 60 dealers are onboarded; the PoC would receive a confirmation email. ITUK have requested a simple weekly KPI pack during the 3-month trial.</a:t>
            </a:r>
            <a:endParaRPr lang="en-US" sz="12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D1C565EB-C6AE-45B3-095C-098960B9C4AA}"/>
              </a:ext>
            </a:extLst>
          </p:cNvPr>
          <p:cNvSpPr txBox="1"/>
          <p:nvPr/>
        </p:nvSpPr>
        <p:spPr>
          <a:xfrm>
            <a:off x="695400" y="6099268"/>
            <a:ext cx="108996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800" b="1" dirty="0"/>
              <a:t>*OTIF</a:t>
            </a:r>
            <a:r>
              <a:rPr lang="en-GB" sz="800" dirty="0"/>
              <a:t> - </a:t>
            </a:r>
            <a:r>
              <a:rPr lang="en-GB" sz="800" b="1" dirty="0"/>
              <a:t>On Time In Full</a:t>
            </a:r>
            <a:r>
              <a:rPr lang="en-GB" sz="800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800" dirty="0"/>
              <a:t>On time - returned to the dealer by the agreed time, which is 12:00 noon.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800" dirty="0"/>
              <a:t>In full - complete, not missing the required recommendation output. </a:t>
            </a:r>
          </a:p>
          <a:p>
            <a:pPr>
              <a:buNone/>
            </a:pPr>
            <a:r>
              <a:rPr lang="en-GB" sz="800" dirty="0"/>
              <a:t>            90% OTIF KPI means TVS is committing to successfully sending the recommended order back on time and complete in at least 90% of cases.</a:t>
            </a:r>
          </a:p>
        </p:txBody>
      </p:sp>
    </p:spTree>
    <p:extLst>
      <p:ext uri="{BB962C8B-B14F-4D97-AF65-F5344CB8AC3E}">
        <p14:creationId xmlns:p14="http://schemas.microsoft.com/office/powerpoint/2010/main" val="1330970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B34B8-D86F-8B0A-8D7E-40F779B2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8E46B6-8951-A052-C007-97706BF0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Commercial context for IML – TVS vs </a:t>
            </a:r>
            <a:r>
              <a:rPr lang="en-GB" dirty="0" err="1"/>
              <a:t>PartsEye</a:t>
            </a:r>
            <a:endParaRPr lang="en-GB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27F49CF-191D-451F-5B3C-5CB895B3C8F6}"/>
              </a:ext>
            </a:extLst>
          </p:cNvPr>
          <p:cNvSpPr/>
          <p:nvPr/>
        </p:nvSpPr>
        <p:spPr>
          <a:xfrm>
            <a:off x="521208" y="103327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48E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alternatives are not identical, but the cost gap explains why ITUK is testing a lower-risk local route.</a:t>
            </a:r>
            <a:endParaRPr lang="en-US" sz="95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49A0328-0AE0-FCD6-48DF-AB7D3F956CE2}"/>
              </a:ext>
            </a:extLst>
          </p:cNvPr>
          <p:cNvSpPr/>
          <p:nvPr/>
        </p:nvSpPr>
        <p:spPr>
          <a:xfrm>
            <a:off x="658368" y="1664208"/>
            <a:ext cx="5285232" cy="4553712"/>
          </a:xfrm>
          <a:prstGeom prst="roundRect">
            <a:avLst>
              <a:gd name="adj" fmla="val 1205"/>
            </a:avLst>
          </a:prstGeom>
          <a:noFill/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0921F92B-FC16-8F2A-0FC7-2C5C877EDA53}"/>
              </a:ext>
            </a:extLst>
          </p:cNvPr>
          <p:cNvSpPr/>
          <p:nvPr/>
        </p:nvSpPr>
        <p:spPr>
          <a:xfrm>
            <a:off x="932688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TVS – local MDI proposal</a:t>
            </a:r>
            <a:endParaRPr lang="en-US" sz="1500" dirty="0">
              <a:solidFill>
                <a:schemeClr val="accent3"/>
              </a:solidFill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D8DA006-F7B1-0B5B-465D-DDADFEC0933F}"/>
              </a:ext>
            </a:extLst>
          </p:cNvPr>
          <p:cNvSpPr/>
          <p:nvPr/>
        </p:nvSpPr>
        <p:spPr>
          <a:xfrm>
            <a:off x="932688" y="243230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£2,370</a:t>
            </a:r>
            <a:endParaRPr lang="en-US" sz="24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E5881F7F-820E-5570-8DF5-41C7F0DC32F3}"/>
              </a:ext>
            </a:extLst>
          </p:cNvPr>
          <p:cNvSpPr/>
          <p:nvPr/>
        </p:nvSpPr>
        <p:spPr>
          <a:xfrm>
            <a:off x="2907792" y="252374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latin typeface="Arial" pitchFamily="34" charset="0"/>
                <a:ea typeface="Arial" pitchFamily="34" charset="-122"/>
                <a:cs typeface="Arial" pitchFamily="34" charset="-120"/>
              </a:rPr>
              <a:t>10-dealer / 3-month POC</a:t>
            </a:r>
            <a:endParaRPr lang="en-US" sz="113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02EE4EE0-1448-CC23-F1A6-3D3D15533D71}"/>
              </a:ext>
            </a:extLst>
          </p:cNvPr>
          <p:cNvSpPr/>
          <p:nvPr/>
        </p:nvSpPr>
        <p:spPr>
          <a:xfrm>
            <a:off x="932688" y="30723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£65,520 p.a.</a:t>
            </a:r>
            <a:endParaRPr lang="en-US" sz="2000" dirty="0">
              <a:solidFill>
                <a:schemeClr val="accent3"/>
              </a:solidFill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26D02F4E-14BF-DB9C-8D10-0A7657814940}"/>
              </a:ext>
            </a:extLst>
          </p:cNvPr>
          <p:cNvSpPr/>
          <p:nvPr/>
        </p:nvSpPr>
        <p:spPr>
          <a:xfrm>
            <a:off x="2944368" y="314553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latin typeface="Arial" pitchFamily="34" charset="0"/>
                <a:ea typeface="Arial" pitchFamily="34" charset="-122"/>
                <a:cs typeface="Arial" pitchFamily="34" charset="-120"/>
              </a:rPr>
              <a:t>Phase 1 at 60 dealers</a:t>
            </a:r>
            <a:endParaRPr lang="en-US" sz="108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C5012012-9413-4D0A-54DB-B8AA8C7F5685}"/>
              </a:ext>
            </a:extLst>
          </p:cNvPr>
          <p:cNvSpPr/>
          <p:nvPr/>
        </p:nvSpPr>
        <p:spPr>
          <a:xfrm>
            <a:off x="932688" y="3776472"/>
            <a:ext cx="4645152" cy="1700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Low-cost, controlled UK PoC before any full-network commitment.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Manual process initially; Phase 2 automation dependent on TVS / ITUK / Keyloop scoping.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Dedicated TVS demand, planning and forecasting support.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Reporting during the PoC still needs strengthening.</a:t>
            </a:r>
            <a:endParaRPr lang="en-US" sz="120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964CEDD7-250F-032A-CEA1-F2BA8DE0F763}"/>
              </a:ext>
            </a:extLst>
          </p:cNvPr>
          <p:cNvSpPr/>
          <p:nvPr/>
        </p:nvSpPr>
        <p:spPr>
          <a:xfrm>
            <a:off x="6236208" y="1664208"/>
            <a:ext cx="5285232" cy="4553712"/>
          </a:xfrm>
          <a:prstGeom prst="roundRect">
            <a:avLst>
              <a:gd name="adj" fmla="val 1205"/>
            </a:avLst>
          </a:prstGeom>
          <a:noFill/>
          <a:ln w="12700">
            <a:solidFill>
              <a:srgbClr val="B5091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FE75317F-7916-6D88-12FC-79DF6101A4A7}"/>
              </a:ext>
            </a:extLst>
          </p:cNvPr>
          <p:cNvSpPr/>
          <p:nvPr/>
        </p:nvSpPr>
        <p:spPr>
          <a:xfrm>
            <a:off x="6510528" y="1938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50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PartsEye – IML global route</a:t>
            </a:r>
            <a:endParaRPr lang="en-US" sz="1500" dirty="0">
              <a:solidFill>
                <a:srgbClr val="B5091F"/>
              </a:solidFill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1F68144-1305-EB17-71A3-72BB4BA67C11}"/>
              </a:ext>
            </a:extLst>
          </p:cNvPr>
          <p:cNvSpPr/>
          <p:nvPr/>
        </p:nvSpPr>
        <p:spPr>
          <a:xfrm>
            <a:off x="6510528" y="2432304"/>
            <a:ext cx="2423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$5,000 / month</a:t>
            </a:r>
            <a:endParaRPr lang="en-US" sz="200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33750831-73B1-2591-8E58-8C572A670CF8}"/>
              </a:ext>
            </a:extLst>
          </p:cNvPr>
          <p:cNvSpPr/>
          <p:nvPr/>
        </p:nvSpPr>
        <p:spPr>
          <a:xfrm>
            <a:off x="8979408" y="25237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latin typeface="Arial" pitchFamily="34" charset="0"/>
                <a:ea typeface="Arial" pitchFamily="34" charset="-122"/>
                <a:cs typeface="Arial" pitchFamily="34" charset="-120"/>
              </a:rPr>
              <a:t>ITUK platform fee</a:t>
            </a:r>
            <a:endParaRPr lang="en-US" sz="108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5A465220-A70A-6C54-69E6-3418CADD25BB}"/>
              </a:ext>
            </a:extLst>
          </p:cNvPr>
          <p:cNvSpPr/>
          <p:nvPr/>
        </p:nvSpPr>
        <p:spPr>
          <a:xfrm>
            <a:off x="6510528" y="3026664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+ $200 / dealer / month</a:t>
            </a:r>
            <a:endParaRPr lang="en-US" sz="175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5001F508-F763-F499-C5A9-1079AFDB3146}"/>
              </a:ext>
            </a:extLst>
          </p:cNvPr>
          <p:cNvSpPr/>
          <p:nvPr/>
        </p:nvSpPr>
        <p:spPr>
          <a:xfrm>
            <a:off x="6510528" y="3456432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0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50 licences → $15,000 / month / $180,000 p.a. at 50 dealers</a:t>
            </a:r>
            <a:endParaRPr lang="en-US" sz="1200" dirty="0">
              <a:solidFill>
                <a:srgbClr val="B5091F"/>
              </a:solidFill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7E359BEB-DB88-CDA0-6FF7-B500B9EA33E0}"/>
              </a:ext>
            </a:extLst>
          </p:cNvPr>
          <p:cNvSpPr/>
          <p:nvPr/>
        </p:nvSpPr>
        <p:spPr>
          <a:xfrm>
            <a:off x="6510528" y="4142232"/>
            <a:ext cx="452628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One-time implementation fee is absorbed by IML under the global contract.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Broader global platform, DMS / ERP integration, reporting and standardisation.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IML model requires a larger licence commitment and materially higher ongoing cost.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Original ITUK trial model contemplated a limited dealer trial before full operation.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14762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67D9F-148B-49F8-4EE3-82197321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C9E6D5-4454-C301-CEAE-009764253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Proposed Working Timeline</a:t>
            </a:r>
          </a:p>
        </p:txBody>
      </p:sp>
      <p:sp>
        <p:nvSpPr>
          <p:cNvPr id="10" name="Shape 19">
            <a:extLst>
              <a:ext uri="{FF2B5EF4-FFF2-40B4-BE49-F238E27FC236}">
                <a16:creationId xmlns:a16="http://schemas.microsoft.com/office/drawing/2014/main" id="{B29BFF1A-D9AB-60F8-DD0C-2902C3A8F364}"/>
              </a:ext>
            </a:extLst>
          </p:cNvPr>
          <p:cNvSpPr/>
          <p:nvPr/>
        </p:nvSpPr>
        <p:spPr>
          <a:xfrm>
            <a:off x="3282696" y="2093976"/>
            <a:ext cx="182880" cy="18288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3" name="Shape 20">
            <a:extLst>
              <a:ext uri="{FF2B5EF4-FFF2-40B4-BE49-F238E27FC236}">
                <a16:creationId xmlns:a16="http://schemas.microsoft.com/office/drawing/2014/main" id="{2DBB65D9-7EC8-35DA-BBF8-1CEC3E7134DC}"/>
              </a:ext>
            </a:extLst>
          </p:cNvPr>
          <p:cNvSpPr/>
          <p:nvPr/>
        </p:nvSpPr>
        <p:spPr>
          <a:xfrm>
            <a:off x="3374136" y="2276856"/>
            <a:ext cx="0" cy="356616"/>
          </a:xfrm>
          <a:prstGeom prst="line">
            <a:avLst/>
          </a:prstGeom>
          <a:noFill/>
          <a:ln w="12700">
            <a:solidFill>
              <a:srgbClr val="A3AAB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15" name="Text 21">
            <a:extLst>
              <a:ext uri="{FF2B5EF4-FFF2-40B4-BE49-F238E27FC236}">
                <a16:creationId xmlns:a16="http://schemas.microsoft.com/office/drawing/2014/main" id="{9278C47F-6D1E-1164-C85A-F18DA71BA1B3}"/>
              </a:ext>
            </a:extLst>
          </p:cNvPr>
          <p:cNvSpPr/>
          <p:nvPr/>
        </p:nvSpPr>
        <p:spPr>
          <a:xfrm>
            <a:off x="3621024" y="206654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0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Aug</a:t>
            </a:r>
            <a:endParaRPr lang="en-US" sz="12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C0B8FDF0-F6CE-7A6E-E090-C2B8DFC64EFA}"/>
              </a:ext>
            </a:extLst>
          </p:cNvPr>
          <p:cNvSpPr/>
          <p:nvPr/>
        </p:nvSpPr>
        <p:spPr>
          <a:xfrm>
            <a:off x="4901184" y="2066544"/>
            <a:ext cx="4215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Agree direction and approve / decline POC</a:t>
            </a:r>
            <a:endParaRPr lang="en-US" sz="1200" dirty="0"/>
          </a:p>
        </p:txBody>
      </p:sp>
      <p:sp>
        <p:nvSpPr>
          <p:cNvPr id="21" name="Shape 23">
            <a:extLst>
              <a:ext uri="{FF2B5EF4-FFF2-40B4-BE49-F238E27FC236}">
                <a16:creationId xmlns:a16="http://schemas.microsoft.com/office/drawing/2014/main" id="{6A18A716-BA61-B27D-E51B-06DB738430BA}"/>
              </a:ext>
            </a:extLst>
          </p:cNvPr>
          <p:cNvSpPr/>
          <p:nvPr/>
        </p:nvSpPr>
        <p:spPr>
          <a:xfrm>
            <a:off x="3282696" y="2651760"/>
            <a:ext cx="182880" cy="18288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D688D505-6321-DCBF-13D4-8819B73A0737}"/>
              </a:ext>
            </a:extLst>
          </p:cNvPr>
          <p:cNvSpPr/>
          <p:nvPr/>
        </p:nvSpPr>
        <p:spPr>
          <a:xfrm>
            <a:off x="3374136" y="2834640"/>
            <a:ext cx="0" cy="356616"/>
          </a:xfrm>
          <a:prstGeom prst="line">
            <a:avLst/>
          </a:prstGeom>
          <a:noFill/>
          <a:ln w="12700">
            <a:solidFill>
              <a:srgbClr val="A3AAB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A0956C2-D326-8B58-E802-52D259D4EAF1}"/>
              </a:ext>
            </a:extLst>
          </p:cNvPr>
          <p:cNvSpPr/>
          <p:nvPr/>
        </p:nvSpPr>
        <p:spPr>
          <a:xfrm>
            <a:off x="3621024" y="26243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0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3738761E-A26E-0FBF-CFA9-03139C6085E3}"/>
              </a:ext>
            </a:extLst>
          </p:cNvPr>
          <p:cNvSpPr/>
          <p:nvPr/>
        </p:nvSpPr>
        <p:spPr>
          <a:xfrm>
            <a:off x="4901184" y="2624328"/>
            <a:ext cx="4215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Finalise commercial terms, KPIs and dealer data template</a:t>
            </a:r>
            <a:endParaRPr lang="en-US" sz="1200" dirty="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76EF682E-2B1A-ABF6-5450-FF2D5F5C2651}"/>
              </a:ext>
            </a:extLst>
          </p:cNvPr>
          <p:cNvSpPr/>
          <p:nvPr/>
        </p:nvSpPr>
        <p:spPr>
          <a:xfrm>
            <a:off x="3282696" y="3209544"/>
            <a:ext cx="182880" cy="18288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36" name="Shape 28">
            <a:extLst>
              <a:ext uri="{FF2B5EF4-FFF2-40B4-BE49-F238E27FC236}">
                <a16:creationId xmlns:a16="http://schemas.microsoft.com/office/drawing/2014/main" id="{CFE557C8-10C9-8E53-F5F7-2870D6B3BCE9}"/>
              </a:ext>
            </a:extLst>
          </p:cNvPr>
          <p:cNvSpPr/>
          <p:nvPr/>
        </p:nvSpPr>
        <p:spPr>
          <a:xfrm>
            <a:off x="3374136" y="3392424"/>
            <a:ext cx="0" cy="356616"/>
          </a:xfrm>
          <a:prstGeom prst="line">
            <a:avLst/>
          </a:prstGeom>
          <a:noFill/>
          <a:ln w="12700">
            <a:solidFill>
              <a:srgbClr val="A3AAB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40" name="Text 29">
            <a:extLst>
              <a:ext uri="{FF2B5EF4-FFF2-40B4-BE49-F238E27FC236}">
                <a16:creationId xmlns:a16="http://schemas.microsoft.com/office/drawing/2014/main" id="{E9CF25E1-BF43-3F93-08B4-C04E0E7D8BBD}"/>
              </a:ext>
            </a:extLst>
          </p:cNvPr>
          <p:cNvSpPr/>
          <p:nvPr/>
        </p:nvSpPr>
        <p:spPr>
          <a:xfrm>
            <a:off x="3621024" y="31821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0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Oct–Dec</a:t>
            </a:r>
            <a:endParaRPr lang="en-US" sz="1200" dirty="0"/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37F2F5CE-53CD-D94F-9B93-9ACAA6B444EB}"/>
              </a:ext>
            </a:extLst>
          </p:cNvPr>
          <p:cNvSpPr/>
          <p:nvPr/>
        </p:nvSpPr>
        <p:spPr>
          <a:xfrm>
            <a:off x="4901184" y="3182112"/>
            <a:ext cx="4215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Run 10-dealer, 3-month PoC</a:t>
            </a:r>
            <a:endParaRPr lang="en-US" sz="1200" dirty="0"/>
          </a:p>
        </p:txBody>
      </p:sp>
      <p:sp>
        <p:nvSpPr>
          <p:cNvPr id="46" name="Shape 31">
            <a:extLst>
              <a:ext uri="{FF2B5EF4-FFF2-40B4-BE49-F238E27FC236}">
                <a16:creationId xmlns:a16="http://schemas.microsoft.com/office/drawing/2014/main" id="{E97B0D19-0EE1-3BD8-963D-EC76FCC19712}"/>
              </a:ext>
            </a:extLst>
          </p:cNvPr>
          <p:cNvSpPr/>
          <p:nvPr/>
        </p:nvSpPr>
        <p:spPr>
          <a:xfrm>
            <a:off x="3282696" y="3767328"/>
            <a:ext cx="182880" cy="182880"/>
          </a:xfrm>
          <a:prstGeom prst="ellipse">
            <a:avLst/>
          </a:prstGeom>
          <a:solidFill>
            <a:srgbClr val="E60012"/>
          </a:solidFill>
          <a:ln w="12700">
            <a:solidFill>
              <a:srgbClr val="E60012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49" name="Shape 32">
            <a:extLst>
              <a:ext uri="{FF2B5EF4-FFF2-40B4-BE49-F238E27FC236}">
                <a16:creationId xmlns:a16="http://schemas.microsoft.com/office/drawing/2014/main" id="{35AD8DE4-C45D-7807-8F0A-4060E0073BB7}"/>
              </a:ext>
            </a:extLst>
          </p:cNvPr>
          <p:cNvSpPr/>
          <p:nvPr/>
        </p:nvSpPr>
        <p:spPr>
          <a:xfrm>
            <a:off x="3374136" y="3950208"/>
            <a:ext cx="0" cy="356616"/>
          </a:xfrm>
          <a:prstGeom prst="line">
            <a:avLst/>
          </a:prstGeom>
          <a:noFill/>
          <a:ln w="12700">
            <a:solidFill>
              <a:srgbClr val="A3AAB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51" name="Text 33">
            <a:extLst>
              <a:ext uri="{FF2B5EF4-FFF2-40B4-BE49-F238E27FC236}">
                <a16:creationId xmlns:a16="http://schemas.microsoft.com/office/drawing/2014/main" id="{8E1D7562-7E42-2BCE-65F5-1FF1A3F3D96F}"/>
              </a:ext>
            </a:extLst>
          </p:cNvPr>
          <p:cNvSpPr/>
          <p:nvPr/>
        </p:nvSpPr>
        <p:spPr>
          <a:xfrm>
            <a:off x="3621024" y="37398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0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2027</a:t>
            </a:r>
            <a:endParaRPr lang="en-US" sz="1200" dirty="0"/>
          </a:p>
        </p:txBody>
      </p:sp>
      <p:sp>
        <p:nvSpPr>
          <p:cNvPr id="53" name="Text 34">
            <a:extLst>
              <a:ext uri="{FF2B5EF4-FFF2-40B4-BE49-F238E27FC236}">
                <a16:creationId xmlns:a16="http://schemas.microsoft.com/office/drawing/2014/main" id="{9D210D09-97D8-277A-60A0-DA330EB43ABF}"/>
              </a:ext>
            </a:extLst>
          </p:cNvPr>
          <p:cNvSpPr/>
          <p:nvPr/>
        </p:nvSpPr>
        <p:spPr>
          <a:xfrm>
            <a:off x="4901184" y="3739896"/>
            <a:ext cx="4215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Formal PoC review and go / no-go decision</a:t>
            </a:r>
            <a:endParaRPr lang="en-US" sz="1200" dirty="0"/>
          </a:p>
        </p:txBody>
      </p:sp>
      <p:sp>
        <p:nvSpPr>
          <p:cNvPr id="55" name="Shape 35">
            <a:extLst>
              <a:ext uri="{FF2B5EF4-FFF2-40B4-BE49-F238E27FC236}">
                <a16:creationId xmlns:a16="http://schemas.microsoft.com/office/drawing/2014/main" id="{64F2E98F-F0FE-1EF2-1B67-74AFE8EE04E1}"/>
              </a:ext>
            </a:extLst>
          </p:cNvPr>
          <p:cNvSpPr/>
          <p:nvPr/>
        </p:nvSpPr>
        <p:spPr>
          <a:xfrm>
            <a:off x="3282696" y="4325112"/>
            <a:ext cx="182880" cy="182880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57" name="Shape 36">
            <a:extLst>
              <a:ext uri="{FF2B5EF4-FFF2-40B4-BE49-F238E27FC236}">
                <a16:creationId xmlns:a16="http://schemas.microsoft.com/office/drawing/2014/main" id="{08632233-6686-3542-41CB-B1814962D789}"/>
              </a:ext>
            </a:extLst>
          </p:cNvPr>
          <p:cNvSpPr/>
          <p:nvPr/>
        </p:nvSpPr>
        <p:spPr>
          <a:xfrm>
            <a:off x="3374136" y="4507992"/>
            <a:ext cx="0" cy="356616"/>
          </a:xfrm>
          <a:prstGeom prst="line">
            <a:avLst/>
          </a:prstGeom>
          <a:noFill/>
          <a:ln w="12700">
            <a:solidFill>
              <a:srgbClr val="A3AAB3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59" name="Text 37">
            <a:extLst>
              <a:ext uri="{FF2B5EF4-FFF2-40B4-BE49-F238E27FC236}">
                <a16:creationId xmlns:a16="http://schemas.microsoft.com/office/drawing/2014/main" id="{E291C0D1-6E25-A5EC-83DF-B566D76ED483}"/>
              </a:ext>
            </a:extLst>
          </p:cNvPr>
          <p:cNvSpPr/>
          <p:nvPr/>
        </p:nvSpPr>
        <p:spPr>
          <a:xfrm>
            <a:off x="3621024" y="4297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6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Jan–Mar 2027</a:t>
            </a:r>
            <a:endParaRPr lang="en-US" sz="1200" dirty="0"/>
          </a:p>
        </p:txBody>
      </p:sp>
      <p:sp>
        <p:nvSpPr>
          <p:cNvPr id="61" name="Text 38">
            <a:extLst>
              <a:ext uri="{FF2B5EF4-FFF2-40B4-BE49-F238E27FC236}">
                <a16:creationId xmlns:a16="http://schemas.microsoft.com/office/drawing/2014/main" id="{455D8697-60AF-8DBF-84BB-B237C3B584B6}"/>
              </a:ext>
            </a:extLst>
          </p:cNvPr>
          <p:cNvSpPr/>
          <p:nvPr/>
        </p:nvSpPr>
        <p:spPr>
          <a:xfrm>
            <a:off x="4901184" y="4297680"/>
            <a:ext cx="4215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If approved, staged onboarding of remaining dealers</a:t>
            </a:r>
            <a:endParaRPr lang="en-US" sz="1200" dirty="0"/>
          </a:p>
        </p:txBody>
      </p:sp>
      <p:sp>
        <p:nvSpPr>
          <p:cNvPr id="63" name="Shape 39">
            <a:extLst>
              <a:ext uri="{FF2B5EF4-FFF2-40B4-BE49-F238E27FC236}">
                <a16:creationId xmlns:a16="http://schemas.microsoft.com/office/drawing/2014/main" id="{FEE0700E-C209-DE7E-4C3D-85937B88C52C}"/>
              </a:ext>
            </a:extLst>
          </p:cNvPr>
          <p:cNvSpPr/>
          <p:nvPr/>
        </p:nvSpPr>
        <p:spPr>
          <a:xfrm>
            <a:off x="3282696" y="4882896"/>
            <a:ext cx="182880" cy="182880"/>
          </a:xfrm>
          <a:prstGeom prst="ellipse">
            <a:avLst/>
          </a:prstGeom>
          <a:solidFill>
            <a:srgbClr val="002664"/>
          </a:solidFill>
          <a:ln w="12700">
            <a:solidFill>
              <a:srgbClr val="002664"/>
            </a:solidFill>
            <a:prstDash val="solid"/>
          </a:ln>
        </p:spPr>
        <p:txBody>
          <a:bodyPr/>
          <a:lstStyle/>
          <a:p>
            <a:endParaRPr lang="en-GB" sz="1200"/>
          </a:p>
        </p:txBody>
      </p:sp>
      <p:sp>
        <p:nvSpPr>
          <p:cNvPr id="65" name="Text 40">
            <a:extLst>
              <a:ext uri="{FF2B5EF4-FFF2-40B4-BE49-F238E27FC236}">
                <a16:creationId xmlns:a16="http://schemas.microsoft.com/office/drawing/2014/main" id="{EA533F91-2CF5-1038-9EBA-DC2D153229B1}"/>
              </a:ext>
            </a:extLst>
          </p:cNvPr>
          <p:cNvSpPr/>
          <p:nvPr/>
        </p:nvSpPr>
        <p:spPr>
          <a:xfrm>
            <a:off x="3621024" y="48554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6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67" name="Text 41">
            <a:extLst>
              <a:ext uri="{FF2B5EF4-FFF2-40B4-BE49-F238E27FC236}">
                <a16:creationId xmlns:a16="http://schemas.microsoft.com/office/drawing/2014/main" id="{46203ACF-E003-5457-686A-581DC5B7A08F}"/>
              </a:ext>
            </a:extLst>
          </p:cNvPr>
          <p:cNvSpPr/>
          <p:nvPr/>
        </p:nvSpPr>
        <p:spPr>
          <a:xfrm>
            <a:off x="4901184" y="4855464"/>
            <a:ext cx="4215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Automation timing and revised fee after Keyloop scoping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60146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0666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COUNT" val="1"/>
  <p:tag name="LANG_DEF" val="1041"/>
  <p:tag name="LANG_NAME" val="Japanese"/>
  <p:tag name="DES1LAYOUTCOUNT" val="47"/>
  <p:tag name="LINGO_COUNT" val="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heme/theme1.xml><?xml version="1.0" encoding="utf-8"?>
<a:theme xmlns:a="http://schemas.openxmlformats.org/drawingml/2006/main" name="ISUZU GROUP PPT Template 202410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</a:schemeClr>
        </a:solidFill>
        <a:ln w="19050">
          <a:solidFill>
            <a:schemeClr val="tx2"/>
          </a:solidFill>
        </a:ln>
      </a:spPr>
      <a:bodyPr rtlCol="0" anchor="ctr"/>
      <a:lstStyle>
        <a:defPPr algn="ctr">
          <a:lnSpc>
            <a:spcPct val="90000"/>
          </a:lnSpc>
          <a:spcBef>
            <a:spcPts val="600"/>
          </a:spcBef>
          <a:defRPr sz="20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304352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90000"/>
          </a:lnSpc>
          <a:spcBef>
            <a:spcPts val="600"/>
          </a:spcBef>
          <a:defRPr sz="2000" dirty="0" err="1" smtClean="0"/>
        </a:defPPr>
      </a:lstStyle>
    </a:txDef>
  </a:objectDefaults>
  <a:extraClrSchemeLst/>
  <a:custClrLst>
    <a:custClr name="ISUZU Corporate Red">
      <a:srgbClr val="E60012"/>
    </a:custClr>
    <a:custClr name="ISUZU Light Grey">
      <a:srgbClr val="848E9A"/>
    </a:custClr>
    <a:custClr name="ISUZU Dark Grey">
      <a:srgbClr val="344251"/>
    </a:custClr>
    <a:custClr name="ISUZU Dark Red">
      <a:srgbClr val="B5091F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Dark Blue">
      <a:srgbClr val="002664"/>
    </a:custClr>
    <a:custClr name="Dark Green">
      <a:srgbClr val="21585A"/>
    </a:custClr>
    <a:custClr name="Dark Orange">
      <a:srgbClr val="DF621D"/>
    </a:custClr>
    <a:custClr name="Black">
      <a:srgbClr val="000000"/>
    </a:custClr>
    <a:custClr name="Light Grey 80">
      <a:srgbClr val="9DA5AE"/>
    </a:custClr>
    <a:custClr name="Dark Grey 80">
      <a:srgbClr val="5D6874"/>
    </a:custClr>
    <a:custClr name="Dark Red 80">
      <a:srgbClr val="C43A4C"/>
    </a:custClr>
    <a:custClr name="Dark Blue 80">
      <a:srgbClr val="335183"/>
    </a:custClr>
    <a:custClr name="Dark Green 80">
      <a:srgbClr val="4D797B"/>
    </a:custClr>
    <a:custClr name="Dark Orange 80">
      <a:srgbClr val="E5814A"/>
    </a:custClr>
    <a:custClr name="Blue">
      <a:srgbClr val="008FB8"/>
    </a:custClr>
    <a:custClr name="Green">
      <a:srgbClr val="80B129"/>
    </a:custClr>
    <a:custClr name="Yellow">
      <a:srgbClr val="F5A200"/>
    </a:custClr>
    <a:custClr name="White">
      <a:srgbClr val="FFFFFF"/>
    </a:custClr>
    <a:custClr name="Light Grey 75">
      <a:srgbClr val="A3AAB3"/>
    </a:custClr>
    <a:custClr name="Dark Grey 75">
      <a:srgbClr val="67717C"/>
    </a:custClr>
    <a:custClr name="Dark Red 75">
      <a:srgbClr val="C74657"/>
    </a:custClr>
    <a:custClr name="Dark Blue 75">
      <a:srgbClr val="405C8B"/>
    </a:custClr>
    <a:custClr name="Dark Green 75">
      <a:srgbClr val="588283"/>
    </a:custClr>
    <a:custClr name="Dark Orange 75">
      <a:srgbClr val="E78955"/>
    </a:custClr>
    <a:custClr name="Light Blue">
      <a:srgbClr val="72C2D6"/>
    </a:custClr>
    <a:custClr name="Light Green">
      <a:srgbClr val="B6D55D"/>
    </a:custClr>
    <a:custClr name="Light Orange">
      <a:srgbClr val="FDD34E"/>
    </a:custClr>
    <a:custClr name="BLANK">
      <a:srgbClr val="FFFFFF"/>
    </a:custClr>
    <a:custClr name="Light Grey 60">
      <a:srgbClr val="B5BBC2"/>
    </a:custClr>
    <a:custClr name="Dark Grey 60">
      <a:srgbClr val="858E97"/>
    </a:custClr>
    <a:custClr name="Dark Red 60">
      <a:srgbClr val="D36B79"/>
    </a:custClr>
    <a:custClr name="Dark Blue 60">
      <a:srgbClr val="667DA2"/>
    </a:custClr>
    <a:custClr name="Dark Green 60">
      <a:srgbClr val="7A9B9C"/>
    </a:custClr>
    <a:custClr name="Dark Orange 60">
      <a:srgbClr val="ECA177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SUZU GROUP PPT Template_JPN_202410.pptx" id="{DAFEDCD1-E6D8-4F1D-B930-9B1B06933545}" vid="{3F159DE2-77F8-4152-B7E9-A68242AE273D}"/>
    </a:ext>
  </a:extLst>
</a:theme>
</file>

<file path=ppt/theme/theme2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ISUZU Colors 240404">
      <a:dk1>
        <a:srgbClr val="000000"/>
      </a:dk1>
      <a:lt1>
        <a:srgbClr val="FFFFFF"/>
      </a:lt1>
      <a:dk2>
        <a:srgbClr val="344251"/>
      </a:dk2>
      <a:lt2>
        <a:srgbClr val="848E9A"/>
      </a:lt2>
      <a:accent1>
        <a:srgbClr val="B5091F"/>
      </a:accent1>
      <a:accent2>
        <a:srgbClr val="002664"/>
      </a:accent2>
      <a:accent3>
        <a:srgbClr val="21585A"/>
      </a:accent3>
      <a:accent4>
        <a:srgbClr val="DF621D"/>
      </a:accent4>
      <a:accent5>
        <a:srgbClr val="008FB8"/>
      </a:accent5>
      <a:accent6>
        <a:srgbClr val="80B129"/>
      </a:accent6>
      <a:hlink>
        <a:srgbClr val="72C2D6"/>
      </a:hlink>
      <a:folHlink>
        <a:srgbClr val="344251"/>
      </a:folHlink>
    </a:clrScheme>
    <a:fontScheme name="Isuzu Meiryo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4B5BDE85556624BBCE99F7B4FD8D8C6" ma:contentTypeVersion="11" ma:contentTypeDescription="新しいドキュメントを作成します。" ma:contentTypeScope="" ma:versionID="473a36a0b428684d82675f04cea60e8e">
  <xsd:schema xmlns:xsd="http://www.w3.org/2001/XMLSchema" xmlns:xs="http://www.w3.org/2001/XMLSchema" xmlns:p="http://schemas.microsoft.com/office/2006/metadata/properties" xmlns:ns2="0122b829-8724-470b-986d-098077dd34b8" xmlns:ns3="7f970a2c-e610-47a8-a2de-9982ccc31c2b" targetNamespace="http://schemas.microsoft.com/office/2006/metadata/properties" ma:root="true" ma:fieldsID="b83a5af186d86254845bbee05d537444" ns2:_="" ns3:_="">
    <xsd:import namespace="0122b829-8724-470b-986d-098077dd34b8"/>
    <xsd:import namespace="7f970a2c-e610-47a8-a2de-9982ccc31c2b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2b829-8724-470b-986d-098077dd34b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画像タグ" ma:readOnly="false" ma:fieldId="{5cf76f15-5ced-4ddc-b409-7134ff3c332f}" ma:taxonomyMulti="true" ma:sspId="d78d7d5a-2c89-47bb-bda4-6ea5dbfbd41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970a2c-e610-47a8-a2de-9982ccc31c2b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c0b04fd0-30fc-4ef9-a654-d8c007d35bd7}" ma:internalName="TaxCatchAll" ma:showField="CatchAllData" ma:web="7f970a2c-e610-47a8-a2de-9982ccc31c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122b829-8724-470b-986d-098077dd34b8">
      <Terms xmlns="http://schemas.microsoft.com/office/infopath/2007/PartnerControls"/>
    </lcf76f155ced4ddcb4097134ff3c332f>
    <TaxCatchAll xmlns="7f970a2c-e610-47a8-a2de-9982ccc31c2b" xsi:nil="true"/>
  </documentManagement>
</p:properties>
</file>

<file path=customXml/itemProps1.xml><?xml version="1.0" encoding="utf-8"?>
<ds:datastoreItem xmlns:ds="http://schemas.openxmlformats.org/officeDocument/2006/customXml" ds:itemID="{EE67BB62-49D3-409A-9602-86AFC94A10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75695-CD55-493F-ABB2-08C81361B9AB}">
  <ds:schemaRefs>
    <ds:schemaRef ds:uri="0122b829-8724-470b-986d-098077dd34b8"/>
    <ds:schemaRef ds:uri="7f970a2c-e610-47a8-a2de-9982ccc31c2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B383D4A-78E7-44CE-ADFC-39E7E727F4A6}">
  <ds:schemaRefs>
    <ds:schemaRef ds:uri="http://schemas.microsoft.com/office/2006/metadata/properties"/>
    <ds:schemaRef ds:uri="http://www.w3.org/XML/1998/namespace"/>
    <ds:schemaRef ds:uri="http://purl.org/dc/terms/"/>
    <ds:schemaRef ds:uri="0122b829-8724-470b-986d-098077dd34b8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7f970a2c-e610-47a8-a2de-9982ccc31c2b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ISUZU GROUP PPT Template_JPN_202410</Template>
  <TotalTime>1126</TotalTime>
  <Words>1082</Words>
  <Application>Microsoft Office PowerPoint</Application>
  <PresentationFormat>Widescreen</PresentationFormat>
  <Paragraphs>194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Meiryo</vt:lpstr>
      <vt:lpstr>Arial</vt:lpstr>
      <vt:lpstr>ISUZU GROUP PPT Template 202410</vt:lpstr>
      <vt:lpstr>Managed Dealer Inventory - TVS (MDI) Project</vt:lpstr>
      <vt:lpstr>What ITUK needs from MDI</vt:lpstr>
      <vt:lpstr>MDI – Anticipated Work Flow</vt:lpstr>
      <vt:lpstr>Dealer DMS Mix</vt:lpstr>
      <vt:lpstr>PoC Dealers</vt:lpstr>
      <vt:lpstr>TVS Proposal – Operating Model</vt:lpstr>
      <vt:lpstr>Latest TVS commercials – 24 July 2026</vt:lpstr>
      <vt:lpstr>Latest TVS commercials – 24 July 2026</vt:lpstr>
      <vt:lpstr>Commercial context for IML – TVS vs PartsEye</vt:lpstr>
      <vt:lpstr>Proposed Working Timeline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KOSHA Presentation</dc:title>
  <dc:creator>Sakiko Ishizuka ISZJ</dc:creator>
  <cp:lastModifiedBy>Duncan Young</cp:lastModifiedBy>
  <cp:revision>5</cp:revision>
  <cp:lastPrinted>2024-10-15T01:06:05Z</cp:lastPrinted>
  <dcterms:created xsi:type="dcterms:W3CDTF">2024-11-13T15:55:57Z</dcterms:created>
  <dcterms:modified xsi:type="dcterms:W3CDTF">2026-08-13T10:30:50Z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0x01010034B5BDE85556624BBCE99F7B4FD8D8C6</vt:lpwstr>
  </property>
</Properties>
</file>