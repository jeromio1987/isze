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heme/theme2.xml" ContentType="application/vnd.openxmlformats-officedocument.theme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heme/theme3.xml" ContentType="application/vnd.openxmlformats-officedocument.theme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359" r:id="rId5"/>
    <p:sldId id="364" r:id="rId6"/>
    <p:sldId id="2147469661" r:id="rId7"/>
    <p:sldId id="2147469678" r:id="rId8"/>
    <p:sldId id="2147469703" r:id="rId9"/>
    <p:sldId id="2147469704" r:id="rId10"/>
    <p:sldId id="2147469698" r:id="rId11"/>
    <p:sldId id="2147469682" r:id="rId12"/>
    <p:sldId id="2147469686" r:id="rId13"/>
    <p:sldId id="2147469688" r:id="rId14"/>
    <p:sldId id="258" r:id="rId15"/>
    <p:sldId id="259" r:id="rId16"/>
    <p:sldId id="2147469690" r:id="rId17"/>
    <p:sldId id="2147469691" r:id="rId18"/>
    <p:sldId id="2147469701" r:id="rId19"/>
    <p:sldId id="2147469702" r:id="rId20"/>
    <p:sldId id="2147469665" r:id="rId21"/>
    <p:sldId id="2147469700" r:id="rId22"/>
    <p:sldId id="2147469649" r:id="rId23"/>
    <p:sldId id="2147469443" r:id="rId24"/>
  </p:sldIdLst>
  <p:sldSz cx="12192000" cy="6858000"/>
  <p:notesSz cx="6858000" cy="9144000"/>
  <p:custDataLst>
    <p:tags r:id="rId27"/>
  </p:custDataLst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FF7"/>
    <a:srgbClr val="002564"/>
    <a:srgbClr val="405C8B"/>
    <a:srgbClr val="335183"/>
    <a:srgbClr val="595959"/>
    <a:srgbClr val="DDEBF8"/>
    <a:srgbClr val="CCCDD3"/>
    <a:srgbClr val="E8E8EB"/>
    <a:srgbClr val="ECA177"/>
    <a:srgbClr val="7A9B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AF313B-6577-47DD-B116-023080C00C58}" v="13" dt="2026-08-13T22:25:38.5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02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gs" Target="tags/tag1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ncan Young" userId="0d05c5b8-70c0-48c4-9720-582aed650fb7" providerId="ADAL" clId="{89BBCCF8-D395-4E00-A7D8-D8153F2B3CC8}"/>
    <pc:docChg chg="undo redo custSel addSld delSld modSld sldOrd">
      <pc:chgData name="Duncan Young" userId="0d05c5b8-70c0-48c4-9720-582aed650fb7" providerId="ADAL" clId="{89BBCCF8-D395-4E00-A7D8-D8153F2B3CC8}" dt="2026-08-13T22:30:27.405" v="1180" actId="1076"/>
      <pc:docMkLst>
        <pc:docMk/>
      </pc:docMkLst>
      <pc:sldChg chg="add">
        <pc:chgData name="Duncan Young" userId="0d05c5b8-70c0-48c4-9720-582aed650fb7" providerId="ADAL" clId="{89BBCCF8-D395-4E00-A7D8-D8153F2B3CC8}" dt="2026-08-13T22:25:38.559" v="1082"/>
        <pc:sldMkLst>
          <pc:docMk/>
          <pc:sldMk cId="3768120666" sldId="258"/>
        </pc:sldMkLst>
      </pc:sldChg>
      <pc:sldChg chg="add">
        <pc:chgData name="Duncan Young" userId="0d05c5b8-70c0-48c4-9720-582aed650fb7" providerId="ADAL" clId="{89BBCCF8-D395-4E00-A7D8-D8153F2B3CC8}" dt="2026-08-13T22:25:38.559" v="1082"/>
        <pc:sldMkLst>
          <pc:docMk/>
          <pc:sldMk cId="1865475335" sldId="259"/>
        </pc:sldMkLst>
      </pc:sldChg>
      <pc:sldChg chg="modSp mod">
        <pc:chgData name="Duncan Young" userId="0d05c5b8-70c0-48c4-9720-582aed650fb7" providerId="ADAL" clId="{89BBCCF8-D395-4E00-A7D8-D8153F2B3CC8}" dt="2026-08-13T22:29:20.971" v="1174" actId="20577"/>
        <pc:sldMkLst>
          <pc:docMk/>
          <pc:sldMk cId="2260001049" sldId="364"/>
        </pc:sldMkLst>
        <pc:spChg chg="mod">
          <ac:chgData name="Duncan Young" userId="0d05c5b8-70c0-48c4-9720-582aed650fb7" providerId="ADAL" clId="{89BBCCF8-D395-4E00-A7D8-D8153F2B3CC8}" dt="2026-08-13T22:29:20.971" v="1174" actId="20577"/>
          <ac:spMkLst>
            <pc:docMk/>
            <pc:sldMk cId="2260001049" sldId="364"/>
            <ac:spMk id="4" creationId="{F7320629-3C20-4ABE-8902-9C3C1AEC6866}"/>
          </ac:spMkLst>
        </pc:spChg>
      </pc:sldChg>
      <pc:sldChg chg="modSp mod">
        <pc:chgData name="Duncan Young" userId="0d05c5b8-70c0-48c4-9720-582aed650fb7" providerId="ADAL" clId="{89BBCCF8-D395-4E00-A7D8-D8153F2B3CC8}" dt="2026-08-13T22:30:27.405" v="1180" actId="1076"/>
        <pc:sldMkLst>
          <pc:docMk/>
          <pc:sldMk cId="2812021176" sldId="2147469649"/>
        </pc:sldMkLst>
        <pc:spChg chg="mod">
          <ac:chgData name="Duncan Young" userId="0d05c5b8-70c0-48c4-9720-582aed650fb7" providerId="ADAL" clId="{89BBCCF8-D395-4E00-A7D8-D8153F2B3CC8}" dt="2026-08-13T22:30:22.680" v="1179" actId="1076"/>
          <ac:spMkLst>
            <pc:docMk/>
            <pc:sldMk cId="2812021176" sldId="2147469649"/>
            <ac:spMk id="13" creationId="{AE9F2687-040F-409F-1C78-7B43003A35EF}"/>
          </ac:spMkLst>
        </pc:spChg>
        <pc:spChg chg="mod">
          <ac:chgData name="Duncan Young" userId="0d05c5b8-70c0-48c4-9720-582aed650fb7" providerId="ADAL" clId="{89BBCCF8-D395-4E00-A7D8-D8153F2B3CC8}" dt="2026-08-13T22:30:27.405" v="1180" actId="1076"/>
          <ac:spMkLst>
            <pc:docMk/>
            <pc:sldMk cId="2812021176" sldId="2147469649"/>
            <ac:spMk id="16" creationId="{B7F1BCE8-EB64-0CE4-78FB-31B4238E8D18}"/>
          </ac:spMkLst>
        </pc:spChg>
      </pc:sldChg>
      <pc:sldChg chg="del">
        <pc:chgData name="Duncan Young" userId="0d05c5b8-70c0-48c4-9720-582aed650fb7" providerId="ADAL" clId="{89BBCCF8-D395-4E00-A7D8-D8153F2B3CC8}" dt="2026-08-13T22:05:25.026" v="840" actId="47"/>
        <pc:sldMkLst>
          <pc:docMk/>
          <pc:sldMk cId="2343549661" sldId="2147469659"/>
        </pc:sldMkLst>
      </pc:sldChg>
      <pc:sldChg chg="addSp delSp modSp mod">
        <pc:chgData name="Duncan Young" userId="0d05c5b8-70c0-48c4-9720-582aed650fb7" providerId="ADAL" clId="{89BBCCF8-D395-4E00-A7D8-D8153F2B3CC8}" dt="2026-08-13T21:58:25.120" v="782" actId="20577"/>
        <pc:sldMkLst>
          <pc:docMk/>
          <pc:sldMk cId="2020138212" sldId="2147469661"/>
        </pc:sldMkLst>
        <pc:spChg chg="mod">
          <ac:chgData name="Duncan Young" userId="0d05c5b8-70c0-48c4-9720-582aed650fb7" providerId="ADAL" clId="{89BBCCF8-D395-4E00-A7D8-D8153F2B3CC8}" dt="2026-08-13T21:04:15.272" v="59" actId="20577"/>
          <ac:spMkLst>
            <pc:docMk/>
            <pc:sldMk cId="2020138212" sldId="2147469661"/>
            <ac:spMk id="6" creationId="{1874A2DE-4AC5-BD00-B008-5AC853229F46}"/>
          </ac:spMkLst>
        </pc:spChg>
        <pc:spChg chg="mod">
          <ac:chgData name="Duncan Young" userId="0d05c5b8-70c0-48c4-9720-582aed650fb7" providerId="ADAL" clId="{89BBCCF8-D395-4E00-A7D8-D8153F2B3CC8}" dt="2026-08-13T21:58:25.120" v="782" actId="20577"/>
          <ac:spMkLst>
            <pc:docMk/>
            <pc:sldMk cId="2020138212" sldId="2147469661"/>
            <ac:spMk id="8" creationId="{D4B11C43-0578-FD3C-F095-32F26DEE7F35}"/>
          </ac:spMkLst>
        </pc:spChg>
        <pc:spChg chg="add mod">
          <ac:chgData name="Duncan Young" userId="0d05c5b8-70c0-48c4-9720-582aed650fb7" providerId="ADAL" clId="{89BBCCF8-D395-4E00-A7D8-D8153F2B3CC8}" dt="2026-08-13T21:36:27.188" v="583" actId="14100"/>
          <ac:spMkLst>
            <pc:docMk/>
            <pc:sldMk cId="2020138212" sldId="2147469661"/>
            <ac:spMk id="9" creationId="{DF835E1E-9763-7EDE-EA97-16B3EE4DF425}"/>
          </ac:spMkLst>
        </pc:spChg>
        <pc:spChg chg="add mod">
          <ac:chgData name="Duncan Young" userId="0d05c5b8-70c0-48c4-9720-582aed650fb7" providerId="ADAL" clId="{89BBCCF8-D395-4E00-A7D8-D8153F2B3CC8}" dt="2026-08-13T21:36:38.582" v="584" actId="14100"/>
          <ac:spMkLst>
            <pc:docMk/>
            <pc:sldMk cId="2020138212" sldId="2147469661"/>
            <ac:spMk id="11" creationId="{FEC239F5-2411-018C-2C8C-74F38E9F0570}"/>
          </ac:spMkLst>
        </pc:spChg>
        <pc:spChg chg="add mod">
          <ac:chgData name="Duncan Young" userId="0d05c5b8-70c0-48c4-9720-582aed650fb7" providerId="ADAL" clId="{89BBCCF8-D395-4E00-A7D8-D8153F2B3CC8}" dt="2026-08-13T21:36:07.922" v="580" actId="2711"/>
          <ac:spMkLst>
            <pc:docMk/>
            <pc:sldMk cId="2020138212" sldId="2147469661"/>
            <ac:spMk id="13" creationId="{BB80DE9C-6CBF-4557-D653-C3C0A3F327A7}"/>
          </ac:spMkLst>
        </pc:spChg>
        <pc:spChg chg="mod">
          <ac:chgData name="Duncan Young" userId="0d05c5b8-70c0-48c4-9720-582aed650fb7" providerId="ADAL" clId="{89BBCCF8-D395-4E00-A7D8-D8153F2B3CC8}" dt="2026-08-13T21:39:29.008" v="696" actId="14100"/>
          <ac:spMkLst>
            <pc:docMk/>
            <pc:sldMk cId="2020138212" sldId="2147469661"/>
            <ac:spMk id="15" creationId="{7F80235B-23D4-6BE2-2CFC-0DA606EA6BE6}"/>
          </ac:spMkLst>
        </pc:spChg>
        <pc:spChg chg="mod">
          <ac:chgData name="Duncan Young" userId="0d05c5b8-70c0-48c4-9720-582aed650fb7" providerId="ADAL" clId="{89BBCCF8-D395-4E00-A7D8-D8153F2B3CC8}" dt="2026-08-13T21:03:49.574" v="14" actId="20577"/>
          <ac:spMkLst>
            <pc:docMk/>
            <pc:sldMk cId="2020138212" sldId="2147469661"/>
            <ac:spMk id="19" creationId="{8726FF82-2A6E-8E31-7BD2-FAB163B59924}"/>
          </ac:spMkLst>
        </pc:spChg>
        <pc:spChg chg="add mod">
          <ac:chgData name="Duncan Young" userId="0d05c5b8-70c0-48c4-9720-582aed650fb7" providerId="ADAL" clId="{89BBCCF8-D395-4E00-A7D8-D8153F2B3CC8}" dt="2026-08-13T21:36:27.188" v="583" actId="14100"/>
          <ac:spMkLst>
            <pc:docMk/>
            <pc:sldMk cId="2020138212" sldId="2147469661"/>
            <ac:spMk id="23" creationId="{C1105B1C-AB8B-0031-E9EC-18FB95A352DF}"/>
          </ac:spMkLst>
        </pc:spChg>
        <pc:spChg chg="add mod">
          <ac:chgData name="Duncan Young" userId="0d05c5b8-70c0-48c4-9720-582aed650fb7" providerId="ADAL" clId="{89BBCCF8-D395-4E00-A7D8-D8153F2B3CC8}" dt="2026-08-13T21:36:38.582" v="584" actId="14100"/>
          <ac:spMkLst>
            <pc:docMk/>
            <pc:sldMk cId="2020138212" sldId="2147469661"/>
            <ac:spMk id="25" creationId="{9EAE49AB-4187-FEFD-196A-CF824F9862E2}"/>
          </ac:spMkLst>
        </pc:spChg>
        <pc:spChg chg="add mod">
          <ac:chgData name="Duncan Young" userId="0d05c5b8-70c0-48c4-9720-582aed650fb7" providerId="ADAL" clId="{89BBCCF8-D395-4E00-A7D8-D8153F2B3CC8}" dt="2026-08-13T21:36:07.922" v="580" actId="2711"/>
          <ac:spMkLst>
            <pc:docMk/>
            <pc:sldMk cId="2020138212" sldId="2147469661"/>
            <ac:spMk id="27" creationId="{5DCABD1B-F4F9-EAF2-74E6-0320CC5A6864}"/>
          </ac:spMkLst>
        </pc:spChg>
        <pc:spChg chg="add mod">
          <ac:chgData name="Duncan Young" userId="0d05c5b8-70c0-48c4-9720-582aed650fb7" providerId="ADAL" clId="{89BBCCF8-D395-4E00-A7D8-D8153F2B3CC8}" dt="2026-08-13T21:40:16.922" v="697" actId="20577"/>
          <ac:spMkLst>
            <pc:docMk/>
            <pc:sldMk cId="2020138212" sldId="2147469661"/>
            <ac:spMk id="29" creationId="{90D05520-D6B6-26EC-26E7-98432091C4CE}"/>
          </ac:spMkLst>
        </pc:spChg>
        <pc:spChg chg="mod">
          <ac:chgData name="Duncan Young" userId="0d05c5b8-70c0-48c4-9720-582aed650fb7" providerId="ADAL" clId="{89BBCCF8-D395-4E00-A7D8-D8153F2B3CC8}" dt="2026-08-13T21:36:27.188" v="583" actId="14100"/>
          <ac:spMkLst>
            <pc:docMk/>
            <pc:sldMk cId="2020138212" sldId="2147469661"/>
            <ac:spMk id="31" creationId="{40BC0DEF-149A-6F01-AFB9-226559F60FE5}"/>
          </ac:spMkLst>
        </pc:spChg>
        <pc:spChg chg="add mod">
          <ac:chgData name="Duncan Young" userId="0d05c5b8-70c0-48c4-9720-582aed650fb7" providerId="ADAL" clId="{89BBCCF8-D395-4E00-A7D8-D8153F2B3CC8}" dt="2026-08-13T21:36:38.582" v="584" actId="14100"/>
          <ac:spMkLst>
            <pc:docMk/>
            <pc:sldMk cId="2020138212" sldId="2147469661"/>
            <ac:spMk id="33" creationId="{EC5F0586-A9C1-E7E8-B55D-D6502D26BD1D}"/>
          </ac:spMkLst>
        </pc:spChg>
        <pc:spChg chg="add mod">
          <ac:chgData name="Duncan Young" userId="0d05c5b8-70c0-48c4-9720-582aed650fb7" providerId="ADAL" clId="{89BBCCF8-D395-4E00-A7D8-D8153F2B3CC8}" dt="2026-08-13T21:41:17.856" v="707" actId="6549"/>
          <ac:spMkLst>
            <pc:docMk/>
            <pc:sldMk cId="2020138212" sldId="2147469661"/>
            <ac:spMk id="35" creationId="{04D02615-EF1D-F30A-4513-888D7C1B0B92}"/>
          </ac:spMkLst>
        </pc:spChg>
        <pc:spChg chg="mod">
          <ac:chgData name="Duncan Young" userId="0d05c5b8-70c0-48c4-9720-582aed650fb7" providerId="ADAL" clId="{89BBCCF8-D395-4E00-A7D8-D8153F2B3CC8}" dt="2026-08-13T21:03:45.482" v="13" actId="20577"/>
          <ac:spMkLst>
            <pc:docMk/>
            <pc:sldMk cId="2020138212" sldId="2147469661"/>
            <ac:spMk id="37" creationId="{5584B52A-EB90-7993-5C85-49D41BEFE712}"/>
          </ac:spMkLst>
        </pc:spChg>
        <pc:spChg chg="mod">
          <ac:chgData name="Duncan Young" userId="0d05c5b8-70c0-48c4-9720-582aed650fb7" providerId="ADAL" clId="{89BBCCF8-D395-4E00-A7D8-D8153F2B3CC8}" dt="2026-08-13T21:04:04.173" v="33" actId="5793"/>
          <ac:spMkLst>
            <pc:docMk/>
            <pc:sldMk cId="2020138212" sldId="2147469661"/>
            <ac:spMk id="41" creationId="{6EF2D04B-4D39-838E-4768-B14A0E145F5B}"/>
          </ac:spMkLst>
        </pc:spChg>
        <pc:spChg chg="mod">
          <ac:chgData name="Duncan Young" userId="0d05c5b8-70c0-48c4-9720-582aed650fb7" providerId="ADAL" clId="{89BBCCF8-D395-4E00-A7D8-D8153F2B3CC8}" dt="2026-08-13T21:04:12.009" v="58" actId="5793"/>
          <ac:spMkLst>
            <pc:docMk/>
            <pc:sldMk cId="2020138212" sldId="2147469661"/>
            <ac:spMk id="45" creationId="{E5435093-96EF-3873-8855-96DAFDF1F511}"/>
          </ac:spMkLst>
        </pc:spChg>
        <pc:spChg chg="add mod">
          <ac:chgData name="Duncan Young" userId="0d05c5b8-70c0-48c4-9720-582aed650fb7" providerId="ADAL" clId="{89BBCCF8-D395-4E00-A7D8-D8153F2B3CC8}" dt="2026-08-13T21:36:21.206" v="582" actId="255"/>
          <ac:spMkLst>
            <pc:docMk/>
            <pc:sldMk cId="2020138212" sldId="2147469661"/>
            <ac:spMk id="46" creationId="{770DBF47-F937-5F80-A397-F3F553D34B02}"/>
          </ac:spMkLst>
        </pc:spChg>
        <pc:spChg chg="del">
          <ac:chgData name="Duncan Young" userId="0d05c5b8-70c0-48c4-9720-582aed650fb7" providerId="ADAL" clId="{89BBCCF8-D395-4E00-A7D8-D8153F2B3CC8}" dt="2026-08-13T21:35:49.074" v="575" actId="478"/>
          <ac:spMkLst>
            <pc:docMk/>
            <pc:sldMk cId="2020138212" sldId="2147469661"/>
            <ac:spMk id="47" creationId="{D4EDCA8D-AE8E-1EF5-F248-07F35D659911}"/>
          </ac:spMkLst>
        </pc:spChg>
      </pc:sldChg>
      <pc:sldChg chg="addSp delSp modSp mod">
        <pc:chgData name="Duncan Young" userId="0d05c5b8-70c0-48c4-9720-582aed650fb7" providerId="ADAL" clId="{89BBCCF8-D395-4E00-A7D8-D8153F2B3CC8}" dt="2026-08-13T22:05:09.117" v="839" actId="1035"/>
        <pc:sldMkLst>
          <pc:docMk/>
          <pc:sldMk cId="2790498585" sldId="2147469678"/>
        </pc:sldMkLst>
        <pc:spChg chg="del">
          <ac:chgData name="Duncan Young" userId="0d05c5b8-70c0-48c4-9720-582aed650fb7" providerId="ADAL" clId="{89BBCCF8-D395-4E00-A7D8-D8153F2B3CC8}" dt="2026-08-13T21:21:20.377" v="366" actId="478"/>
          <ac:spMkLst>
            <pc:docMk/>
            <pc:sldMk cId="2790498585" sldId="2147469678"/>
            <ac:spMk id="3" creationId="{776124F0-C0CB-59B1-FF41-1E42F33B4ACD}"/>
          </ac:spMkLst>
        </pc:spChg>
        <pc:spChg chg="add mod">
          <ac:chgData name="Duncan Young" userId="0d05c5b8-70c0-48c4-9720-582aed650fb7" providerId="ADAL" clId="{89BBCCF8-D395-4E00-A7D8-D8153F2B3CC8}" dt="2026-08-13T22:05:03.555" v="823" actId="1036"/>
          <ac:spMkLst>
            <pc:docMk/>
            <pc:sldMk cId="2790498585" sldId="2147469678"/>
            <ac:spMk id="4" creationId="{D34CEE57-C274-C3FA-E8D1-95CA27623836}"/>
          </ac:spMkLst>
        </pc:spChg>
        <pc:spChg chg="del">
          <ac:chgData name="Duncan Young" userId="0d05c5b8-70c0-48c4-9720-582aed650fb7" providerId="ADAL" clId="{89BBCCF8-D395-4E00-A7D8-D8153F2B3CC8}" dt="2026-08-13T21:21:20.377" v="366" actId="478"/>
          <ac:spMkLst>
            <pc:docMk/>
            <pc:sldMk cId="2790498585" sldId="2147469678"/>
            <ac:spMk id="5" creationId="{8B245E11-35C9-BC47-09F6-103FC0DA44B2}"/>
          </ac:spMkLst>
        </pc:spChg>
        <pc:spChg chg="del">
          <ac:chgData name="Duncan Young" userId="0d05c5b8-70c0-48c4-9720-582aed650fb7" providerId="ADAL" clId="{89BBCCF8-D395-4E00-A7D8-D8153F2B3CC8}" dt="2026-08-13T21:21:20.377" v="366" actId="478"/>
          <ac:spMkLst>
            <pc:docMk/>
            <pc:sldMk cId="2790498585" sldId="2147469678"/>
            <ac:spMk id="7" creationId="{8321F40A-13F0-EF1D-4DB0-7577E8054442}"/>
          </ac:spMkLst>
        </pc:spChg>
        <pc:spChg chg="add mod">
          <ac:chgData name="Duncan Young" userId="0d05c5b8-70c0-48c4-9720-582aed650fb7" providerId="ADAL" clId="{89BBCCF8-D395-4E00-A7D8-D8153F2B3CC8}" dt="2026-08-13T22:05:03.555" v="823" actId="1036"/>
          <ac:spMkLst>
            <pc:docMk/>
            <pc:sldMk cId="2790498585" sldId="2147469678"/>
            <ac:spMk id="9" creationId="{5B4C87F9-42F7-B44A-8553-6239590170DF}"/>
          </ac:spMkLst>
        </pc:spChg>
        <pc:spChg chg="del">
          <ac:chgData name="Duncan Young" userId="0d05c5b8-70c0-48c4-9720-582aed650fb7" providerId="ADAL" clId="{89BBCCF8-D395-4E00-A7D8-D8153F2B3CC8}" dt="2026-08-13T21:21:20.377" v="366" actId="478"/>
          <ac:spMkLst>
            <pc:docMk/>
            <pc:sldMk cId="2790498585" sldId="2147469678"/>
            <ac:spMk id="10" creationId="{2B40517F-78B0-4027-4C2D-4C762BEF274D}"/>
          </ac:spMkLst>
        </pc:spChg>
        <pc:spChg chg="del">
          <ac:chgData name="Duncan Young" userId="0d05c5b8-70c0-48c4-9720-582aed650fb7" providerId="ADAL" clId="{89BBCCF8-D395-4E00-A7D8-D8153F2B3CC8}" dt="2026-08-13T21:21:20.377" v="366" actId="478"/>
          <ac:spMkLst>
            <pc:docMk/>
            <pc:sldMk cId="2790498585" sldId="2147469678"/>
            <ac:spMk id="12" creationId="{5EAFA9C0-D568-26FF-6D36-29B1F16B1BE4}"/>
          </ac:spMkLst>
        </pc:spChg>
        <pc:spChg chg="add mod">
          <ac:chgData name="Duncan Young" userId="0d05c5b8-70c0-48c4-9720-582aed650fb7" providerId="ADAL" clId="{89BBCCF8-D395-4E00-A7D8-D8153F2B3CC8}" dt="2026-08-13T22:05:03.555" v="823" actId="1036"/>
          <ac:spMkLst>
            <pc:docMk/>
            <pc:sldMk cId="2790498585" sldId="2147469678"/>
            <ac:spMk id="13" creationId="{3DBC2CDF-255A-8405-08EC-3E162D71499D}"/>
          </ac:spMkLst>
        </pc:spChg>
        <pc:spChg chg="del">
          <ac:chgData name="Duncan Young" userId="0d05c5b8-70c0-48c4-9720-582aed650fb7" providerId="ADAL" clId="{89BBCCF8-D395-4E00-A7D8-D8153F2B3CC8}" dt="2026-08-13T21:21:20.377" v="366" actId="478"/>
          <ac:spMkLst>
            <pc:docMk/>
            <pc:sldMk cId="2790498585" sldId="2147469678"/>
            <ac:spMk id="14" creationId="{DB6392A2-A7CF-1BD8-7C6B-19F02487050B}"/>
          </ac:spMkLst>
        </pc:spChg>
        <pc:spChg chg="del">
          <ac:chgData name="Duncan Young" userId="0d05c5b8-70c0-48c4-9720-582aed650fb7" providerId="ADAL" clId="{89BBCCF8-D395-4E00-A7D8-D8153F2B3CC8}" dt="2026-08-13T21:21:20.377" v="366" actId="478"/>
          <ac:spMkLst>
            <pc:docMk/>
            <pc:sldMk cId="2790498585" sldId="2147469678"/>
            <ac:spMk id="16" creationId="{4A81AFB5-04D0-0E5A-1CE6-DB69E8968A98}"/>
          </ac:spMkLst>
        </pc:spChg>
        <pc:spChg chg="mod">
          <ac:chgData name="Duncan Young" userId="0d05c5b8-70c0-48c4-9720-582aed650fb7" providerId="ADAL" clId="{89BBCCF8-D395-4E00-A7D8-D8153F2B3CC8}" dt="2026-08-13T21:15:49.463" v="301" actId="20577"/>
          <ac:spMkLst>
            <pc:docMk/>
            <pc:sldMk cId="2790498585" sldId="2147469678"/>
            <ac:spMk id="17" creationId="{1294A9B3-4046-ABCB-5DE0-00D7B5D07BE6}"/>
          </ac:spMkLst>
        </pc:spChg>
        <pc:spChg chg="del">
          <ac:chgData name="Duncan Young" userId="0d05c5b8-70c0-48c4-9720-582aed650fb7" providerId="ADAL" clId="{89BBCCF8-D395-4E00-A7D8-D8153F2B3CC8}" dt="2026-08-13T21:21:23.853" v="367" actId="478"/>
          <ac:spMkLst>
            <pc:docMk/>
            <pc:sldMk cId="2790498585" sldId="2147469678"/>
            <ac:spMk id="18" creationId="{E3EE9B0D-0B46-5ADA-05F1-C09E98597A6F}"/>
          </ac:spMkLst>
        </pc:spChg>
        <pc:spChg chg="del">
          <ac:chgData name="Duncan Young" userId="0d05c5b8-70c0-48c4-9720-582aed650fb7" providerId="ADAL" clId="{89BBCCF8-D395-4E00-A7D8-D8153F2B3CC8}" dt="2026-08-13T21:21:23.853" v="367" actId="478"/>
          <ac:spMkLst>
            <pc:docMk/>
            <pc:sldMk cId="2790498585" sldId="2147469678"/>
            <ac:spMk id="20" creationId="{61F5786E-24DA-979A-EBBE-98407A2227CD}"/>
          </ac:spMkLst>
        </pc:spChg>
        <pc:spChg chg="mod">
          <ac:chgData name="Duncan Young" userId="0d05c5b8-70c0-48c4-9720-582aed650fb7" providerId="ADAL" clId="{89BBCCF8-D395-4E00-A7D8-D8153F2B3CC8}" dt="2026-08-13T21:14:54.939" v="272" actId="27636"/>
          <ac:spMkLst>
            <pc:docMk/>
            <pc:sldMk cId="2790498585" sldId="2147469678"/>
            <ac:spMk id="21" creationId="{CE325981-FAB9-B92A-DC74-343261BBDD4D}"/>
          </ac:spMkLst>
        </pc:spChg>
        <pc:spChg chg="del">
          <ac:chgData name="Duncan Young" userId="0d05c5b8-70c0-48c4-9720-582aed650fb7" providerId="ADAL" clId="{89BBCCF8-D395-4E00-A7D8-D8153F2B3CC8}" dt="2026-08-13T21:21:20.377" v="366" actId="478"/>
          <ac:spMkLst>
            <pc:docMk/>
            <pc:sldMk cId="2790498585" sldId="2147469678"/>
            <ac:spMk id="22" creationId="{B4D6BD0C-CACF-2DAF-AE77-788F8A511B8A}"/>
          </ac:spMkLst>
        </pc:spChg>
        <pc:spChg chg="del">
          <ac:chgData name="Duncan Young" userId="0d05c5b8-70c0-48c4-9720-582aed650fb7" providerId="ADAL" clId="{89BBCCF8-D395-4E00-A7D8-D8153F2B3CC8}" dt="2026-08-13T21:21:23.853" v="367" actId="478"/>
          <ac:spMkLst>
            <pc:docMk/>
            <pc:sldMk cId="2790498585" sldId="2147469678"/>
            <ac:spMk id="24" creationId="{59E8D37D-7908-2997-786D-9606D546ECFF}"/>
          </ac:spMkLst>
        </pc:spChg>
        <pc:spChg chg="add mod">
          <ac:chgData name="Duncan Young" userId="0d05c5b8-70c0-48c4-9720-582aed650fb7" providerId="ADAL" clId="{89BBCCF8-D395-4E00-A7D8-D8153F2B3CC8}" dt="2026-08-13T22:05:03.555" v="823" actId="1036"/>
          <ac:spMkLst>
            <pc:docMk/>
            <pc:sldMk cId="2790498585" sldId="2147469678"/>
            <ac:spMk id="25" creationId="{A78D45BE-0B6E-308F-0907-E155529F1B91}"/>
          </ac:spMkLst>
        </pc:spChg>
        <pc:spChg chg="del">
          <ac:chgData name="Duncan Young" userId="0d05c5b8-70c0-48c4-9720-582aed650fb7" providerId="ADAL" clId="{89BBCCF8-D395-4E00-A7D8-D8153F2B3CC8}" dt="2026-08-13T21:21:23.853" v="367" actId="478"/>
          <ac:spMkLst>
            <pc:docMk/>
            <pc:sldMk cId="2790498585" sldId="2147469678"/>
            <ac:spMk id="26" creationId="{0460EF30-8CE9-7D45-6EE1-D262A21417B7}"/>
          </ac:spMkLst>
        </pc:spChg>
        <pc:spChg chg="del">
          <ac:chgData name="Duncan Young" userId="0d05c5b8-70c0-48c4-9720-582aed650fb7" providerId="ADAL" clId="{89BBCCF8-D395-4E00-A7D8-D8153F2B3CC8}" dt="2026-08-13T21:21:20.377" v="366" actId="478"/>
          <ac:spMkLst>
            <pc:docMk/>
            <pc:sldMk cId="2790498585" sldId="2147469678"/>
            <ac:spMk id="28" creationId="{B8269728-09CA-B8BD-B78F-0F5243E3267F}"/>
          </ac:spMkLst>
        </pc:spChg>
        <pc:spChg chg="add mod">
          <ac:chgData name="Duncan Young" userId="0d05c5b8-70c0-48c4-9720-582aed650fb7" providerId="ADAL" clId="{89BBCCF8-D395-4E00-A7D8-D8153F2B3CC8}" dt="2026-08-13T22:05:03.555" v="823" actId="1036"/>
          <ac:spMkLst>
            <pc:docMk/>
            <pc:sldMk cId="2790498585" sldId="2147469678"/>
            <ac:spMk id="29" creationId="{D71BA8E6-497B-6B4E-D472-D2C483582384}"/>
          </ac:spMkLst>
        </pc:spChg>
        <pc:spChg chg="del">
          <ac:chgData name="Duncan Young" userId="0d05c5b8-70c0-48c4-9720-582aed650fb7" providerId="ADAL" clId="{89BBCCF8-D395-4E00-A7D8-D8153F2B3CC8}" dt="2026-08-13T21:21:23.853" v="367" actId="478"/>
          <ac:spMkLst>
            <pc:docMk/>
            <pc:sldMk cId="2790498585" sldId="2147469678"/>
            <ac:spMk id="30" creationId="{12AB2CD8-928E-0483-D2EB-DA91ECD4AEBA}"/>
          </ac:spMkLst>
        </pc:spChg>
        <pc:spChg chg="del">
          <ac:chgData name="Duncan Young" userId="0d05c5b8-70c0-48c4-9720-582aed650fb7" providerId="ADAL" clId="{89BBCCF8-D395-4E00-A7D8-D8153F2B3CC8}" dt="2026-08-13T21:21:23.853" v="367" actId="478"/>
          <ac:spMkLst>
            <pc:docMk/>
            <pc:sldMk cId="2790498585" sldId="2147469678"/>
            <ac:spMk id="32" creationId="{BDA18781-F0DD-F9A2-CE58-63CD10066747}"/>
          </ac:spMkLst>
        </pc:spChg>
        <pc:spChg chg="add mod">
          <ac:chgData name="Duncan Young" userId="0d05c5b8-70c0-48c4-9720-582aed650fb7" providerId="ADAL" clId="{89BBCCF8-D395-4E00-A7D8-D8153F2B3CC8}" dt="2026-08-13T22:05:03.555" v="823" actId="1036"/>
          <ac:spMkLst>
            <pc:docMk/>
            <pc:sldMk cId="2790498585" sldId="2147469678"/>
            <ac:spMk id="33" creationId="{BD5766F7-1CD8-D9D0-C026-015C5788FFB0}"/>
          </ac:spMkLst>
        </pc:spChg>
        <pc:spChg chg="del">
          <ac:chgData name="Duncan Young" userId="0d05c5b8-70c0-48c4-9720-582aed650fb7" providerId="ADAL" clId="{89BBCCF8-D395-4E00-A7D8-D8153F2B3CC8}" dt="2026-08-13T21:34:21.466" v="546" actId="478"/>
          <ac:spMkLst>
            <pc:docMk/>
            <pc:sldMk cId="2790498585" sldId="2147469678"/>
            <ac:spMk id="34" creationId="{97DB1E9E-3472-C9B4-D19F-4B824448860B}"/>
          </ac:spMkLst>
        </pc:spChg>
        <pc:spChg chg="mod">
          <ac:chgData name="Duncan Young" userId="0d05c5b8-70c0-48c4-9720-582aed650fb7" providerId="ADAL" clId="{89BBCCF8-D395-4E00-A7D8-D8153F2B3CC8}" dt="2026-08-13T21:16:52.817" v="307" actId="20577"/>
          <ac:spMkLst>
            <pc:docMk/>
            <pc:sldMk cId="2790498585" sldId="2147469678"/>
            <ac:spMk id="36" creationId="{F46A2ADA-78F0-B730-B6CF-AAEA964D25C9}"/>
          </ac:spMkLst>
        </pc:spChg>
        <pc:spChg chg="mod">
          <ac:chgData name="Duncan Young" userId="0d05c5b8-70c0-48c4-9720-582aed650fb7" providerId="ADAL" clId="{89BBCCF8-D395-4E00-A7D8-D8153F2B3CC8}" dt="2026-08-13T21:18:44.716" v="326" actId="20577"/>
          <ac:spMkLst>
            <pc:docMk/>
            <pc:sldMk cId="2790498585" sldId="2147469678"/>
            <ac:spMk id="38" creationId="{860AD749-9D9D-FB84-9E1B-BC60C0393C47}"/>
          </ac:spMkLst>
        </pc:spChg>
        <pc:spChg chg="mod">
          <ac:chgData name="Duncan Young" userId="0d05c5b8-70c0-48c4-9720-582aed650fb7" providerId="ADAL" clId="{89BBCCF8-D395-4E00-A7D8-D8153F2B3CC8}" dt="2026-08-13T21:09:20.268" v="237" actId="14100"/>
          <ac:spMkLst>
            <pc:docMk/>
            <pc:sldMk cId="2790498585" sldId="2147469678"/>
            <ac:spMk id="40" creationId="{94FF699A-C59F-B7F1-C23E-2E09A9B3E339}"/>
          </ac:spMkLst>
        </pc:spChg>
        <pc:spChg chg="add mod">
          <ac:chgData name="Duncan Young" userId="0d05c5b8-70c0-48c4-9720-582aed650fb7" providerId="ADAL" clId="{89BBCCF8-D395-4E00-A7D8-D8153F2B3CC8}" dt="2026-08-13T22:05:03.555" v="823" actId="1036"/>
          <ac:spMkLst>
            <pc:docMk/>
            <pc:sldMk cId="2790498585" sldId="2147469678"/>
            <ac:spMk id="42" creationId="{52C93A0B-D794-A0C8-3273-7B4FFBA75196}"/>
          </ac:spMkLst>
        </pc:spChg>
        <pc:spChg chg="mod">
          <ac:chgData name="Duncan Young" userId="0d05c5b8-70c0-48c4-9720-582aed650fb7" providerId="ADAL" clId="{89BBCCF8-D395-4E00-A7D8-D8153F2B3CC8}" dt="2026-08-13T21:10:18.195" v="245" actId="255"/>
          <ac:spMkLst>
            <pc:docMk/>
            <pc:sldMk cId="2790498585" sldId="2147469678"/>
            <ac:spMk id="44" creationId="{EDEF7DCA-6C7A-EDF0-D551-65CB978DF209}"/>
          </ac:spMkLst>
        </pc:spChg>
        <pc:spChg chg="add mod">
          <ac:chgData name="Duncan Young" userId="0d05c5b8-70c0-48c4-9720-582aed650fb7" providerId="ADAL" clId="{89BBCCF8-D395-4E00-A7D8-D8153F2B3CC8}" dt="2026-08-13T22:05:03.555" v="823" actId="1036"/>
          <ac:spMkLst>
            <pc:docMk/>
            <pc:sldMk cId="2790498585" sldId="2147469678"/>
            <ac:spMk id="46" creationId="{ECDAAF84-D574-B2F1-6204-940791F4D51E}"/>
          </ac:spMkLst>
        </pc:spChg>
        <pc:spChg chg="add mod">
          <ac:chgData name="Duncan Young" userId="0d05c5b8-70c0-48c4-9720-582aed650fb7" providerId="ADAL" clId="{89BBCCF8-D395-4E00-A7D8-D8153F2B3CC8}" dt="2026-08-13T21:22:24.947" v="414" actId="1036"/>
          <ac:spMkLst>
            <pc:docMk/>
            <pc:sldMk cId="2790498585" sldId="2147469678"/>
            <ac:spMk id="48" creationId="{11300A24-FCEE-A89B-3005-8D85D8771257}"/>
          </ac:spMkLst>
        </pc:spChg>
        <pc:spChg chg="mod">
          <ac:chgData name="Duncan Young" userId="0d05c5b8-70c0-48c4-9720-582aed650fb7" providerId="ADAL" clId="{89BBCCF8-D395-4E00-A7D8-D8153F2B3CC8}" dt="2026-08-13T21:09:41.882" v="241" actId="14100"/>
          <ac:spMkLst>
            <pc:docMk/>
            <pc:sldMk cId="2790498585" sldId="2147469678"/>
            <ac:spMk id="50" creationId="{C8498427-9B44-0176-1CF9-9393E472DAD3}"/>
          </ac:spMkLst>
        </pc:spChg>
        <pc:spChg chg="mod">
          <ac:chgData name="Duncan Young" userId="0d05c5b8-70c0-48c4-9720-582aed650fb7" providerId="ADAL" clId="{89BBCCF8-D395-4E00-A7D8-D8153F2B3CC8}" dt="2026-08-13T21:10:18.195" v="245" actId="255"/>
          <ac:spMkLst>
            <pc:docMk/>
            <pc:sldMk cId="2790498585" sldId="2147469678"/>
            <ac:spMk id="54" creationId="{978EF966-6479-2779-9ED0-A722CE141824}"/>
          </ac:spMkLst>
        </pc:spChg>
        <pc:spChg chg="add mod">
          <ac:chgData name="Duncan Young" userId="0d05c5b8-70c0-48c4-9720-582aed650fb7" providerId="ADAL" clId="{89BBCCF8-D395-4E00-A7D8-D8153F2B3CC8}" dt="2026-08-13T22:05:03.555" v="823" actId="1036"/>
          <ac:spMkLst>
            <pc:docMk/>
            <pc:sldMk cId="2790498585" sldId="2147469678"/>
            <ac:spMk id="56" creationId="{244AB5B9-01B6-4FBB-0AC5-691AF34FB3A6}"/>
          </ac:spMkLst>
        </pc:spChg>
        <pc:spChg chg="mod">
          <ac:chgData name="Duncan Young" userId="0d05c5b8-70c0-48c4-9720-582aed650fb7" providerId="ADAL" clId="{89BBCCF8-D395-4E00-A7D8-D8153F2B3CC8}" dt="2026-08-13T21:20:20.931" v="365" actId="6549"/>
          <ac:spMkLst>
            <pc:docMk/>
            <pc:sldMk cId="2790498585" sldId="2147469678"/>
            <ac:spMk id="58" creationId="{D793B0C4-958A-109C-1335-54615EAA8899}"/>
          </ac:spMkLst>
        </pc:spChg>
        <pc:spChg chg="add mod">
          <ac:chgData name="Duncan Young" userId="0d05c5b8-70c0-48c4-9720-582aed650fb7" providerId="ADAL" clId="{89BBCCF8-D395-4E00-A7D8-D8153F2B3CC8}" dt="2026-08-13T22:05:03.555" v="823" actId="1036"/>
          <ac:spMkLst>
            <pc:docMk/>
            <pc:sldMk cId="2790498585" sldId="2147469678"/>
            <ac:spMk id="60" creationId="{4E0CC6A7-010C-8811-9CD5-E9A50AA88167}"/>
          </ac:spMkLst>
        </pc:spChg>
        <pc:spChg chg="add mod">
          <ac:chgData name="Duncan Young" userId="0d05c5b8-70c0-48c4-9720-582aed650fb7" providerId="ADAL" clId="{89BBCCF8-D395-4E00-A7D8-D8153F2B3CC8}" dt="2026-08-13T22:05:09.117" v="839" actId="1035"/>
          <ac:spMkLst>
            <pc:docMk/>
            <pc:sldMk cId="2790498585" sldId="2147469678"/>
            <ac:spMk id="62" creationId="{FBCB2905-2C5D-8987-2598-345ABD716F83}"/>
          </ac:spMkLst>
        </pc:spChg>
        <pc:spChg chg="add mod">
          <ac:chgData name="Duncan Young" userId="0d05c5b8-70c0-48c4-9720-582aed650fb7" providerId="ADAL" clId="{89BBCCF8-D395-4E00-A7D8-D8153F2B3CC8}" dt="2026-08-13T22:05:09.117" v="839" actId="1035"/>
          <ac:spMkLst>
            <pc:docMk/>
            <pc:sldMk cId="2790498585" sldId="2147469678"/>
            <ac:spMk id="64" creationId="{80B8A63E-AA17-8500-23C2-D3D611B594E2}"/>
          </ac:spMkLst>
        </pc:spChg>
        <pc:spChg chg="add mod">
          <ac:chgData name="Duncan Young" userId="0d05c5b8-70c0-48c4-9720-582aed650fb7" providerId="ADAL" clId="{89BBCCF8-D395-4E00-A7D8-D8153F2B3CC8}" dt="2026-08-13T22:05:09.117" v="839" actId="1035"/>
          <ac:spMkLst>
            <pc:docMk/>
            <pc:sldMk cId="2790498585" sldId="2147469678"/>
            <ac:spMk id="66" creationId="{EB40542A-F8E4-CEFF-AE6E-C46B8C388312}"/>
          </ac:spMkLst>
        </pc:spChg>
        <pc:spChg chg="add mod">
          <ac:chgData name="Duncan Young" userId="0d05c5b8-70c0-48c4-9720-582aed650fb7" providerId="ADAL" clId="{89BBCCF8-D395-4E00-A7D8-D8153F2B3CC8}" dt="2026-08-13T22:05:09.117" v="839" actId="1035"/>
          <ac:spMkLst>
            <pc:docMk/>
            <pc:sldMk cId="2790498585" sldId="2147469678"/>
            <ac:spMk id="68" creationId="{6826595E-9635-2836-C31F-CB75E449EED9}"/>
          </ac:spMkLst>
        </pc:spChg>
        <pc:spChg chg="add del">
          <ac:chgData name="Duncan Young" userId="0d05c5b8-70c0-48c4-9720-582aed650fb7" providerId="ADAL" clId="{89BBCCF8-D395-4E00-A7D8-D8153F2B3CC8}" dt="2026-08-13T22:04:20.417" v="802" actId="478"/>
          <ac:spMkLst>
            <pc:docMk/>
            <pc:sldMk cId="2790498585" sldId="2147469678"/>
            <ac:spMk id="70" creationId="{722C77B0-984B-8EE7-AAB1-FC1D8A4584BC}"/>
          </ac:spMkLst>
        </pc:spChg>
        <pc:spChg chg="del mod">
          <ac:chgData name="Duncan Young" userId="0d05c5b8-70c0-48c4-9720-582aed650fb7" providerId="ADAL" clId="{89BBCCF8-D395-4E00-A7D8-D8153F2B3CC8}" dt="2026-08-13T21:22:52.758" v="430" actId="478"/>
          <ac:spMkLst>
            <pc:docMk/>
            <pc:sldMk cId="2790498585" sldId="2147469678"/>
            <ac:spMk id="109" creationId="{3C8CCA7B-BBBF-DF32-3C0D-78AA50C61A0D}"/>
          </ac:spMkLst>
        </pc:spChg>
        <pc:spChg chg="del">
          <ac:chgData name="Duncan Young" userId="0d05c5b8-70c0-48c4-9720-582aed650fb7" providerId="ADAL" clId="{89BBCCF8-D395-4E00-A7D8-D8153F2B3CC8}" dt="2026-08-13T21:04:43.116" v="61" actId="478"/>
          <ac:spMkLst>
            <pc:docMk/>
            <pc:sldMk cId="2790498585" sldId="2147469678"/>
            <ac:spMk id="111" creationId="{A6E41EA1-6176-544D-79A2-716040C7637B}"/>
          </ac:spMkLst>
        </pc:spChg>
        <pc:spChg chg="del">
          <ac:chgData name="Duncan Young" userId="0d05c5b8-70c0-48c4-9720-582aed650fb7" providerId="ADAL" clId="{89BBCCF8-D395-4E00-A7D8-D8153F2B3CC8}" dt="2026-08-13T21:04:43.116" v="61" actId="478"/>
          <ac:spMkLst>
            <pc:docMk/>
            <pc:sldMk cId="2790498585" sldId="2147469678"/>
            <ac:spMk id="113" creationId="{13471A27-2149-8529-9D55-B83453E3CF3F}"/>
          </ac:spMkLst>
        </pc:spChg>
        <pc:spChg chg="del">
          <ac:chgData name="Duncan Young" userId="0d05c5b8-70c0-48c4-9720-582aed650fb7" providerId="ADAL" clId="{89BBCCF8-D395-4E00-A7D8-D8153F2B3CC8}" dt="2026-08-13T21:04:43.116" v="61" actId="478"/>
          <ac:spMkLst>
            <pc:docMk/>
            <pc:sldMk cId="2790498585" sldId="2147469678"/>
            <ac:spMk id="119" creationId="{E4E1FAA5-AE36-3B42-8F7A-3D2413321B59}"/>
          </ac:spMkLst>
        </pc:spChg>
        <pc:spChg chg="del">
          <ac:chgData name="Duncan Young" userId="0d05c5b8-70c0-48c4-9720-582aed650fb7" providerId="ADAL" clId="{89BBCCF8-D395-4E00-A7D8-D8153F2B3CC8}" dt="2026-08-13T21:04:43.116" v="61" actId="478"/>
          <ac:spMkLst>
            <pc:docMk/>
            <pc:sldMk cId="2790498585" sldId="2147469678"/>
            <ac:spMk id="129" creationId="{294A6A81-7008-521A-F016-48B9C15CD704}"/>
          </ac:spMkLst>
        </pc:spChg>
        <pc:spChg chg="del">
          <ac:chgData name="Duncan Young" userId="0d05c5b8-70c0-48c4-9720-582aed650fb7" providerId="ADAL" clId="{89BBCCF8-D395-4E00-A7D8-D8153F2B3CC8}" dt="2026-08-13T21:04:43.116" v="61" actId="478"/>
          <ac:spMkLst>
            <pc:docMk/>
            <pc:sldMk cId="2790498585" sldId="2147469678"/>
            <ac:spMk id="131" creationId="{895DFC8A-CE22-5459-F26B-EC6C1B5A6C8C}"/>
          </ac:spMkLst>
        </pc:spChg>
        <pc:spChg chg="del">
          <ac:chgData name="Duncan Young" userId="0d05c5b8-70c0-48c4-9720-582aed650fb7" providerId="ADAL" clId="{89BBCCF8-D395-4E00-A7D8-D8153F2B3CC8}" dt="2026-08-13T21:04:43.116" v="61" actId="478"/>
          <ac:spMkLst>
            <pc:docMk/>
            <pc:sldMk cId="2790498585" sldId="2147469678"/>
            <ac:spMk id="133" creationId="{C2A96274-27B3-AC9C-6032-90AF18049201}"/>
          </ac:spMkLst>
        </pc:spChg>
        <pc:spChg chg="del">
          <ac:chgData name="Duncan Young" userId="0d05c5b8-70c0-48c4-9720-582aed650fb7" providerId="ADAL" clId="{89BBCCF8-D395-4E00-A7D8-D8153F2B3CC8}" dt="2026-08-13T21:04:43.116" v="61" actId="478"/>
          <ac:spMkLst>
            <pc:docMk/>
            <pc:sldMk cId="2790498585" sldId="2147469678"/>
            <ac:spMk id="135" creationId="{ED161418-A505-B334-3133-07A04F421F75}"/>
          </ac:spMkLst>
        </pc:spChg>
        <pc:spChg chg="del">
          <ac:chgData name="Duncan Young" userId="0d05c5b8-70c0-48c4-9720-582aed650fb7" providerId="ADAL" clId="{89BBCCF8-D395-4E00-A7D8-D8153F2B3CC8}" dt="2026-08-13T21:04:43.116" v="61" actId="478"/>
          <ac:spMkLst>
            <pc:docMk/>
            <pc:sldMk cId="2790498585" sldId="2147469678"/>
            <ac:spMk id="139" creationId="{7C0A888E-329D-5A77-F3D2-489C5CAF2F1C}"/>
          </ac:spMkLst>
        </pc:spChg>
        <pc:spChg chg="del">
          <ac:chgData name="Duncan Young" userId="0d05c5b8-70c0-48c4-9720-582aed650fb7" providerId="ADAL" clId="{89BBCCF8-D395-4E00-A7D8-D8153F2B3CC8}" dt="2026-08-13T21:04:43.116" v="61" actId="478"/>
          <ac:spMkLst>
            <pc:docMk/>
            <pc:sldMk cId="2790498585" sldId="2147469678"/>
            <ac:spMk id="143" creationId="{AB97CA08-6279-7632-9C14-7D16E399D1F7}"/>
          </ac:spMkLst>
        </pc:spChg>
        <pc:spChg chg="del">
          <ac:chgData name="Duncan Young" userId="0d05c5b8-70c0-48c4-9720-582aed650fb7" providerId="ADAL" clId="{89BBCCF8-D395-4E00-A7D8-D8153F2B3CC8}" dt="2026-08-13T21:04:43.116" v="61" actId="478"/>
          <ac:spMkLst>
            <pc:docMk/>
            <pc:sldMk cId="2790498585" sldId="2147469678"/>
            <ac:spMk id="149" creationId="{D2B40E65-00DF-CCCF-F9DC-8BC99C6C5B5E}"/>
          </ac:spMkLst>
        </pc:spChg>
      </pc:sldChg>
      <pc:sldChg chg="addSp delSp modSp mod">
        <pc:chgData name="Duncan Young" userId="0d05c5b8-70c0-48c4-9720-582aed650fb7" providerId="ADAL" clId="{89BBCCF8-D395-4E00-A7D8-D8153F2B3CC8}" dt="2026-08-13T22:07:30.982" v="868" actId="478"/>
        <pc:sldMkLst>
          <pc:docMk/>
          <pc:sldMk cId="489587234" sldId="2147469682"/>
        </pc:sldMkLst>
        <pc:spChg chg="mod">
          <ac:chgData name="Duncan Young" userId="0d05c5b8-70c0-48c4-9720-582aed650fb7" providerId="ADAL" clId="{89BBCCF8-D395-4E00-A7D8-D8153F2B3CC8}" dt="2026-08-13T22:07:26.476" v="867" actId="1036"/>
          <ac:spMkLst>
            <pc:docMk/>
            <pc:sldMk cId="489587234" sldId="2147469682"/>
            <ac:spMk id="114" creationId="{45F1F271-A216-7CA6-6A67-740A0AD243E3}"/>
          </ac:spMkLst>
        </pc:spChg>
        <pc:spChg chg="mod">
          <ac:chgData name="Duncan Young" userId="0d05c5b8-70c0-48c4-9720-582aed650fb7" providerId="ADAL" clId="{89BBCCF8-D395-4E00-A7D8-D8153F2B3CC8}" dt="2026-08-13T22:07:26.476" v="867" actId="1036"/>
          <ac:spMkLst>
            <pc:docMk/>
            <pc:sldMk cId="489587234" sldId="2147469682"/>
            <ac:spMk id="128" creationId="{417E6382-2846-E4A6-3A83-98CF2253C04E}"/>
          </ac:spMkLst>
        </pc:spChg>
        <pc:spChg chg="mod">
          <ac:chgData name="Duncan Young" userId="0d05c5b8-70c0-48c4-9720-582aed650fb7" providerId="ADAL" clId="{89BBCCF8-D395-4E00-A7D8-D8153F2B3CC8}" dt="2026-08-13T22:07:26.476" v="867" actId="1036"/>
          <ac:spMkLst>
            <pc:docMk/>
            <pc:sldMk cId="489587234" sldId="2147469682"/>
            <ac:spMk id="130" creationId="{0DCD6CE5-A78F-82EE-6A22-A639D7493535}"/>
          </ac:spMkLst>
        </pc:spChg>
        <pc:spChg chg="mod">
          <ac:chgData name="Duncan Young" userId="0d05c5b8-70c0-48c4-9720-582aed650fb7" providerId="ADAL" clId="{89BBCCF8-D395-4E00-A7D8-D8153F2B3CC8}" dt="2026-08-13T22:07:26.476" v="867" actId="1036"/>
          <ac:spMkLst>
            <pc:docMk/>
            <pc:sldMk cId="489587234" sldId="2147469682"/>
            <ac:spMk id="132" creationId="{33C86F72-6B07-CEB8-7DD5-12A16DB74322}"/>
          </ac:spMkLst>
        </pc:spChg>
        <pc:spChg chg="mod">
          <ac:chgData name="Duncan Young" userId="0d05c5b8-70c0-48c4-9720-582aed650fb7" providerId="ADAL" clId="{89BBCCF8-D395-4E00-A7D8-D8153F2B3CC8}" dt="2026-08-13T22:07:26.476" v="867" actId="1036"/>
          <ac:spMkLst>
            <pc:docMk/>
            <pc:sldMk cId="489587234" sldId="2147469682"/>
            <ac:spMk id="136" creationId="{C13BFC91-32AA-84C4-1CE3-B0158461B2F5}"/>
          </ac:spMkLst>
        </pc:spChg>
        <pc:spChg chg="mod">
          <ac:chgData name="Duncan Young" userId="0d05c5b8-70c0-48c4-9720-582aed650fb7" providerId="ADAL" clId="{89BBCCF8-D395-4E00-A7D8-D8153F2B3CC8}" dt="2026-08-13T22:07:26.476" v="867" actId="1036"/>
          <ac:spMkLst>
            <pc:docMk/>
            <pc:sldMk cId="489587234" sldId="2147469682"/>
            <ac:spMk id="146" creationId="{530DC79A-6C57-8C60-6D79-88C9CCF5683D}"/>
          </ac:spMkLst>
        </pc:spChg>
        <pc:spChg chg="mod">
          <ac:chgData name="Duncan Young" userId="0d05c5b8-70c0-48c4-9720-582aed650fb7" providerId="ADAL" clId="{89BBCCF8-D395-4E00-A7D8-D8153F2B3CC8}" dt="2026-08-13T22:07:26.476" v="867" actId="1036"/>
          <ac:spMkLst>
            <pc:docMk/>
            <pc:sldMk cId="489587234" sldId="2147469682"/>
            <ac:spMk id="148" creationId="{210A98ED-2963-9228-6237-971BACB91209}"/>
          </ac:spMkLst>
        </pc:spChg>
        <pc:spChg chg="mod">
          <ac:chgData name="Duncan Young" userId="0d05c5b8-70c0-48c4-9720-582aed650fb7" providerId="ADAL" clId="{89BBCCF8-D395-4E00-A7D8-D8153F2B3CC8}" dt="2026-08-13T22:07:26.476" v="867" actId="1036"/>
          <ac:spMkLst>
            <pc:docMk/>
            <pc:sldMk cId="489587234" sldId="2147469682"/>
            <ac:spMk id="158" creationId="{7D230008-5EAD-CD8C-57F2-6B9897A00A55}"/>
          </ac:spMkLst>
        </pc:spChg>
        <pc:spChg chg="add del mod">
          <ac:chgData name="Duncan Young" userId="0d05c5b8-70c0-48c4-9720-582aed650fb7" providerId="ADAL" clId="{89BBCCF8-D395-4E00-A7D8-D8153F2B3CC8}" dt="2026-08-13T22:07:26.476" v="867" actId="1036"/>
          <ac:spMkLst>
            <pc:docMk/>
            <pc:sldMk cId="489587234" sldId="2147469682"/>
            <ac:spMk id="160" creationId="{7325077F-5B29-49B5-D61F-8BF050BD66BD}"/>
          </ac:spMkLst>
        </pc:spChg>
        <pc:spChg chg="mod">
          <ac:chgData name="Duncan Young" userId="0d05c5b8-70c0-48c4-9720-582aed650fb7" providerId="ADAL" clId="{89BBCCF8-D395-4E00-A7D8-D8153F2B3CC8}" dt="2026-08-13T22:06:47.739" v="843" actId="6549"/>
          <ac:spMkLst>
            <pc:docMk/>
            <pc:sldMk cId="489587234" sldId="2147469682"/>
            <ac:spMk id="162" creationId="{4D019EBF-884D-7462-BF77-A85798BEA802}"/>
          </ac:spMkLst>
        </pc:spChg>
        <pc:spChg chg="mod">
          <ac:chgData name="Duncan Young" userId="0d05c5b8-70c0-48c4-9720-582aed650fb7" providerId="ADAL" clId="{89BBCCF8-D395-4E00-A7D8-D8153F2B3CC8}" dt="2026-08-13T22:07:09.285" v="851" actId="20577"/>
          <ac:spMkLst>
            <pc:docMk/>
            <pc:sldMk cId="489587234" sldId="2147469682"/>
            <ac:spMk id="164" creationId="{7561446B-D5AA-93DA-EAE7-9F8A72F783DE}"/>
          </ac:spMkLst>
        </pc:spChg>
        <pc:spChg chg="mod">
          <ac:chgData name="Duncan Young" userId="0d05c5b8-70c0-48c4-9720-582aed650fb7" providerId="ADAL" clId="{89BBCCF8-D395-4E00-A7D8-D8153F2B3CC8}" dt="2026-08-13T22:07:26.476" v="867" actId="1036"/>
          <ac:spMkLst>
            <pc:docMk/>
            <pc:sldMk cId="489587234" sldId="2147469682"/>
            <ac:spMk id="166" creationId="{216E4085-9997-5123-F2A1-6AEE0CF6EE6A}"/>
          </ac:spMkLst>
        </pc:spChg>
        <pc:spChg chg="mod">
          <ac:chgData name="Duncan Young" userId="0d05c5b8-70c0-48c4-9720-582aed650fb7" providerId="ADAL" clId="{89BBCCF8-D395-4E00-A7D8-D8153F2B3CC8}" dt="2026-08-13T22:07:16.818" v="854" actId="20577"/>
          <ac:spMkLst>
            <pc:docMk/>
            <pc:sldMk cId="489587234" sldId="2147469682"/>
            <ac:spMk id="170" creationId="{1CE3D664-A91E-9B0D-A7DE-6FD03BCC432A}"/>
          </ac:spMkLst>
        </pc:spChg>
        <pc:spChg chg="del">
          <ac:chgData name="Duncan Young" userId="0d05c5b8-70c0-48c4-9720-582aed650fb7" providerId="ADAL" clId="{89BBCCF8-D395-4E00-A7D8-D8153F2B3CC8}" dt="2026-08-13T22:07:20.035" v="857" actId="478"/>
          <ac:spMkLst>
            <pc:docMk/>
            <pc:sldMk cId="489587234" sldId="2147469682"/>
            <ac:spMk id="172" creationId="{16C354FD-1320-4CF6-2689-43A5377BC9B2}"/>
          </ac:spMkLst>
        </pc:spChg>
        <pc:spChg chg="del mod">
          <ac:chgData name="Duncan Young" userId="0d05c5b8-70c0-48c4-9720-582aed650fb7" providerId="ADAL" clId="{89BBCCF8-D395-4E00-A7D8-D8153F2B3CC8}" dt="2026-08-13T22:07:30.982" v="868" actId="478"/>
          <ac:spMkLst>
            <pc:docMk/>
            <pc:sldMk cId="489587234" sldId="2147469682"/>
            <ac:spMk id="174" creationId="{8E497C1D-C22C-022E-9806-1F416F1253FD}"/>
          </ac:spMkLst>
        </pc:spChg>
        <pc:spChg chg="del">
          <ac:chgData name="Duncan Young" userId="0d05c5b8-70c0-48c4-9720-582aed650fb7" providerId="ADAL" clId="{89BBCCF8-D395-4E00-A7D8-D8153F2B3CC8}" dt="2026-08-13T22:07:19.430" v="856" actId="478"/>
          <ac:spMkLst>
            <pc:docMk/>
            <pc:sldMk cId="489587234" sldId="2147469682"/>
            <ac:spMk id="176" creationId="{0CFC529A-E6AE-36B0-0EDD-7D405CC3B0FD}"/>
          </ac:spMkLst>
        </pc:spChg>
        <pc:spChg chg="del mod">
          <ac:chgData name="Duncan Young" userId="0d05c5b8-70c0-48c4-9720-582aed650fb7" providerId="ADAL" clId="{89BBCCF8-D395-4E00-A7D8-D8153F2B3CC8}" dt="2026-08-13T22:07:30.982" v="868" actId="478"/>
          <ac:spMkLst>
            <pc:docMk/>
            <pc:sldMk cId="489587234" sldId="2147469682"/>
            <ac:spMk id="178" creationId="{31BB19DF-968C-ED68-D12B-B5F3F51ABC7A}"/>
          </ac:spMkLst>
        </pc:spChg>
        <pc:spChg chg="del">
          <ac:chgData name="Duncan Young" userId="0d05c5b8-70c0-48c4-9720-582aed650fb7" providerId="ADAL" clId="{89BBCCF8-D395-4E00-A7D8-D8153F2B3CC8}" dt="2026-08-13T22:07:18.820" v="855" actId="478"/>
          <ac:spMkLst>
            <pc:docMk/>
            <pc:sldMk cId="489587234" sldId="2147469682"/>
            <ac:spMk id="180" creationId="{A20A0438-B0F1-7CF9-8B08-4569F25D316A}"/>
          </ac:spMkLst>
        </pc:spChg>
        <pc:spChg chg="del mod">
          <ac:chgData name="Duncan Young" userId="0d05c5b8-70c0-48c4-9720-582aed650fb7" providerId="ADAL" clId="{89BBCCF8-D395-4E00-A7D8-D8153F2B3CC8}" dt="2026-08-13T22:07:30.982" v="868" actId="478"/>
          <ac:spMkLst>
            <pc:docMk/>
            <pc:sldMk cId="489587234" sldId="2147469682"/>
            <ac:spMk id="182" creationId="{C3FDFA74-1F71-CCCF-BAD7-9E95C50BE270}"/>
          </ac:spMkLst>
        </pc:spChg>
      </pc:sldChg>
      <pc:sldChg chg="del">
        <pc:chgData name="Duncan Young" userId="0d05c5b8-70c0-48c4-9720-582aed650fb7" providerId="ADAL" clId="{89BBCCF8-D395-4E00-A7D8-D8153F2B3CC8}" dt="2026-08-13T21:50:52.228" v="774" actId="47"/>
        <pc:sldMkLst>
          <pc:docMk/>
          <pc:sldMk cId="3904805035" sldId="2147469683"/>
        </pc:sldMkLst>
      </pc:sldChg>
      <pc:sldChg chg="del">
        <pc:chgData name="Duncan Young" userId="0d05c5b8-70c0-48c4-9720-582aed650fb7" providerId="ADAL" clId="{89BBCCF8-D395-4E00-A7D8-D8153F2B3CC8}" dt="2026-08-13T22:01:56.907" v="800" actId="47"/>
        <pc:sldMkLst>
          <pc:docMk/>
          <pc:sldMk cId="4277376337" sldId="2147469684"/>
        </pc:sldMkLst>
      </pc:sldChg>
      <pc:sldChg chg="addSp delSp modSp mod">
        <pc:chgData name="Duncan Young" userId="0d05c5b8-70c0-48c4-9720-582aed650fb7" providerId="ADAL" clId="{89BBCCF8-D395-4E00-A7D8-D8153F2B3CC8}" dt="2026-08-13T22:16:46.573" v="1012" actId="1076"/>
        <pc:sldMkLst>
          <pc:docMk/>
          <pc:sldMk cId="2620216252" sldId="2147469688"/>
        </pc:sldMkLst>
        <pc:spChg chg="add mod">
          <ac:chgData name="Duncan Young" userId="0d05c5b8-70c0-48c4-9720-582aed650fb7" providerId="ADAL" clId="{89BBCCF8-D395-4E00-A7D8-D8153F2B3CC8}" dt="2026-08-13T22:15:44.383" v="994" actId="1035"/>
          <ac:spMkLst>
            <pc:docMk/>
            <pc:sldMk cId="2620216252" sldId="2147469688"/>
            <ac:spMk id="3" creationId="{C822784E-C769-7305-86A3-4E8EAE4C4F72}"/>
          </ac:spMkLst>
        </pc:spChg>
        <pc:spChg chg="del mod">
          <ac:chgData name="Duncan Young" userId="0d05c5b8-70c0-48c4-9720-582aed650fb7" providerId="ADAL" clId="{89BBCCF8-D395-4E00-A7D8-D8153F2B3CC8}" dt="2026-08-13T22:15:36.163" v="980" actId="478"/>
          <ac:spMkLst>
            <pc:docMk/>
            <pc:sldMk cId="2620216252" sldId="2147469688"/>
            <ac:spMk id="4" creationId="{505BC62A-532A-16E3-9562-C4726310BD79}"/>
          </ac:spMkLst>
        </pc:spChg>
        <pc:spChg chg="add mod">
          <ac:chgData name="Duncan Young" userId="0d05c5b8-70c0-48c4-9720-582aed650fb7" providerId="ADAL" clId="{89BBCCF8-D395-4E00-A7D8-D8153F2B3CC8}" dt="2026-08-13T22:09:31.122" v="873" actId="1076"/>
          <ac:spMkLst>
            <pc:docMk/>
            <pc:sldMk cId="2620216252" sldId="2147469688"/>
            <ac:spMk id="6" creationId="{141803C5-BAB5-82B1-7466-BD49FDAA6D33}"/>
          </ac:spMkLst>
        </pc:spChg>
        <pc:spChg chg="del">
          <ac:chgData name="Duncan Young" userId="0d05c5b8-70c0-48c4-9720-582aed650fb7" providerId="ADAL" clId="{89BBCCF8-D395-4E00-A7D8-D8153F2B3CC8}" dt="2026-08-13T22:09:15.289" v="870" actId="478"/>
          <ac:spMkLst>
            <pc:docMk/>
            <pc:sldMk cId="2620216252" sldId="2147469688"/>
            <ac:spMk id="7" creationId="{FDE43EF0-C886-162D-FE36-C7E275406488}"/>
          </ac:spMkLst>
        </pc:spChg>
        <pc:spChg chg="add mod">
          <ac:chgData name="Duncan Young" userId="0d05c5b8-70c0-48c4-9720-582aed650fb7" providerId="ADAL" clId="{89BBCCF8-D395-4E00-A7D8-D8153F2B3CC8}" dt="2026-08-13T22:15:44.383" v="994" actId="1035"/>
          <ac:spMkLst>
            <pc:docMk/>
            <pc:sldMk cId="2620216252" sldId="2147469688"/>
            <ac:spMk id="10" creationId="{7E9DA10F-CFE8-525C-DD36-251870E20151}"/>
          </ac:spMkLst>
        </pc:spChg>
        <pc:spChg chg="del">
          <ac:chgData name="Duncan Young" userId="0d05c5b8-70c0-48c4-9720-582aed650fb7" providerId="ADAL" clId="{89BBCCF8-D395-4E00-A7D8-D8153F2B3CC8}" dt="2026-08-13T22:09:15.289" v="870" actId="478"/>
          <ac:spMkLst>
            <pc:docMk/>
            <pc:sldMk cId="2620216252" sldId="2147469688"/>
            <ac:spMk id="11" creationId="{22CCE124-3962-B126-ED5D-054D99E38008}"/>
          </ac:spMkLst>
        </pc:spChg>
        <pc:spChg chg="add mod">
          <ac:chgData name="Duncan Young" userId="0d05c5b8-70c0-48c4-9720-582aed650fb7" providerId="ADAL" clId="{89BBCCF8-D395-4E00-A7D8-D8153F2B3CC8}" dt="2026-08-13T22:15:44.383" v="994" actId="1035"/>
          <ac:spMkLst>
            <pc:docMk/>
            <pc:sldMk cId="2620216252" sldId="2147469688"/>
            <ac:spMk id="13" creationId="{B80C41A7-E729-4B3C-F10B-B21E901E636E}"/>
          </ac:spMkLst>
        </pc:spChg>
        <pc:spChg chg="del">
          <ac:chgData name="Duncan Young" userId="0d05c5b8-70c0-48c4-9720-582aed650fb7" providerId="ADAL" clId="{89BBCCF8-D395-4E00-A7D8-D8153F2B3CC8}" dt="2026-08-13T22:09:15.289" v="870" actId="478"/>
          <ac:spMkLst>
            <pc:docMk/>
            <pc:sldMk cId="2620216252" sldId="2147469688"/>
            <ac:spMk id="14" creationId="{8C714A59-DA1F-D327-6396-1392187B9A30}"/>
          </ac:spMkLst>
        </pc:spChg>
        <pc:spChg chg="add mod">
          <ac:chgData name="Duncan Young" userId="0d05c5b8-70c0-48c4-9720-582aed650fb7" providerId="ADAL" clId="{89BBCCF8-D395-4E00-A7D8-D8153F2B3CC8}" dt="2026-08-13T22:15:44.383" v="994" actId="1035"/>
          <ac:spMkLst>
            <pc:docMk/>
            <pc:sldMk cId="2620216252" sldId="2147469688"/>
            <ac:spMk id="16" creationId="{E8AB5A77-FE14-C799-7698-34C6A8DEA695}"/>
          </ac:spMkLst>
        </pc:spChg>
        <pc:spChg chg="mod">
          <ac:chgData name="Duncan Young" userId="0d05c5b8-70c0-48c4-9720-582aed650fb7" providerId="ADAL" clId="{89BBCCF8-D395-4E00-A7D8-D8153F2B3CC8}" dt="2026-08-13T22:15:44.383" v="994" actId="1035"/>
          <ac:spMkLst>
            <pc:docMk/>
            <pc:sldMk cId="2620216252" sldId="2147469688"/>
            <ac:spMk id="17" creationId="{F12DAA28-BEDA-F5C2-965A-28AE95C507C0}"/>
          </ac:spMkLst>
        </pc:spChg>
        <pc:spChg chg="add mod">
          <ac:chgData name="Duncan Young" userId="0d05c5b8-70c0-48c4-9720-582aed650fb7" providerId="ADAL" clId="{89BBCCF8-D395-4E00-A7D8-D8153F2B3CC8}" dt="2026-08-13T22:12:29.739" v="956" actId="1037"/>
          <ac:spMkLst>
            <pc:docMk/>
            <pc:sldMk cId="2620216252" sldId="2147469688"/>
            <ac:spMk id="19" creationId="{C00AF652-2E74-2154-13CB-FE2C4D43EE59}"/>
          </ac:spMkLst>
        </pc:spChg>
        <pc:spChg chg="del">
          <ac:chgData name="Duncan Young" userId="0d05c5b8-70c0-48c4-9720-582aed650fb7" providerId="ADAL" clId="{89BBCCF8-D395-4E00-A7D8-D8153F2B3CC8}" dt="2026-08-13T22:09:39.721" v="874" actId="478"/>
          <ac:spMkLst>
            <pc:docMk/>
            <pc:sldMk cId="2620216252" sldId="2147469688"/>
            <ac:spMk id="21" creationId="{F40019D8-E6B6-FB66-4CC9-78120A7E71F7}"/>
          </ac:spMkLst>
        </pc:spChg>
        <pc:spChg chg="add mod">
          <ac:chgData name="Duncan Young" userId="0d05c5b8-70c0-48c4-9720-582aed650fb7" providerId="ADAL" clId="{89BBCCF8-D395-4E00-A7D8-D8153F2B3CC8}" dt="2026-08-13T22:15:44.383" v="994" actId="1035"/>
          <ac:spMkLst>
            <pc:docMk/>
            <pc:sldMk cId="2620216252" sldId="2147469688"/>
            <ac:spMk id="22" creationId="{F5B3030B-AD92-E541-3E31-7EA9BD3910CD}"/>
          </ac:spMkLst>
        </pc:spChg>
        <pc:spChg chg="del">
          <ac:chgData name="Duncan Young" userId="0d05c5b8-70c0-48c4-9720-582aed650fb7" providerId="ADAL" clId="{89BBCCF8-D395-4E00-A7D8-D8153F2B3CC8}" dt="2026-08-13T22:10:12.313" v="878" actId="478"/>
          <ac:spMkLst>
            <pc:docMk/>
            <pc:sldMk cId="2620216252" sldId="2147469688"/>
            <ac:spMk id="24" creationId="{707FE261-1D6C-C5EB-6376-8CFA903F25FF}"/>
          </ac:spMkLst>
        </pc:spChg>
        <pc:spChg chg="add mod">
          <ac:chgData name="Duncan Young" userId="0d05c5b8-70c0-48c4-9720-582aed650fb7" providerId="ADAL" clId="{89BBCCF8-D395-4E00-A7D8-D8153F2B3CC8}" dt="2026-08-13T22:15:44.383" v="994" actId="1035"/>
          <ac:spMkLst>
            <pc:docMk/>
            <pc:sldMk cId="2620216252" sldId="2147469688"/>
            <ac:spMk id="25" creationId="{55A0C4B0-E830-BFB4-9D4B-F5F70CFEB857}"/>
          </ac:spMkLst>
        </pc:spChg>
        <pc:spChg chg="del">
          <ac:chgData name="Duncan Young" userId="0d05c5b8-70c0-48c4-9720-582aed650fb7" providerId="ADAL" clId="{89BBCCF8-D395-4E00-A7D8-D8153F2B3CC8}" dt="2026-08-13T22:10:12.313" v="878" actId="478"/>
          <ac:spMkLst>
            <pc:docMk/>
            <pc:sldMk cId="2620216252" sldId="2147469688"/>
            <ac:spMk id="27" creationId="{85EB373A-D3DD-2C36-EF67-D8E11379DA7E}"/>
          </ac:spMkLst>
        </pc:spChg>
        <pc:spChg chg="add mod">
          <ac:chgData name="Duncan Young" userId="0d05c5b8-70c0-48c4-9720-582aed650fb7" providerId="ADAL" clId="{89BBCCF8-D395-4E00-A7D8-D8153F2B3CC8}" dt="2026-08-13T22:12:02.433" v="926" actId="14100"/>
          <ac:spMkLst>
            <pc:docMk/>
            <pc:sldMk cId="2620216252" sldId="2147469688"/>
            <ac:spMk id="28" creationId="{24AD742F-14F1-6076-B3B4-619FFE73B696}"/>
          </ac:spMkLst>
        </pc:spChg>
        <pc:spChg chg="mod">
          <ac:chgData name="Duncan Young" userId="0d05c5b8-70c0-48c4-9720-582aed650fb7" providerId="ADAL" clId="{89BBCCF8-D395-4E00-A7D8-D8153F2B3CC8}" dt="2026-08-13T22:15:44.383" v="994" actId="1035"/>
          <ac:spMkLst>
            <pc:docMk/>
            <pc:sldMk cId="2620216252" sldId="2147469688"/>
            <ac:spMk id="30" creationId="{0B67DBAF-0D9B-1247-09A9-79296B40DC1D}"/>
          </ac:spMkLst>
        </pc:spChg>
        <pc:spChg chg="add mod">
          <ac:chgData name="Duncan Young" userId="0d05c5b8-70c0-48c4-9720-582aed650fb7" providerId="ADAL" clId="{89BBCCF8-D395-4E00-A7D8-D8153F2B3CC8}" dt="2026-08-13T22:10:25.892" v="879" actId="1076"/>
          <ac:spMkLst>
            <pc:docMk/>
            <pc:sldMk cId="2620216252" sldId="2147469688"/>
            <ac:spMk id="31" creationId="{A12D802E-857F-43A7-B0DE-8552FB9C3DC7}"/>
          </ac:spMkLst>
        </pc:spChg>
        <pc:spChg chg="del">
          <ac:chgData name="Duncan Young" userId="0d05c5b8-70c0-48c4-9720-582aed650fb7" providerId="ADAL" clId="{89BBCCF8-D395-4E00-A7D8-D8153F2B3CC8}" dt="2026-08-13T22:09:41.943" v="875" actId="478"/>
          <ac:spMkLst>
            <pc:docMk/>
            <pc:sldMk cId="2620216252" sldId="2147469688"/>
            <ac:spMk id="33" creationId="{86B3F7DB-CA0A-34B5-4E3B-7B6843BF4500}"/>
          </ac:spMkLst>
        </pc:spChg>
        <pc:spChg chg="add mod">
          <ac:chgData name="Duncan Young" userId="0d05c5b8-70c0-48c4-9720-582aed650fb7" providerId="ADAL" clId="{89BBCCF8-D395-4E00-A7D8-D8153F2B3CC8}" dt="2026-08-13T22:13:02.371" v="963" actId="20577"/>
          <ac:spMkLst>
            <pc:docMk/>
            <pc:sldMk cId="2620216252" sldId="2147469688"/>
            <ac:spMk id="34" creationId="{08E1975C-9630-9B0D-A671-384EFBCE9311}"/>
          </ac:spMkLst>
        </pc:spChg>
        <pc:spChg chg="add mod">
          <ac:chgData name="Duncan Young" userId="0d05c5b8-70c0-48c4-9720-582aed650fb7" providerId="ADAL" clId="{89BBCCF8-D395-4E00-A7D8-D8153F2B3CC8}" dt="2026-08-13T22:14:56.448" v="979" actId="20577"/>
          <ac:spMkLst>
            <pc:docMk/>
            <pc:sldMk cId="2620216252" sldId="2147469688"/>
            <ac:spMk id="36" creationId="{389E97FE-4201-45B7-6496-ECC30409DB91}"/>
          </ac:spMkLst>
        </pc:spChg>
        <pc:spChg chg="mod">
          <ac:chgData name="Duncan Young" userId="0d05c5b8-70c0-48c4-9720-582aed650fb7" providerId="ADAL" clId="{89BBCCF8-D395-4E00-A7D8-D8153F2B3CC8}" dt="2026-08-13T22:12:29.739" v="956" actId="1037"/>
          <ac:spMkLst>
            <pc:docMk/>
            <pc:sldMk cId="2620216252" sldId="2147469688"/>
            <ac:spMk id="37" creationId="{AFFDA4CA-5795-583F-73B0-7CC823EA0492}"/>
          </ac:spMkLst>
        </pc:spChg>
        <pc:spChg chg="add mod">
          <ac:chgData name="Duncan Young" userId="0d05c5b8-70c0-48c4-9720-582aed650fb7" providerId="ADAL" clId="{89BBCCF8-D395-4E00-A7D8-D8153F2B3CC8}" dt="2026-08-13T22:15:44.383" v="994" actId="1035"/>
          <ac:spMkLst>
            <pc:docMk/>
            <pc:sldMk cId="2620216252" sldId="2147469688"/>
            <ac:spMk id="39" creationId="{FF4EFADA-8214-D869-D1E2-B99AFEDF0D2F}"/>
          </ac:spMkLst>
        </pc:spChg>
        <pc:spChg chg="mod">
          <ac:chgData name="Duncan Young" userId="0d05c5b8-70c0-48c4-9720-582aed650fb7" providerId="ADAL" clId="{89BBCCF8-D395-4E00-A7D8-D8153F2B3CC8}" dt="2026-08-13T22:10:25.892" v="879" actId="1076"/>
          <ac:spMkLst>
            <pc:docMk/>
            <pc:sldMk cId="2620216252" sldId="2147469688"/>
            <ac:spMk id="40" creationId="{0B13EF6B-2CFE-F2E5-CDFD-FEE1E74E54A7}"/>
          </ac:spMkLst>
        </pc:spChg>
        <pc:spChg chg="add mod">
          <ac:chgData name="Duncan Young" userId="0d05c5b8-70c0-48c4-9720-582aed650fb7" providerId="ADAL" clId="{89BBCCF8-D395-4E00-A7D8-D8153F2B3CC8}" dt="2026-08-13T22:12:39.570" v="960" actId="1037"/>
          <ac:spMkLst>
            <pc:docMk/>
            <pc:sldMk cId="2620216252" sldId="2147469688"/>
            <ac:spMk id="42" creationId="{39D90AC3-4E45-990C-2BCB-C520254018E2}"/>
          </ac:spMkLst>
        </pc:spChg>
        <pc:spChg chg="mod">
          <ac:chgData name="Duncan Young" userId="0d05c5b8-70c0-48c4-9720-582aed650fb7" providerId="ADAL" clId="{89BBCCF8-D395-4E00-A7D8-D8153F2B3CC8}" dt="2026-08-13T22:15:44.383" v="994" actId="1035"/>
          <ac:spMkLst>
            <pc:docMk/>
            <pc:sldMk cId="2620216252" sldId="2147469688"/>
            <ac:spMk id="43" creationId="{11D66F57-7B17-E083-7A33-770D22413350}"/>
          </ac:spMkLst>
        </pc:spChg>
        <pc:spChg chg="del">
          <ac:chgData name="Duncan Young" userId="0d05c5b8-70c0-48c4-9720-582aed650fb7" providerId="ADAL" clId="{89BBCCF8-D395-4E00-A7D8-D8153F2B3CC8}" dt="2026-08-13T22:09:42.663" v="876" actId="478"/>
          <ac:spMkLst>
            <pc:docMk/>
            <pc:sldMk cId="2620216252" sldId="2147469688"/>
            <ac:spMk id="45" creationId="{9FE0F1FC-EA7A-0353-063F-AD1650F37EA9}"/>
          </ac:spMkLst>
        </pc:spChg>
        <pc:spChg chg="add mod">
          <ac:chgData name="Duncan Young" userId="0d05c5b8-70c0-48c4-9720-582aed650fb7" providerId="ADAL" clId="{89BBCCF8-D395-4E00-A7D8-D8153F2B3CC8}" dt="2026-08-13T22:13:21.764" v="966" actId="20577"/>
          <ac:spMkLst>
            <pc:docMk/>
            <pc:sldMk cId="2620216252" sldId="2147469688"/>
            <ac:spMk id="46" creationId="{B09C326F-D258-DA0A-C4E8-F6FDFE55FEDB}"/>
          </ac:spMkLst>
        </pc:spChg>
        <pc:spChg chg="del">
          <ac:chgData name="Duncan Young" userId="0d05c5b8-70c0-48c4-9720-582aed650fb7" providerId="ADAL" clId="{89BBCCF8-D395-4E00-A7D8-D8153F2B3CC8}" dt="2026-08-13T22:10:32.543" v="880" actId="478"/>
          <ac:spMkLst>
            <pc:docMk/>
            <pc:sldMk cId="2620216252" sldId="2147469688"/>
            <ac:spMk id="49" creationId="{7F7A02F9-FA8E-2B03-0A5A-973A977ED64A}"/>
          </ac:spMkLst>
        </pc:spChg>
        <pc:spChg chg="add mod">
          <ac:chgData name="Duncan Young" userId="0d05c5b8-70c0-48c4-9720-582aed650fb7" providerId="ADAL" clId="{89BBCCF8-D395-4E00-A7D8-D8153F2B3CC8}" dt="2026-08-13T22:14:52.621" v="977" actId="20577"/>
          <ac:spMkLst>
            <pc:docMk/>
            <pc:sldMk cId="2620216252" sldId="2147469688"/>
            <ac:spMk id="50" creationId="{6F71B853-1320-1725-B6D3-F4B053DBAAF2}"/>
          </ac:spMkLst>
        </pc:spChg>
        <pc:spChg chg="mod">
          <ac:chgData name="Duncan Young" userId="0d05c5b8-70c0-48c4-9720-582aed650fb7" providerId="ADAL" clId="{89BBCCF8-D395-4E00-A7D8-D8153F2B3CC8}" dt="2026-08-13T22:16:37.379" v="1011" actId="14100"/>
          <ac:spMkLst>
            <pc:docMk/>
            <pc:sldMk cId="2620216252" sldId="2147469688"/>
            <ac:spMk id="51" creationId="{D200D262-6834-53E1-4057-61A5165E892C}"/>
          </ac:spMkLst>
        </pc:spChg>
        <pc:spChg chg="mod">
          <ac:chgData name="Duncan Young" userId="0d05c5b8-70c0-48c4-9720-582aed650fb7" providerId="ADAL" clId="{89BBCCF8-D395-4E00-A7D8-D8153F2B3CC8}" dt="2026-08-13T22:16:28.377" v="1009" actId="1076"/>
          <ac:spMkLst>
            <pc:docMk/>
            <pc:sldMk cId="2620216252" sldId="2147469688"/>
            <ac:spMk id="53" creationId="{F8B1C449-80C2-12E7-01B5-264D40BAED1A}"/>
          </ac:spMkLst>
        </pc:spChg>
        <pc:spChg chg="mod">
          <ac:chgData name="Duncan Young" userId="0d05c5b8-70c0-48c4-9720-582aed650fb7" providerId="ADAL" clId="{89BBCCF8-D395-4E00-A7D8-D8153F2B3CC8}" dt="2026-08-13T22:16:46.573" v="1012" actId="1076"/>
          <ac:spMkLst>
            <pc:docMk/>
            <pc:sldMk cId="2620216252" sldId="2147469688"/>
            <ac:spMk id="57" creationId="{4852E461-D6E8-4E7F-E1B9-048721968151}"/>
          </ac:spMkLst>
        </pc:spChg>
      </pc:sldChg>
      <pc:sldChg chg="del">
        <pc:chgData name="Duncan Young" userId="0d05c5b8-70c0-48c4-9720-582aed650fb7" providerId="ADAL" clId="{89BBCCF8-D395-4E00-A7D8-D8153F2B3CC8}" dt="2026-08-13T22:17:23.114" v="1014" actId="47"/>
        <pc:sldMkLst>
          <pc:docMk/>
          <pc:sldMk cId="2337471154" sldId="2147469689"/>
        </pc:sldMkLst>
      </pc:sldChg>
      <pc:sldChg chg="addSp delSp modSp mod">
        <pc:chgData name="Duncan Young" userId="0d05c5b8-70c0-48c4-9720-582aed650fb7" providerId="ADAL" clId="{89BBCCF8-D395-4E00-A7D8-D8153F2B3CC8}" dt="2026-08-13T22:29:34.329" v="1178" actId="20577"/>
        <pc:sldMkLst>
          <pc:docMk/>
          <pc:sldMk cId="2462562569" sldId="2147469690"/>
        </pc:sldMkLst>
        <pc:spChg chg="mod">
          <ac:chgData name="Duncan Young" userId="0d05c5b8-70c0-48c4-9720-582aed650fb7" providerId="ADAL" clId="{89BBCCF8-D395-4E00-A7D8-D8153F2B3CC8}" dt="2026-08-13T22:23:57.078" v="1081"/>
          <ac:spMkLst>
            <pc:docMk/>
            <pc:sldMk cId="2462562569" sldId="2147469690"/>
            <ac:spMk id="5" creationId="{8722BA29-5577-979C-5361-7913D94E66C5}"/>
          </ac:spMkLst>
        </pc:spChg>
        <pc:spChg chg="del mod">
          <ac:chgData name="Duncan Young" userId="0d05c5b8-70c0-48c4-9720-582aed650fb7" providerId="ADAL" clId="{89BBCCF8-D395-4E00-A7D8-D8153F2B3CC8}" dt="2026-08-13T22:23:15.244" v="1065" actId="478"/>
          <ac:spMkLst>
            <pc:docMk/>
            <pc:sldMk cId="2462562569" sldId="2147469690"/>
            <ac:spMk id="7" creationId="{20C41C0C-2769-D11E-7365-517EF84EEBBB}"/>
          </ac:spMkLst>
        </pc:spChg>
        <pc:spChg chg="mod">
          <ac:chgData name="Duncan Young" userId="0d05c5b8-70c0-48c4-9720-582aed650fb7" providerId="ADAL" clId="{89BBCCF8-D395-4E00-A7D8-D8153F2B3CC8}" dt="2026-08-13T22:29:34.329" v="1178" actId="20577"/>
          <ac:spMkLst>
            <pc:docMk/>
            <pc:sldMk cId="2462562569" sldId="2147469690"/>
            <ac:spMk id="8" creationId="{0E769062-284C-12A0-2D02-2C1986218455}"/>
          </ac:spMkLst>
        </pc:spChg>
        <pc:spChg chg="del mod">
          <ac:chgData name="Duncan Young" userId="0d05c5b8-70c0-48c4-9720-582aed650fb7" providerId="ADAL" clId="{89BBCCF8-D395-4E00-A7D8-D8153F2B3CC8}" dt="2026-08-13T22:23:15.244" v="1065" actId="478"/>
          <ac:spMkLst>
            <pc:docMk/>
            <pc:sldMk cId="2462562569" sldId="2147469690"/>
            <ac:spMk id="11" creationId="{A51407D2-CF00-27ED-6506-0372BE082CC2}"/>
          </ac:spMkLst>
        </pc:spChg>
        <pc:spChg chg="del">
          <ac:chgData name="Duncan Young" userId="0d05c5b8-70c0-48c4-9720-582aed650fb7" providerId="ADAL" clId="{89BBCCF8-D395-4E00-A7D8-D8153F2B3CC8}" dt="2026-08-13T22:23:15.244" v="1065" actId="478"/>
          <ac:spMkLst>
            <pc:docMk/>
            <pc:sldMk cId="2462562569" sldId="2147469690"/>
            <ac:spMk id="20" creationId="{6CAEE417-B439-DB76-2223-30B5F5E23575}"/>
          </ac:spMkLst>
        </pc:spChg>
        <pc:spChg chg="del">
          <ac:chgData name="Duncan Young" userId="0d05c5b8-70c0-48c4-9720-582aed650fb7" providerId="ADAL" clId="{89BBCCF8-D395-4E00-A7D8-D8153F2B3CC8}" dt="2026-08-13T22:23:15.244" v="1065" actId="478"/>
          <ac:spMkLst>
            <pc:docMk/>
            <pc:sldMk cId="2462562569" sldId="2147469690"/>
            <ac:spMk id="26" creationId="{AC7F4FF3-8DC1-56BC-21C0-000182A0190E}"/>
          </ac:spMkLst>
        </pc:spChg>
        <pc:spChg chg="del">
          <ac:chgData name="Duncan Young" userId="0d05c5b8-70c0-48c4-9720-582aed650fb7" providerId="ADAL" clId="{89BBCCF8-D395-4E00-A7D8-D8153F2B3CC8}" dt="2026-08-13T22:23:15.244" v="1065" actId="478"/>
          <ac:spMkLst>
            <pc:docMk/>
            <pc:sldMk cId="2462562569" sldId="2147469690"/>
            <ac:spMk id="29" creationId="{738310DE-A448-C41C-113F-C77EEA89706E}"/>
          </ac:spMkLst>
        </pc:spChg>
        <pc:spChg chg="del">
          <ac:chgData name="Duncan Young" userId="0d05c5b8-70c0-48c4-9720-582aed650fb7" providerId="ADAL" clId="{89BBCCF8-D395-4E00-A7D8-D8153F2B3CC8}" dt="2026-08-13T22:23:15.244" v="1065" actId="478"/>
          <ac:spMkLst>
            <pc:docMk/>
            <pc:sldMk cId="2462562569" sldId="2147469690"/>
            <ac:spMk id="32" creationId="{F045776D-D615-95E5-B29F-C153C0D32E7D}"/>
          </ac:spMkLst>
        </pc:spChg>
        <pc:spChg chg="add mod">
          <ac:chgData name="Duncan Young" userId="0d05c5b8-70c0-48c4-9720-582aed650fb7" providerId="ADAL" clId="{89BBCCF8-D395-4E00-A7D8-D8153F2B3CC8}" dt="2026-08-13T22:23:26.530" v="1067" actId="1076"/>
          <ac:spMkLst>
            <pc:docMk/>
            <pc:sldMk cId="2462562569" sldId="2147469690"/>
            <ac:spMk id="33" creationId="{D59A18B5-5A50-1ADA-38FE-CD61499B35E0}"/>
          </ac:spMkLst>
        </pc:spChg>
        <pc:spChg chg="add mod">
          <ac:chgData name="Duncan Young" userId="0d05c5b8-70c0-48c4-9720-582aed650fb7" providerId="ADAL" clId="{89BBCCF8-D395-4E00-A7D8-D8153F2B3CC8}" dt="2026-08-13T22:23:26.530" v="1067" actId="1076"/>
          <ac:spMkLst>
            <pc:docMk/>
            <pc:sldMk cId="2462562569" sldId="2147469690"/>
            <ac:spMk id="39" creationId="{C7911A70-37B1-C028-0066-9D2DBB078B32}"/>
          </ac:spMkLst>
        </pc:spChg>
        <pc:spChg chg="del">
          <ac:chgData name="Duncan Young" userId="0d05c5b8-70c0-48c4-9720-582aed650fb7" providerId="ADAL" clId="{89BBCCF8-D395-4E00-A7D8-D8153F2B3CC8}" dt="2026-08-13T22:23:15.244" v="1065" actId="478"/>
          <ac:spMkLst>
            <pc:docMk/>
            <pc:sldMk cId="2462562569" sldId="2147469690"/>
            <ac:spMk id="41" creationId="{046D2F3A-83BE-1573-CBA1-BF33ED223F82}"/>
          </ac:spMkLst>
        </pc:spChg>
        <pc:spChg chg="add mod">
          <ac:chgData name="Duncan Young" userId="0d05c5b8-70c0-48c4-9720-582aed650fb7" providerId="ADAL" clId="{89BBCCF8-D395-4E00-A7D8-D8153F2B3CC8}" dt="2026-08-13T22:23:26.530" v="1067" actId="1076"/>
          <ac:spMkLst>
            <pc:docMk/>
            <pc:sldMk cId="2462562569" sldId="2147469690"/>
            <ac:spMk id="48" creationId="{75ADFEE9-7FA2-E0E9-5C9F-787AFED244CC}"/>
          </ac:spMkLst>
        </pc:spChg>
        <pc:spChg chg="add mod">
          <ac:chgData name="Duncan Young" userId="0d05c5b8-70c0-48c4-9720-582aed650fb7" providerId="ADAL" clId="{89BBCCF8-D395-4E00-A7D8-D8153F2B3CC8}" dt="2026-08-13T22:23:26.530" v="1067" actId="1076"/>
          <ac:spMkLst>
            <pc:docMk/>
            <pc:sldMk cId="2462562569" sldId="2147469690"/>
            <ac:spMk id="51" creationId="{8F5AF8BB-7A7C-412B-2ACC-F62EDD34F545}"/>
          </ac:spMkLst>
        </pc:spChg>
        <pc:spChg chg="del">
          <ac:chgData name="Duncan Young" userId="0d05c5b8-70c0-48c4-9720-582aed650fb7" providerId="ADAL" clId="{89BBCCF8-D395-4E00-A7D8-D8153F2B3CC8}" dt="2026-08-13T22:26:38.318" v="1083" actId="478"/>
          <ac:spMkLst>
            <pc:docMk/>
            <pc:sldMk cId="2462562569" sldId="2147469690"/>
            <ac:spMk id="54" creationId="{83F39EB3-AA5E-7144-98BA-7162F580D5B3}"/>
          </ac:spMkLst>
        </pc:spChg>
        <pc:spChg chg="del">
          <ac:chgData name="Duncan Young" userId="0d05c5b8-70c0-48c4-9720-582aed650fb7" providerId="ADAL" clId="{89BBCCF8-D395-4E00-A7D8-D8153F2B3CC8}" dt="2026-08-13T22:23:15.244" v="1065" actId="478"/>
          <ac:spMkLst>
            <pc:docMk/>
            <pc:sldMk cId="2462562569" sldId="2147469690"/>
            <ac:spMk id="58" creationId="{849A5E4B-3082-18F6-BE15-6336F413150E}"/>
          </ac:spMkLst>
        </pc:spChg>
        <pc:spChg chg="mod">
          <ac:chgData name="Duncan Young" userId="0d05c5b8-70c0-48c4-9720-582aed650fb7" providerId="ADAL" clId="{89BBCCF8-D395-4E00-A7D8-D8153F2B3CC8}" dt="2026-08-13T22:26:47.175" v="1105" actId="1035"/>
          <ac:spMkLst>
            <pc:docMk/>
            <pc:sldMk cId="2462562569" sldId="2147469690"/>
            <ac:spMk id="60" creationId="{09C8C624-B9B8-41AD-E370-83FBBBB71A18}"/>
          </ac:spMkLst>
        </pc:spChg>
        <pc:spChg chg="del">
          <ac:chgData name="Duncan Young" userId="0d05c5b8-70c0-48c4-9720-582aed650fb7" providerId="ADAL" clId="{89BBCCF8-D395-4E00-A7D8-D8153F2B3CC8}" dt="2026-08-13T22:23:15.244" v="1065" actId="478"/>
          <ac:spMkLst>
            <pc:docMk/>
            <pc:sldMk cId="2462562569" sldId="2147469690"/>
            <ac:spMk id="62" creationId="{7C31668A-5091-E08D-95EC-23E9B8820A49}"/>
          </ac:spMkLst>
        </pc:spChg>
        <pc:spChg chg="mod">
          <ac:chgData name="Duncan Young" userId="0d05c5b8-70c0-48c4-9720-582aed650fb7" providerId="ADAL" clId="{89BBCCF8-D395-4E00-A7D8-D8153F2B3CC8}" dt="2026-08-13T22:26:47.175" v="1105" actId="1035"/>
          <ac:spMkLst>
            <pc:docMk/>
            <pc:sldMk cId="2462562569" sldId="2147469690"/>
            <ac:spMk id="65" creationId="{741C8BE9-20B5-CE93-6BD5-C30F7FE2881E}"/>
          </ac:spMkLst>
        </pc:spChg>
        <pc:spChg chg="del">
          <ac:chgData name="Duncan Young" userId="0d05c5b8-70c0-48c4-9720-582aed650fb7" providerId="ADAL" clId="{89BBCCF8-D395-4E00-A7D8-D8153F2B3CC8}" dt="2026-08-13T22:26:51.900" v="1106" actId="478"/>
          <ac:spMkLst>
            <pc:docMk/>
            <pc:sldMk cId="2462562569" sldId="2147469690"/>
            <ac:spMk id="68" creationId="{AA155518-D13B-5D42-677A-4D961D9B47A8}"/>
          </ac:spMkLst>
        </pc:spChg>
        <pc:spChg chg="mod">
          <ac:chgData name="Duncan Young" userId="0d05c5b8-70c0-48c4-9720-582aed650fb7" providerId="ADAL" clId="{89BBCCF8-D395-4E00-A7D8-D8153F2B3CC8}" dt="2026-08-13T22:26:47.175" v="1105" actId="1035"/>
          <ac:spMkLst>
            <pc:docMk/>
            <pc:sldMk cId="2462562569" sldId="2147469690"/>
            <ac:spMk id="72" creationId="{DB2E29C3-725B-91E0-D350-460D00F6B0A1}"/>
          </ac:spMkLst>
        </pc:spChg>
        <pc:spChg chg="add mod">
          <ac:chgData name="Duncan Young" userId="0d05c5b8-70c0-48c4-9720-582aed650fb7" providerId="ADAL" clId="{89BBCCF8-D395-4E00-A7D8-D8153F2B3CC8}" dt="2026-08-13T22:23:26.530" v="1067" actId="1076"/>
          <ac:spMkLst>
            <pc:docMk/>
            <pc:sldMk cId="2462562569" sldId="2147469690"/>
            <ac:spMk id="76" creationId="{962DB860-494F-B66A-7CA2-AF5B30C4440F}"/>
          </ac:spMkLst>
        </pc:spChg>
        <pc:spChg chg="add mod">
          <ac:chgData name="Duncan Young" userId="0d05c5b8-70c0-48c4-9720-582aed650fb7" providerId="ADAL" clId="{89BBCCF8-D395-4E00-A7D8-D8153F2B3CC8}" dt="2026-08-13T22:23:26.530" v="1067" actId="1076"/>
          <ac:spMkLst>
            <pc:docMk/>
            <pc:sldMk cId="2462562569" sldId="2147469690"/>
            <ac:spMk id="84" creationId="{0C1272C1-3A4E-A462-9836-F45754025ED6}"/>
          </ac:spMkLst>
        </pc:spChg>
        <pc:spChg chg="add mod">
          <ac:chgData name="Duncan Young" userId="0d05c5b8-70c0-48c4-9720-582aed650fb7" providerId="ADAL" clId="{89BBCCF8-D395-4E00-A7D8-D8153F2B3CC8}" dt="2026-08-13T22:27:36.383" v="1116" actId="20577"/>
          <ac:spMkLst>
            <pc:docMk/>
            <pc:sldMk cId="2462562569" sldId="2147469690"/>
            <ac:spMk id="88" creationId="{AD9F18D4-4AA4-55ED-D698-C06961BC0BCB}"/>
          </ac:spMkLst>
        </pc:spChg>
        <pc:spChg chg="del">
          <ac:chgData name="Duncan Young" userId="0d05c5b8-70c0-48c4-9720-582aed650fb7" providerId="ADAL" clId="{89BBCCF8-D395-4E00-A7D8-D8153F2B3CC8}" dt="2026-08-13T22:23:15.244" v="1065" actId="478"/>
          <ac:spMkLst>
            <pc:docMk/>
            <pc:sldMk cId="2462562569" sldId="2147469690"/>
            <ac:spMk id="95" creationId="{BC31455B-7B5B-71B9-1B7B-D261586FE271}"/>
          </ac:spMkLst>
        </pc:spChg>
        <pc:spChg chg="add mod">
          <ac:chgData name="Duncan Young" userId="0d05c5b8-70c0-48c4-9720-582aed650fb7" providerId="ADAL" clId="{89BBCCF8-D395-4E00-A7D8-D8153F2B3CC8}" dt="2026-08-13T22:23:26.530" v="1067" actId="1076"/>
          <ac:spMkLst>
            <pc:docMk/>
            <pc:sldMk cId="2462562569" sldId="2147469690"/>
            <ac:spMk id="100" creationId="{03C07D80-F7E9-31FF-F5B1-6993211DD16F}"/>
          </ac:spMkLst>
        </pc:spChg>
        <pc:spChg chg="del">
          <ac:chgData name="Duncan Young" userId="0d05c5b8-70c0-48c4-9720-582aed650fb7" providerId="ADAL" clId="{89BBCCF8-D395-4E00-A7D8-D8153F2B3CC8}" dt="2026-08-13T22:27:30.325" v="1111" actId="478"/>
          <ac:spMkLst>
            <pc:docMk/>
            <pc:sldMk cId="2462562569" sldId="2147469690"/>
            <ac:spMk id="107" creationId="{8F935CFE-839B-6A97-CFB3-0675F3BA8294}"/>
          </ac:spMkLst>
        </pc:spChg>
        <pc:spChg chg="del">
          <ac:chgData name="Duncan Young" userId="0d05c5b8-70c0-48c4-9720-582aed650fb7" providerId="ADAL" clId="{89BBCCF8-D395-4E00-A7D8-D8153F2B3CC8}" dt="2026-08-13T22:19:08.527" v="1019" actId="478"/>
          <ac:spMkLst>
            <pc:docMk/>
            <pc:sldMk cId="2462562569" sldId="2147469690"/>
            <ac:spMk id="107" creationId="{CD4A2034-F29E-B9FF-B501-B254CD8189FF}"/>
          </ac:spMkLst>
        </pc:spChg>
        <pc:spChg chg="mod">
          <ac:chgData name="Duncan Young" userId="0d05c5b8-70c0-48c4-9720-582aed650fb7" providerId="ADAL" clId="{89BBCCF8-D395-4E00-A7D8-D8153F2B3CC8}" dt="2026-08-13T22:19:13.391" v="1020" actId="6549"/>
          <ac:spMkLst>
            <pc:docMk/>
            <pc:sldMk cId="2462562569" sldId="2147469690"/>
            <ac:spMk id="109" creationId="{7B1C9CD2-779C-D44B-334D-9315A899DC41}"/>
          </ac:spMkLst>
        </pc:spChg>
        <pc:spChg chg="del">
          <ac:chgData name="Duncan Young" userId="0d05c5b8-70c0-48c4-9720-582aed650fb7" providerId="ADAL" clId="{89BBCCF8-D395-4E00-A7D8-D8153F2B3CC8}" dt="2026-08-13T22:27:20.522" v="1107" actId="478"/>
          <ac:spMkLst>
            <pc:docMk/>
            <pc:sldMk cId="2462562569" sldId="2147469690"/>
            <ac:spMk id="110" creationId="{CC434BA6-C036-7C7F-59F2-C1E1AE5DF781}"/>
          </ac:spMkLst>
        </pc:spChg>
        <pc:spChg chg="del mod">
          <ac:chgData name="Duncan Young" userId="0d05c5b8-70c0-48c4-9720-582aed650fb7" providerId="ADAL" clId="{89BBCCF8-D395-4E00-A7D8-D8153F2B3CC8}" dt="2026-08-13T22:27:28.784" v="1110" actId="478"/>
          <ac:spMkLst>
            <pc:docMk/>
            <pc:sldMk cId="2462562569" sldId="2147469690"/>
            <ac:spMk id="112" creationId="{4896D8FA-D38E-C246-8905-0EAD9B76C375}"/>
          </ac:spMkLst>
        </pc:spChg>
        <pc:spChg chg="del">
          <ac:chgData name="Duncan Young" userId="0d05c5b8-70c0-48c4-9720-582aed650fb7" providerId="ADAL" clId="{89BBCCF8-D395-4E00-A7D8-D8153F2B3CC8}" dt="2026-08-13T22:27:23.865" v="1108" actId="478"/>
          <ac:spMkLst>
            <pc:docMk/>
            <pc:sldMk cId="2462562569" sldId="2147469690"/>
            <ac:spMk id="114" creationId="{EFC2502E-ACD9-112F-C277-25D36743A433}"/>
          </ac:spMkLst>
        </pc:spChg>
        <pc:spChg chg="add mod">
          <ac:chgData name="Duncan Young" userId="0d05c5b8-70c0-48c4-9720-582aed650fb7" providerId="ADAL" clId="{89BBCCF8-D395-4E00-A7D8-D8153F2B3CC8}" dt="2026-08-13T22:27:50.849" v="1123" actId="20577"/>
          <ac:spMkLst>
            <pc:docMk/>
            <pc:sldMk cId="2462562569" sldId="2147469690"/>
            <ac:spMk id="118" creationId="{925BCFCE-6DB1-541B-1C61-B1650490D619}"/>
          </ac:spMkLst>
        </pc:spChg>
        <pc:spChg chg="add mod">
          <ac:chgData name="Duncan Young" userId="0d05c5b8-70c0-48c4-9720-582aed650fb7" providerId="ADAL" clId="{89BBCCF8-D395-4E00-A7D8-D8153F2B3CC8}" dt="2026-08-13T22:23:26.530" v="1067" actId="1076"/>
          <ac:spMkLst>
            <pc:docMk/>
            <pc:sldMk cId="2462562569" sldId="2147469690"/>
            <ac:spMk id="128" creationId="{9F5A8081-7F6A-BE83-EC59-1921D46F6C69}"/>
          </ac:spMkLst>
        </pc:spChg>
        <pc:spChg chg="mod">
          <ac:chgData name="Duncan Young" userId="0d05c5b8-70c0-48c4-9720-582aed650fb7" providerId="ADAL" clId="{89BBCCF8-D395-4E00-A7D8-D8153F2B3CC8}" dt="2026-08-13T22:28:00.081" v="1130" actId="20577"/>
          <ac:spMkLst>
            <pc:docMk/>
            <pc:sldMk cId="2462562569" sldId="2147469690"/>
            <ac:spMk id="134" creationId="{EAAC96E8-8E0C-F746-98D3-62B136E7B3BF}"/>
          </ac:spMkLst>
        </pc:spChg>
      </pc:sldChg>
      <pc:sldChg chg="modSp mod">
        <pc:chgData name="Duncan Young" userId="0d05c5b8-70c0-48c4-9720-582aed650fb7" providerId="ADAL" clId="{89BBCCF8-D395-4E00-A7D8-D8153F2B3CC8}" dt="2026-08-13T22:20:02.879" v="1035" actId="20577"/>
        <pc:sldMkLst>
          <pc:docMk/>
          <pc:sldMk cId="2810100116" sldId="2147469691"/>
        </pc:sldMkLst>
        <pc:spChg chg="mod">
          <ac:chgData name="Duncan Young" userId="0d05c5b8-70c0-48c4-9720-582aed650fb7" providerId="ADAL" clId="{89BBCCF8-D395-4E00-A7D8-D8153F2B3CC8}" dt="2026-08-13T22:20:02.879" v="1035" actId="20577"/>
          <ac:spMkLst>
            <pc:docMk/>
            <pc:sldMk cId="2810100116" sldId="2147469691"/>
            <ac:spMk id="98" creationId="{011ECED3-2D9F-FF87-8EBF-1D9565E0332A}"/>
          </ac:spMkLst>
        </pc:spChg>
      </pc:sldChg>
      <pc:sldChg chg="delSp modSp mod ord">
        <pc:chgData name="Duncan Young" userId="0d05c5b8-70c0-48c4-9720-582aed650fb7" providerId="ADAL" clId="{89BBCCF8-D395-4E00-A7D8-D8153F2B3CC8}" dt="2026-08-13T22:01:35.890" v="799"/>
        <pc:sldMkLst>
          <pc:docMk/>
          <pc:sldMk cId="2089699225" sldId="2147469698"/>
        </pc:sldMkLst>
        <pc:spChg chg="mod">
          <ac:chgData name="Duncan Young" userId="0d05c5b8-70c0-48c4-9720-582aed650fb7" providerId="ADAL" clId="{89BBCCF8-D395-4E00-A7D8-D8153F2B3CC8}" dt="2026-08-13T22:01:06.783" v="796" actId="207"/>
          <ac:spMkLst>
            <pc:docMk/>
            <pc:sldMk cId="2089699225" sldId="2147469698"/>
            <ac:spMk id="7" creationId="{FB286DD4-765C-EFCD-37B1-FF49A3A050E6}"/>
          </ac:spMkLst>
        </pc:spChg>
        <pc:spChg chg="mod">
          <ac:chgData name="Duncan Young" userId="0d05c5b8-70c0-48c4-9720-582aed650fb7" providerId="ADAL" clId="{89BBCCF8-D395-4E00-A7D8-D8153F2B3CC8}" dt="2026-08-13T22:01:06.783" v="796" actId="207"/>
          <ac:spMkLst>
            <pc:docMk/>
            <pc:sldMk cId="2089699225" sldId="2147469698"/>
            <ac:spMk id="11" creationId="{FC6ACB55-9831-D4B1-1C0A-51AD71511E80}"/>
          </ac:spMkLst>
        </pc:spChg>
        <pc:spChg chg="mod">
          <ac:chgData name="Duncan Young" userId="0d05c5b8-70c0-48c4-9720-582aed650fb7" providerId="ADAL" clId="{89BBCCF8-D395-4E00-A7D8-D8153F2B3CC8}" dt="2026-08-13T22:00:03.175" v="792" actId="207"/>
          <ac:spMkLst>
            <pc:docMk/>
            <pc:sldMk cId="2089699225" sldId="2147469698"/>
            <ac:spMk id="14" creationId="{789CFAE4-CCF8-D427-3BE0-1E23B4657A90}"/>
          </ac:spMkLst>
        </pc:spChg>
        <pc:spChg chg="mod">
          <ac:chgData name="Duncan Young" userId="0d05c5b8-70c0-48c4-9720-582aed650fb7" providerId="ADAL" clId="{89BBCCF8-D395-4E00-A7D8-D8153F2B3CC8}" dt="2026-08-13T21:59:51.153" v="791" actId="207"/>
          <ac:spMkLst>
            <pc:docMk/>
            <pc:sldMk cId="2089699225" sldId="2147469698"/>
            <ac:spMk id="17" creationId="{F9018586-44C6-3A1F-86EC-E47869648A8E}"/>
          </ac:spMkLst>
        </pc:spChg>
        <pc:spChg chg="mod">
          <ac:chgData name="Duncan Young" userId="0d05c5b8-70c0-48c4-9720-582aed650fb7" providerId="ADAL" clId="{89BBCCF8-D395-4E00-A7D8-D8153F2B3CC8}" dt="2026-08-13T22:01:06.783" v="796" actId="207"/>
          <ac:spMkLst>
            <pc:docMk/>
            <pc:sldMk cId="2089699225" sldId="2147469698"/>
            <ac:spMk id="18" creationId="{6EBB2652-B7A6-505F-6BE3-0F171B3F9BB6}"/>
          </ac:spMkLst>
        </pc:spChg>
        <pc:spChg chg="mod">
          <ac:chgData name="Duncan Young" userId="0d05c5b8-70c0-48c4-9720-582aed650fb7" providerId="ADAL" clId="{89BBCCF8-D395-4E00-A7D8-D8153F2B3CC8}" dt="2026-08-13T22:01:06.783" v="796" actId="207"/>
          <ac:spMkLst>
            <pc:docMk/>
            <pc:sldMk cId="2089699225" sldId="2147469698"/>
            <ac:spMk id="19" creationId="{B61A33D0-833B-0603-1A9D-D5818752C353}"/>
          </ac:spMkLst>
        </pc:spChg>
        <pc:spChg chg="mod">
          <ac:chgData name="Duncan Young" userId="0d05c5b8-70c0-48c4-9720-582aed650fb7" providerId="ADAL" clId="{89BBCCF8-D395-4E00-A7D8-D8153F2B3CC8}" dt="2026-08-13T22:00:03.175" v="792" actId="207"/>
          <ac:spMkLst>
            <pc:docMk/>
            <pc:sldMk cId="2089699225" sldId="2147469698"/>
            <ac:spMk id="20" creationId="{21B63841-D20B-3605-F64E-FE848FECBEE7}"/>
          </ac:spMkLst>
        </pc:spChg>
        <pc:spChg chg="mod">
          <ac:chgData name="Duncan Young" userId="0d05c5b8-70c0-48c4-9720-582aed650fb7" providerId="ADAL" clId="{89BBCCF8-D395-4E00-A7D8-D8153F2B3CC8}" dt="2026-08-13T22:00:03.175" v="792" actId="207"/>
          <ac:spMkLst>
            <pc:docMk/>
            <pc:sldMk cId="2089699225" sldId="2147469698"/>
            <ac:spMk id="21" creationId="{984A268D-4E11-62B5-DFC3-6171D1B11CCB}"/>
          </ac:spMkLst>
        </pc:spChg>
        <pc:spChg chg="mod">
          <ac:chgData name="Duncan Young" userId="0d05c5b8-70c0-48c4-9720-582aed650fb7" providerId="ADAL" clId="{89BBCCF8-D395-4E00-A7D8-D8153F2B3CC8}" dt="2026-08-13T22:01:06.783" v="796" actId="207"/>
          <ac:spMkLst>
            <pc:docMk/>
            <pc:sldMk cId="2089699225" sldId="2147469698"/>
            <ac:spMk id="22" creationId="{261814A6-2530-2556-DC31-39D023823DA7}"/>
          </ac:spMkLst>
        </pc:spChg>
        <pc:spChg chg="mod">
          <ac:chgData name="Duncan Young" userId="0d05c5b8-70c0-48c4-9720-582aed650fb7" providerId="ADAL" clId="{89BBCCF8-D395-4E00-A7D8-D8153F2B3CC8}" dt="2026-08-13T22:00:03.175" v="792" actId="207"/>
          <ac:spMkLst>
            <pc:docMk/>
            <pc:sldMk cId="2089699225" sldId="2147469698"/>
            <ac:spMk id="23" creationId="{6D4D8B61-EB00-301E-E3DB-99EDB872F666}"/>
          </ac:spMkLst>
        </pc:spChg>
        <pc:spChg chg="mod">
          <ac:chgData name="Duncan Young" userId="0d05c5b8-70c0-48c4-9720-582aed650fb7" providerId="ADAL" clId="{89BBCCF8-D395-4E00-A7D8-D8153F2B3CC8}" dt="2026-08-13T22:01:06.783" v="796" actId="207"/>
          <ac:spMkLst>
            <pc:docMk/>
            <pc:sldMk cId="2089699225" sldId="2147469698"/>
            <ac:spMk id="24" creationId="{E6DFB75C-C412-0060-43FE-474A670028DC}"/>
          </ac:spMkLst>
        </pc:spChg>
        <pc:spChg chg="mod">
          <ac:chgData name="Duncan Young" userId="0d05c5b8-70c0-48c4-9720-582aed650fb7" providerId="ADAL" clId="{89BBCCF8-D395-4E00-A7D8-D8153F2B3CC8}" dt="2026-08-13T21:59:51.153" v="791" actId="207"/>
          <ac:spMkLst>
            <pc:docMk/>
            <pc:sldMk cId="2089699225" sldId="2147469698"/>
            <ac:spMk id="25" creationId="{63AFCDAB-8196-ED59-F1C2-3655EAC1C371}"/>
          </ac:spMkLst>
        </pc:spChg>
        <pc:spChg chg="mod">
          <ac:chgData name="Duncan Young" userId="0d05c5b8-70c0-48c4-9720-582aed650fb7" providerId="ADAL" clId="{89BBCCF8-D395-4E00-A7D8-D8153F2B3CC8}" dt="2026-08-13T21:59:51.153" v="791" actId="207"/>
          <ac:spMkLst>
            <pc:docMk/>
            <pc:sldMk cId="2089699225" sldId="2147469698"/>
            <ac:spMk id="26" creationId="{15A27EC5-E381-5DEC-AB51-26841C1682B7}"/>
          </ac:spMkLst>
        </pc:spChg>
        <pc:spChg chg="mod">
          <ac:chgData name="Duncan Young" userId="0d05c5b8-70c0-48c4-9720-582aed650fb7" providerId="ADAL" clId="{89BBCCF8-D395-4E00-A7D8-D8153F2B3CC8}" dt="2026-08-13T22:01:06.783" v="796" actId="207"/>
          <ac:spMkLst>
            <pc:docMk/>
            <pc:sldMk cId="2089699225" sldId="2147469698"/>
            <ac:spMk id="27" creationId="{7D219B01-4A3C-EFFF-C169-70A3C1C8CE32}"/>
          </ac:spMkLst>
        </pc:spChg>
        <pc:spChg chg="mod">
          <ac:chgData name="Duncan Young" userId="0d05c5b8-70c0-48c4-9720-582aed650fb7" providerId="ADAL" clId="{89BBCCF8-D395-4E00-A7D8-D8153F2B3CC8}" dt="2026-08-13T22:01:06.783" v="796" actId="207"/>
          <ac:spMkLst>
            <pc:docMk/>
            <pc:sldMk cId="2089699225" sldId="2147469698"/>
            <ac:spMk id="28" creationId="{7A81A220-FDF7-3E7A-2A25-C85C0F9FC7BF}"/>
          </ac:spMkLst>
        </pc:spChg>
        <pc:spChg chg="mod">
          <ac:chgData name="Duncan Young" userId="0d05c5b8-70c0-48c4-9720-582aed650fb7" providerId="ADAL" clId="{89BBCCF8-D395-4E00-A7D8-D8153F2B3CC8}" dt="2026-08-13T22:01:06.783" v="796" actId="207"/>
          <ac:spMkLst>
            <pc:docMk/>
            <pc:sldMk cId="2089699225" sldId="2147469698"/>
            <ac:spMk id="29" creationId="{954CA765-5640-16FC-627E-B13102CB6FC8}"/>
          </ac:spMkLst>
        </pc:spChg>
        <pc:spChg chg="mod">
          <ac:chgData name="Duncan Young" userId="0d05c5b8-70c0-48c4-9720-582aed650fb7" providerId="ADAL" clId="{89BBCCF8-D395-4E00-A7D8-D8153F2B3CC8}" dt="2026-08-13T22:00:42.707" v="795" actId="207"/>
          <ac:spMkLst>
            <pc:docMk/>
            <pc:sldMk cId="2089699225" sldId="2147469698"/>
            <ac:spMk id="30" creationId="{CBFD561C-653F-0250-F18D-A5A45C8FC4F6}"/>
          </ac:spMkLst>
        </pc:spChg>
        <pc:spChg chg="mod">
          <ac:chgData name="Duncan Young" userId="0d05c5b8-70c0-48c4-9720-582aed650fb7" providerId="ADAL" clId="{89BBCCF8-D395-4E00-A7D8-D8153F2B3CC8}" dt="2026-08-13T22:01:06.783" v="796" actId="207"/>
          <ac:spMkLst>
            <pc:docMk/>
            <pc:sldMk cId="2089699225" sldId="2147469698"/>
            <ac:spMk id="31" creationId="{3395EA9A-3087-F253-E47A-9948BDC10E2D}"/>
          </ac:spMkLst>
        </pc:spChg>
        <pc:spChg chg="mod">
          <ac:chgData name="Duncan Young" userId="0d05c5b8-70c0-48c4-9720-582aed650fb7" providerId="ADAL" clId="{89BBCCF8-D395-4E00-A7D8-D8153F2B3CC8}" dt="2026-08-13T22:00:27.679" v="794" actId="207"/>
          <ac:spMkLst>
            <pc:docMk/>
            <pc:sldMk cId="2089699225" sldId="2147469698"/>
            <ac:spMk id="32" creationId="{EB1EDD4E-44A5-7E32-449C-4496B7457104}"/>
          </ac:spMkLst>
        </pc:spChg>
        <pc:spChg chg="mod">
          <ac:chgData name="Duncan Young" userId="0d05c5b8-70c0-48c4-9720-582aed650fb7" providerId="ADAL" clId="{89BBCCF8-D395-4E00-A7D8-D8153F2B3CC8}" dt="2026-08-13T22:00:03.175" v="792" actId="207"/>
          <ac:spMkLst>
            <pc:docMk/>
            <pc:sldMk cId="2089699225" sldId="2147469698"/>
            <ac:spMk id="43" creationId="{297EA9C0-58F3-5B01-D2CA-843A677F6C3D}"/>
          </ac:spMkLst>
        </pc:spChg>
        <pc:cxnChg chg="del">
          <ac:chgData name="Duncan Young" userId="0d05c5b8-70c0-48c4-9720-582aed650fb7" providerId="ADAL" clId="{89BBCCF8-D395-4E00-A7D8-D8153F2B3CC8}" dt="2026-08-13T22:01:23.939" v="797" actId="478"/>
          <ac:cxnSpMkLst>
            <pc:docMk/>
            <pc:sldMk cId="2089699225" sldId="2147469698"/>
            <ac:cxnSpMk id="42" creationId="{9CE5AB7C-E036-5F40-98B8-B1306446AB5D}"/>
          </ac:cxnSpMkLst>
        </pc:cxnChg>
      </pc:sldChg>
      <pc:sldChg chg="add del">
        <pc:chgData name="Duncan Young" userId="0d05c5b8-70c0-48c4-9720-582aed650fb7" providerId="ADAL" clId="{89BBCCF8-D395-4E00-A7D8-D8153F2B3CC8}" dt="2026-08-13T21:23:42.413" v="483" actId="47"/>
        <pc:sldMkLst>
          <pc:docMk/>
          <pc:sldMk cId="3915976395" sldId="2147469703"/>
        </pc:sldMkLst>
      </pc:sldChg>
      <pc:sldChg chg="addSp delSp modSp add mod">
        <pc:chgData name="Duncan Young" userId="0d05c5b8-70c0-48c4-9720-582aed650fb7" providerId="ADAL" clId="{89BBCCF8-D395-4E00-A7D8-D8153F2B3CC8}" dt="2026-08-13T21:34:34.769" v="574" actId="1036"/>
        <pc:sldMkLst>
          <pc:docMk/>
          <pc:sldMk cId="3961203795" sldId="2147469703"/>
        </pc:sldMkLst>
        <pc:spChg chg="add mod">
          <ac:chgData name="Duncan Young" userId="0d05c5b8-70c0-48c4-9720-582aed650fb7" providerId="ADAL" clId="{89BBCCF8-D395-4E00-A7D8-D8153F2B3CC8}" dt="2026-08-13T21:34:34.769" v="574" actId="1036"/>
          <ac:spMkLst>
            <pc:docMk/>
            <pc:sldMk cId="3961203795" sldId="2147469703"/>
            <ac:spMk id="3" creationId="{D5DCCAFD-A227-92CE-4D68-BA60ECF86D6E}"/>
          </ac:spMkLst>
        </pc:spChg>
        <pc:spChg chg="add mod">
          <ac:chgData name="Duncan Young" userId="0d05c5b8-70c0-48c4-9720-582aed650fb7" providerId="ADAL" clId="{89BBCCF8-D395-4E00-A7D8-D8153F2B3CC8}" dt="2026-08-13T21:34:34.769" v="574" actId="1036"/>
          <ac:spMkLst>
            <pc:docMk/>
            <pc:sldMk cId="3961203795" sldId="2147469703"/>
            <ac:spMk id="6" creationId="{9CC6E601-0B4D-3FC9-AB40-93B0DA2942A6}"/>
          </ac:spMkLst>
        </pc:spChg>
        <pc:spChg chg="del">
          <ac:chgData name="Duncan Young" userId="0d05c5b8-70c0-48c4-9720-582aed650fb7" providerId="ADAL" clId="{89BBCCF8-D395-4E00-A7D8-D8153F2B3CC8}" dt="2026-08-13T21:24:58.352" v="485" actId="478"/>
          <ac:spMkLst>
            <pc:docMk/>
            <pc:sldMk cId="3961203795" sldId="2147469703"/>
            <ac:spMk id="9" creationId="{32F8F156-A43C-3E3D-6F9D-402F398A1578}"/>
          </ac:spMkLst>
        </pc:spChg>
        <pc:spChg chg="add mod">
          <ac:chgData name="Duncan Young" userId="0d05c5b8-70c0-48c4-9720-582aed650fb7" providerId="ADAL" clId="{89BBCCF8-D395-4E00-A7D8-D8153F2B3CC8}" dt="2026-08-13T21:34:34.769" v="574" actId="1036"/>
          <ac:spMkLst>
            <pc:docMk/>
            <pc:sldMk cId="3961203795" sldId="2147469703"/>
            <ac:spMk id="10" creationId="{851FE178-F07E-B52D-DFE5-6AC41A37B050}"/>
          </ac:spMkLst>
        </pc:spChg>
        <pc:spChg chg="mod ord">
          <ac:chgData name="Duncan Young" userId="0d05c5b8-70c0-48c4-9720-582aed650fb7" providerId="ADAL" clId="{89BBCCF8-D395-4E00-A7D8-D8153F2B3CC8}" dt="2026-08-13T21:29:04.818" v="508" actId="166"/>
          <ac:spMkLst>
            <pc:docMk/>
            <pc:sldMk cId="3961203795" sldId="2147469703"/>
            <ac:spMk id="12" creationId="{E836908D-9380-E726-9C98-6DDB3B7FA3F4}"/>
          </ac:spMkLst>
        </pc:spChg>
        <pc:spChg chg="mod">
          <ac:chgData name="Duncan Young" userId="0d05c5b8-70c0-48c4-9720-582aed650fb7" providerId="ADAL" clId="{89BBCCF8-D395-4E00-A7D8-D8153F2B3CC8}" dt="2026-08-13T21:29:00.875" v="507" actId="14100"/>
          <ac:spMkLst>
            <pc:docMk/>
            <pc:sldMk cId="3961203795" sldId="2147469703"/>
            <ac:spMk id="15" creationId="{9119CB50-62CA-7EAF-1A60-6F4806DBDA82}"/>
          </ac:spMkLst>
        </pc:spChg>
        <pc:spChg chg="del">
          <ac:chgData name="Duncan Young" userId="0d05c5b8-70c0-48c4-9720-582aed650fb7" providerId="ADAL" clId="{89BBCCF8-D395-4E00-A7D8-D8153F2B3CC8}" dt="2026-08-13T21:24:58.352" v="485" actId="478"/>
          <ac:spMkLst>
            <pc:docMk/>
            <pc:sldMk cId="3961203795" sldId="2147469703"/>
            <ac:spMk id="17" creationId="{5E81CB84-49E0-C379-3571-E9D71086EC11}"/>
          </ac:spMkLst>
        </pc:spChg>
        <pc:spChg chg="add mod">
          <ac:chgData name="Duncan Young" userId="0d05c5b8-70c0-48c4-9720-582aed650fb7" providerId="ADAL" clId="{89BBCCF8-D395-4E00-A7D8-D8153F2B3CC8}" dt="2026-08-13T21:34:34.769" v="574" actId="1036"/>
          <ac:spMkLst>
            <pc:docMk/>
            <pc:sldMk cId="3961203795" sldId="2147469703"/>
            <ac:spMk id="18" creationId="{815F18E0-A12D-CD5D-274B-831FE56B9BC8}"/>
          </ac:spMkLst>
        </pc:spChg>
        <pc:spChg chg="mod">
          <ac:chgData name="Duncan Young" userId="0d05c5b8-70c0-48c4-9720-582aed650fb7" providerId="ADAL" clId="{89BBCCF8-D395-4E00-A7D8-D8153F2B3CC8}" dt="2026-08-13T21:28:33.777" v="500" actId="255"/>
          <ac:spMkLst>
            <pc:docMk/>
            <pc:sldMk cId="3961203795" sldId="2147469703"/>
            <ac:spMk id="23" creationId="{6438FA9C-9EC7-CA1F-2223-E7AC5BB8B398}"/>
          </ac:spMkLst>
        </pc:spChg>
        <pc:spChg chg="mod">
          <ac:chgData name="Duncan Young" userId="0d05c5b8-70c0-48c4-9720-582aed650fb7" providerId="ADAL" clId="{89BBCCF8-D395-4E00-A7D8-D8153F2B3CC8}" dt="2026-08-13T21:30:25.375" v="518" actId="6549"/>
          <ac:spMkLst>
            <pc:docMk/>
            <pc:sldMk cId="3961203795" sldId="2147469703"/>
            <ac:spMk id="26" creationId="{4A2741D7-ACCC-198C-0236-3F79D08D0F8C}"/>
          </ac:spMkLst>
        </pc:spChg>
        <pc:spChg chg="add mod">
          <ac:chgData name="Duncan Young" userId="0d05c5b8-70c0-48c4-9720-582aed650fb7" providerId="ADAL" clId="{89BBCCF8-D395-4E00-A7D8-D8153F2B3CC8}" dt="2026-08-13T21:34:34.769" v="574" actId="1036"/>
          <ac:spMkLst>
            <pc:docMk/>
            <pc:sldMk cId="3961203795" sldId="2147469703"/>
            <ac:spMk id="31" creationId="{EF7F9E36-37AA-F759-A7D6-01DE95A9CC3B}"/>
          </ac:spMkLst>
        </pc:spChg>
        <pc:spChg chg="del mod">
          <ac:chgData name="Duncan Young" userId="0d05c5b8-70c0-48c4-9720-582aed650fb7" providerId="ADAL" clId="{89BBCCF8-D395-4E00-A7D8-D8153F2B3CC8}" dt="2026-08-13T21:33:52.354" v="544" actId="478"/>
          <ac:spMkLst>
            <pc:docMk/>
            <pc:sldMk cId="3961203795" sldId="2147469703"/>
            <ac:spMk id="34" creationId="{C68A5751-A018-EAAA-68EE-0B3A1DE1B6C6}"/>
          </ac:spMkLst>
        </pc:spChg>
        <pc:spChg chg="mod">
          <ac:chgData name="Duncan Young" userId="0d05c5b8-70c0-48c4-9720-582aed650fb7" providerId="ADAL" clId="{89BBCCF8-D395-4E00-A7D8-D8153F2B3CC8}" dt="2026-08-13T21:28:43.532" v="501" actId="2711"/>
          <ac:spMkLst>
            <pc:docMk/>
            <pc:sldMk cId="3961203795" sldId="2147469703"/>
            <ac:spMk id="35" creationId="{5B67570A-32FB-633F-F701-8E9B10F45FAB}"/>
          </ac:spMkLst>
        </pc:spChg>
        <pc:spChg chg="del">
          <ac:chgData name="Duncan Young" userId="0d05c5b8-70c0-48c4-9720-582aed650fb7" providerId="ADAL" clId="{89BBCCF8-D395-4E00-A7D8-D8153F2B3CC8}" dt="2026-08-13T21:24:58.352" v="485" actId="478"/>
          <ac:spMkLst>
            <pc:docMk/>
            <pc:sldMk cId="3961203795" sldId="2147469703"/>
            <ac:spMk id="36" creationId="{1D25D8CE-5A80-23F2-5CF2-DCEE925B0557}"/>
          </ac:spMkLst>
        </pc:spChg>
        <pc:spChg chg="del">
          <ac:chgData name="Duncan Young" userId="0d05c5b8-70c0-48c4-9720-582aed650fb7" providerId="ADAL" clId="{89BBCCF8-D395-4E00-A7D8-D8153F2B3CC8}" dt="2026-08-13T21:24:58.352" v="485" actId="478"/>
          <ac:spMkLst>
            <pc:docMk/>
            <pc:sldMk cId="3961203795" sldId="2147469703"/>
            <ac:spMk id="38" creationId="{C7FF84B1-9D3F-33FF-5339-D29E10219CC3}"/>
          </ac:spMkLst>
        </pc:spChg>
        <pc:spChg chg="mod">
          <ac:chgData name="Duncan Young" userId="0d05c5b8-70c0-48c4-9720-582aed650fb7" providerId="ADAL" clId="{89BBCCF8-D395-4E00-A7D8-D8153F2B3CC8}" dt="2026-08-13T21:30:56.346" v="519" actId="14100"/>
          <ac:spMkLst>
            <pc:docMk/>
            <pc:sldMk cId="3961203795" sldId="2147469703"/>
            <ac:spMk id="39" creationId="{5E94EC00-08E7-65CC-DEC3-9C67FD1505B6}"/>
          </ac:spMkLst>
        </pc:spChg>
        <pc:spChg chg="del">
          <ac:chgData name="Duncan Young" userId="0d05c5b8-70c0-48c4-9720-582aed650fb7" providerId="ADAL" clId="{89BBCCF8-D395-4E00-A7D8-D8153F2B3CC8}" dt="2026-08-13T21:24:58.352" v="485" actId="478"/>
          <ac:spMkLst>
            <pc:docMk/>
            <pc:sldMk cId="3961203795" sldId="2147469703"/>
            <ac:spMk id="40" creationId="{346BB852-5A0E-DBAC-BFA5-B354011AB55E}"/>
          </ac:spMkLst>
        </pc:spChg>
        <pc:spChg chg="mod">
          <ac:chgData name="Duncan Young" userId="0d05c5b8-70c0-48c4-9720-582aed650fb7" providerId="ADAL" clId="{89BBCCF8-D395-4E00-A7D8-D8153F2B3CC8}" dt="2026-08-13T21:28:43.532" v="501" actId="2711"/>
          <ac:spMkLst>
            <pc:docMk/>
            <pc:sldMk cId="3961203795" sldId="2147469703"/>
            <ac:spMk id="43" creationId="{73187F07-6CD6-9237-4555-1CBF2EA56B78}"/>
          </ac:spMkLst>
        </pc:spChg>
        <pc:spChg chg="mod ord">
          <ac:chgData name="Duncan Young" userId="0d05c5b8-70c0-48c4-9720-582aed650fb7" providerId="ADAL" clId="{89BBCCF8-D395-4E00-A7D8-D8153F2B3CC8}" dt="2026-08-13T21:29:48.956" v="517" actId="166"/>
          <ac:spMkLst>
            <pc:docMk/>
            <pc:sldMk cId="3961203795" sldId="2147469703"/>
            <ac:spMk id="47" creationId="{C911D553-4BFC-B585-B1D2-25F1D9890A42}"/>
          </ac:spMkLst>
        </pc:spChg>
        <pc:spChg chg="del">
          <ac:chgData name="Duncan Young" userId="0d05c5b8-70c0-48c4-9720-582aed650fb7" providerId="ADAL" clId="{89BBCCF8-D395-4E00-A7D8-D8153F2B3CC8}" dt="2026-08-13T21:24:58.352" v="485" actId="478"/>
          <ac:spMkLst>
            <pc:docMk/>
            <pc:sldMk cId="3961203795" sldId="2147469703"/>
            <ac:spMk id="50" creationId="{054C558C-6F31-8E1C-2264-B7BBE88EF712}"/>
          </ac:spMkLst>
        </pc:spChg>
        <pc:spChg chg="add mod">
          <ac:chgData name="Duncan Young" userId="0d05c5b8-70c0-48c4-9720-582aed650fb7" providerId="ADAL" clId="{89BBCCF8-D395-4E00-A7D8-D8153F2B3CC8}" dt="2026-08-13T21:34:34.769" v="574" actId="1036"/>
          <ac:spMkLst>
            <pc:docMk/>
            <pc:sldMk cId="3961203795" sldId="2147469703"/>
            <ac:spMk id="51" creationId="{CC0E1A38-6024-2DE3-53D2-208C102F4069}"/>
          </ac:spMkLst>
        </pc:spChg>
        <pc:spChg chg="del">
          <ac:chgData name="Duncan Young" userId="0d05c5b8-70c0-48c4-9720-582aed650fb7" providerId="ADAL" clId="{89BBCCF8-D395-4E00-A7D8-D8153F2B3CC8}" dt="2026-08-13T21:24:58.352" v="485" actId="478"/>
          <ac:spMkLst>
            <pc:docMk/>
            <pc:sldMk cId="3961203795" sldId="2147469703"/>
            <ac:spMk id="52" creationId="{12AB22C5-F410-7F4B-58DB-49B2C74F900B}"/>
          </ac:spMkLst>
        </pc:spChg>
        <pc:spChg chg="del">
          <ac:chgData name="Duncan Young" userId="0d05c5b8-70c0-48c4-9720-582aed650fb7" providerId="ADAL" clId="{89BBCCF8-D395-4E00-A7D8-D8153F2B3CC8}" dt="2026-08-13T21:24:58.352" v="485" actId="478"/>
          <ac:spMkLst>
            <pc:docMk/>
            <pc:sldMk cId="3961203795" sldId="2147469703"/>
            <ac:spMk id="54" creationId="{AC191237-5844-329E-C6F5-D487AEDD38B4}"/>
          </ac:spMkLst>
        </pc:spChg>
        <pc:spChg chg="add mod">
          <ac:chgData name="Duncan Young" userId="0d05c5b8-70c0-48c4-9720-582aed650fb7" providerId="ADAL" clId="{89BBCCF8-D395-4E00-A7D8-D8153F2B3CC8}" dt="2026-08-13T21:34:34.769" v="574" actId="1036"/>
          <ac:spMkLst>
            <pc:docMk/>
            <pc:sldMk cId="3961203795" sldId="2147469703"/>
            <ac:spMk id="55" creationId="{AB9B6242-7788-7191-8BE1-33ECE93D120E}"/>
          </ac:spMkLst>
        </pc:spChg>
        <pc:spChg chg="del">
          <ac:chgData name="Duncan Young" userId="0d05c5b8-70c0-48c4-9720-582aed650fb7" providerId="ADAL" clId="{89BBCCF8-D395-4E00-A7D8-D8153F2B3CC8}" dt="2026-08-13T21:24:58.352" v="485" actId="478"/>
          <ac:spMkLst>
            <pc:docMk/>
            <pc:sldMk cId="3961203795" sldId="2147469703"/>
            <ac:spMk id="56" creationId="{C3B9D1D5-992B-FB18-C1C1-EDBA5324B604}"/>
          </ac:spMkLst>
        </pc:spChg>
        <pc:spChg chg="del">
          <ac:chgData name="Duncan Young" userId="0d05c5b8-70c0-48c4-9720-582aed650fb7" providerId="ADAL" clId="{89BBCCF8-D395-4E00-A7D8-D8153F2B3CC8}" dt="2026-08-13T21:24:58.352" v="485" actId="478"/>
          <ac:spMkLst>
            <pc:docMk/>
            <pc:sldMk cId="3961203795" sldId="2147469703"/>
            <ac:spMk id="60" creationId="{008EBBB1-0EF5-08E3-0A34-4C467919E45D}"/>
          </ac:spMkLst>
        </pc:spChg>
        <pc:spChg chg="mod">
          <ac:chgData name="Duncan Young" userId="0d05c5b8-70c0-48c4-9720-582aed650fb7" providerId="ADAL" clId="{89BBCCF8-D395-4E00-A7D8-D8153F2B3CC8}" dt="2026-08-13T21:31:39.604" v="525" actId="20577"/>
          <ac:spMkLst>
            <pc:docMk/>
            <pc:sldMk cId="3961203795" sldId="2147469703"/>
            <ac:spMk id="62" creationId="{84594BF1-1545-AC83-56EF-33671309A4D0}"/>
          </ac:spMkLst>
        </pc:spChg>
        <pc:spChg chg="add mod">
          <ac:chgData name="Duncan Young" userId="0d05c5b8-70c0-48c4-9720-582aed650fb7" providerId="ADAL" clId="{89BBCCF8-D395-4E00-A7D8-D8153F2B3CC8}" dt="2026-08-13T21:34:34.769" v="574" actId="1036"/>
          <ac:spMkLst>
            <pc:docMk/>
            <pc:sldMk cId="3961203795" sldId="2147469703"/>
            <ac:spMk id="64" creationId="{946BAF4C-7C7A-CE46-3270-D367532DD32A}"/>
          </ac:spMkLst>
        </pc:spChg>
        <pc:spChg chg="mod">
          <ac:chgData name="Duncan Young" userId="0d05c5b8-70c0-48c4-9720-582aed650fb7" providerId="ADAL" clId="{89BBCCF8-D395-4E00-A7D8-D8153F2B3CC8}" dt="2026-08-13T21:34:34.769" v="574" actId="1036"/>
          <ac:spMkLst>
            <pc:docMk/>
            <pc:sldMk cId="3961203795" sldId="2147469703"/>
            <ac:spMk id="68" creationId="{EF03EAC7-EFBE-6137-B09E-10533BAD4D8C}"/>
          </ac:spMkLst>
        </pc:spChg>
        <pc:spChg chg="add mod">
          <ac:chgData name="Duncan Young" userId="0d05c5b8-70c0-48c4-9720-582aed650fb7" providerId="ADAL" clId="{89BBCCF8-D395-4E00-A7D8-D8153F2B3CC8}" dt="2026-08-13T21:34:34.769" v="574" actId="1036"/>
          <ac:spMkLst>
            <pc:docMk/>
            <pc:sldMk cId="3961203795" sldId="2147469703"/>
            <ac:spMk id="70" creationId="{9DBDBB39-F433-3F1D-933C-1C6878CAECD6}"/>
          </ac:spMkLst>
        </pc:spChg>
        <pc:spChg chg="mod">
          <ac:chgData name="Duncan Young" userId="0d05c5b8-70c0-48c4-9720-582aed650fb7" providerId="ADAL" clId="{89BBCCF8-D395-4E00-A7D8-D8153F2B3CC8}" dt="2026-08-13T21:28:43.532" v="501" actId="2711"/>
          <ac:spMkLst>
            <pc:docMk/>
            <pc:sldMk cId="3961203795" sldId="2147469703"/>
            <ac:spMk id="72" creationId="{B36D71EC-8651-50CC-B289-8BADBCD4AAC9}"/>
          </ac:spMkLst>
        </pc:spChg>
        <pc:spChg chg="mod">
          <ac:chgData name="Duncan Young" userId="0d05c5b8-70c0-48c4-9720-582aed650fb7" providerId="ADAL" clId="{89BBCCF8-D395-4E00-A7D8-D8153F2B3CC8}" dt="2026-08-13T21:28:43.532" v="501" actId="2711"/>
          <ac:spMkLst>
            <pc:docMk/>
            <pc:sldMk cId="3961203795" sldId="2147469703"/>
            <ac:spMk id="74" creationId="{4395601C-27D7-464B-7C5E-4554382C337E}"/>
          </ac:spMkLst>
        </pc:spChg>
        <pc:spChg chg="del mod">
          <ac:chgData name="Duncan Young" userId="0d05c5b8-70c0-48c4-9720-582aed650fb7" providerId="ADAL" clId="{89BBCCF8-D395-4E00-A7D8-D8153F2B3CC8}" dt="2026-08-13T21:33:32.774" v="543" actId="478"/>
          <ac:spMkLst>
            <pc:docMk/>
            <pc:sldMk cId="3961203795" sldId="2147469703"/>
            <ac:spMk id="78" creationId="{A3BF65AA-D568-E574-BD46-C23EAC90BD39}"/>
          </ac:spMkLst>
        </pc:spChg>
        <pc:spChg chg="add del mod">
          <ac:chgData name="Duncan Young" userId="0d05c5b8-70c0-48c4-9720-582aed650fb7" providerId="ADAL" clId="{89BBCCF8-D395-4E00-A7D8-D8153F2B3CC8}" dt="2026-08-13T21:33:25.785" v="542" actId="478"/>
          <ac:spMkLst>
            <pc:docMk/>
            <pc:sldMk cId="3961203795" sldId="2147469703"/>
            <ac:spMk id="80" creationId="{15B5C854-C3B5-27BE-12BE-45813B328A7E}"/>
          </ac:spMkLst>
        </pc:spChg>
        <pc:spChg chg="del">
          <ac:chgData name="Duncan Young" userId="0d05c5b8-70c0-48c4-9720-582aed650fb7" providerId="ADAL" clId="{89BBCCF8-D395-4E00-A7D8-D8153F2B3CC8}" dt="2026-08-13T21:34:05.886" v="545" actId="478"/>
          <ac:spMkLst>
            <pc:docMk/>
            <pc:sldMk cId="3961203795" sldId="2147469703"/>
            <ac:spMk id="82" creationId="{43175EF9-D26C-0213-E2F4-D2EEB9E0FF7D}"/>
          </ac:spMkLst>
        </pc:spChg>
      </pc:sldChg>
      <pc:sldChg chg="addSp delSp modSp add mod">
        <pc:chgData name="Duncan Young" userId="0d05c5b8-70c0-48c4-9720-582aed650fb7" providerId="ADAL" clId="{89BBCCF8-D395-4E00-A7D8-D8153F2B3CC8}" dt="2026-08-13T21:49:55.623" v="773" actId="6549"/>
        <pc:sldMkLst>
          <pc:docMk/>
          <pc:sldMk cId="1066727362" sldId="2147469704"/>
        </pc:sldMkLst>
        <pc:spChg chg="del">
          <ac:chgData name="Duncan Young" userId="0d05c5b8-70c0-48c4-9720-582aed650fb7" providerId="ADAL" clId="{89BBCCF8-D395-4E00-A7D8-D8153F2B3CC8}" dt="2026-08-13T21:43:41.943" v="709" actId="478"/>
          <ac:spMkLst>
            <pc:docMk/>
            <pc:sldMk cId="1066727362" sldId="2147469704"/>
            <ac:spMk id="3" creationId="{43C929C0-6D12-3850-FE69-04133761F8B8}"/>
          </ac:spMkLst>
        </pc:spChg>
        <pc:spChg chg="add mod">
          <ac:chgData name="Duncan Young" userId="0d05c5b8-70c0-48c4-9720-582aed650fb7" providerId="ADAL" clId="{89BBCCF8-D395-4E00-A7D8-D8153F2B3CC8}" dt="2026-08-13T21:47:47.404" v="771" actId="1076"/>
          <ac:spMkLst>
            <pc:docMk/>
            <pc:sldMk cId="1066727362" sldId="2147469704"/>
            <ac:spMk id="4" creationId="{E250F127-E171-CDF2-E425-6276864D99A0}"/>
          </ac:spMkLst>
        </pc:spChg>
        <pc:spChg chg="del">
          <ac:chgData name="Duncan Young" userId="0d05c5b8-70c0-48c4-9720-582aed650fb7" providerId="ADAL" clId="{89BBCCF8-D395-4E00-A7D8-D8153F2B3CC8}" dt="2026-08-13T21:43:41.943" v="709" actId="478"/>
          <ac:spMkLst>
            <pc:docMk/>
            <pc:sldMk cId="1066727362" sldId="2147469704"/>
            <ac:spMk id="6" creationId="{1D61F4C4-9550-B672-81FC-9DC3020F78FD}"/>
          </ac:spMkLst>
        </pc:spChg>
        <pc:spChg chg="mod">
          <ac:chgData name="Duncan Young" userId="0d05c5b8-70c0-48c4-9720-582aed650fb7" providerId="ADAL" clId="{89BBCCF8-D395-4E00-A7D8-D8153F2B3CC8}" dt="2026-08-13T21:47:39.877" v="770" actId="1037"/>
          <ac:spMkLst>
            <pc:docMk/>
            <pc:sldMk cId="1066727362" sldId="2147469704"/>
            <ac:spMk id="7" creationId="{17710978-1B04-CB64-D725-8DEE9E2606D7}"/>
          </ac:spMkLst>
        </pc:spChg>
        <pc:spChg chg="mod">
          <ac:chgData name="Duncan Young" userId="0d05c5b8-70c0-48c4-9720-582aed650fb7" providerId="ADAL" clId="{89BBCCF8-D395-4E00-A7D8-D8153F2B3CC8}" dt="2026-08-13T21:46:21.278" v="728" actId="6549"/>
          <ac:spMkLst>
            <pc:docMk/>
            <pc:sldMk cId="1066727362" sldId="2147469704"/>
            <ac:spMk id="8" creationId="{34023378-A5C6-BE44-F2FE-6643EAC107BA}"/>
          </ac:spMkLst>
        </pc:spChg>
        <pc:spChg chg="add mod">
          <ac:chgData name="Duncan Young" userId="0d05c5b8-70c0-48c4-9720-582aed650fb7" providerId="ADAL" clId="{89BBCCF8-D395-4E00-A7D8-D8153F2B3CC8}" dt="2026-08-13T21:47:47.404" v="771" actId="1076"/>
          <ac:spMkLst>
            <pc:docMk/>
            <pc:sldMk cId="1066727362" sldId="2147469704"/>
            <ac:spMk id="11" creationId="{44FDC808-C206-F44E-77C9-CD786B8B208E}"/>
          </ac:spMkLst>
        </pc:spChg>
        <pc:spChg chg="add mod">
          <ac:chgData name="Duncan Young" userId="0d05c5b8-70c0-48c4-9720-582aed650fb7" providerId="ADAL" clId="{89BBCCF8-D395-4E00-A7D8-D8153F2B3CC8}" dt="2026-08-13T21:49:55.623" v="773" actId="6549"/>
          <ac:spMkLst>
            <pc:docMk/>
            <pc:sldMk cId="1066727362" sldId="2147469704"/>
            <ac:spMk id="14" creationId="{281DD6B9-1352-DA7D-1994-8D5F49BDAAE8}"/>
          </ac:spMkLst>
        </pc:spChg>
        <pc:spChg chg="del">
          <ac:chgData name="Duncan Young" userId="0d05c5b8-70c0-48c4-9720-582aed650fb7" providerId="ADAL" clId="{89BBCCF8-D395-4E00-A7D8-D8153F2B3CC8}" dt="2026-08-13T21:43:41.943" v="709" actId="478"/>
          <ac:spMkLst>
            <pc:docMk/>
            <pc:sldMk cId="1066727362" sldId="2147469704"/>
            <ac:spMk id="15" creationId="{A1CC4314-F1C5-EA1B-14C2-32D8C9F7D9B5}"/>
          </ac:spMkLst>
        </pc:spChg>
        <pc:spChg chg="add mod">
          <ac:chgData name="Duncan Young" userId="0d05c5b8-70c0-48c4-9720-582aed650fb7" providerId="ADAL" clId="{89BBCCF8-D395-4E00-A7D8-D8153F2B3CC8}" dt="2026-08-13T21:47:47.404" v="771" actId="1076"/>
          <ac:spMkLst>
            <pc:docMk/>
            <pc:sldMk cId="1066727362" sldId="2147469704"/>
            <ac:spMk id="17" creationId="{B674D76D-D067-F804-322C-E49FCADFC431}"/>
          </ac:spMkLst>
        </pc:spChg>
        <pc:spChg chg="add mod">
          <ac:chgData name="Duncan Young" userId="0d05c5b8-70c0-48c4-9720-582aed650fb7" providerId="ADAL" clId="{89BBCCF8-D395-4E00-A7D8-D8153F2B3CC8}" dt="2026-08-13T21:47:47.404" v="771" actId="1076"/>
          <ac:spMkLst>
            <pc:docMk/>
            <pc:sldMk cId="1066727362" sldId="2147469704"/>
            <ac:spMk id="21" creationId="{BCC0412A-3332-EA1B-AA97-477F604D249B}"/>
          </ac:spMkLst>
        </pc:spChg>
        <pc:spChg chg="del">
          <ac:chgData name="Duncan Young" userId="0d05c5b8-70c0-48c4-9720-582aed650fb7" providerId="ADAL" clId="{89BBCCF8-D395-4E00-A7D8-D8153F2B3CC8}" dt="2026-08-13T21:43:41.943" v="709" actId="478"/>
          <ac:spMkLst>
            <pc:docMk/>
            <pc:sldMk cId="1066727362" sldId="2147469704"/>
            <ac:spMk id="23" creationId="{0696B2E4-5A5B-9CB5-EC6A-7507F2053611}"/>
          </ac:spMkLst>
        </pc:spChg>
        <pc:spChg chg="add mod">
          <ac:chgData name="Duncan Young" userId="0d05c5b8-70c0-48c4-9720-582aed650fb7" providerId="ADAL" clId="{89BBCCF8-D395-4E00-A7D8-D8153F2B3CC8}" dt="2026-08-13T21:47:47.404" v="771" actId="1076"/>
          <ac:spMkLst>
            <pc:docMk/>
            <pc:sldMk cId="1066727362" sldId="2147469704"/>
            <ac:spMk id="24" creationId="{3C92A723-EB79-AD7C-7B6E-3681E26EB884}"/>
          </ac:spMkLst>
        </pc:spChg>
        <pc:spChg chg="del">
          <ac:chgData name="Duncan Young" userId="0d05c5b8-70c0-48c4-9720-582aed650fb7" providerId="ADAL" clId="{89BBCCF8-D395-4E00-A7D8-D8153F2B3CC8}" dt="2026-08-13T21:43:41.943" v="709" actId="478"/>
          <ac:spMkLst>
            <pc:docMk/>
            <pc:sldMk cId="1066727362" sldId="2147469704"/>
            <ac:spMk id="26" creationId="{BE6F968C-CD4D-F5F6-B5A9-94513546004C}"/>
          </ac:spMkLst>
        </pc:spChg>
        <pc:spChg chg="mod">
          <ac:chgData name="Duncan Young" userId="0d05c5b8-70c0-48c4-9720-582aed650fb7" providerId="ADAL" clId="{89BBCCF8-D395-4E00-A7D8-D8153F2B3CC8}" dt="2026-08-13T21:46:54.285" v="731" actId="255"/>
          <ac:spMkLst>
            <pc:docMk/>
            <pc:sldMk cId="1066727362" sldId="2147469704"/>
            <ac:spMk id="27" creationId="{A4793D16-4248-D18F-8132-29D22E602F8E}"/>
          </ac:spMkLst>
        </pc:spChg>
        <pc:spChg chg="del">
          <ac:chgData name="Duncan Young" userId="0d05c5b8-70c0-48c4-9720-582aed650fb7" providerId="ADAL" clId="{89BBCCF8-D395-4E00-A7D8-D8153F2B3CC8}" dt="2026-08-13T21:43:41.943" v="709" actId="478"/>
          <ac:spMkLst>
            <pc:docMk/>
            <pc:sldMk cId="1066727362" sldId="2147469704"/>
            <ac:spMk id="28" creationId="{FE73CB63-1204-B4F3-2899-436C005FA69A}"/>
          </ac:spMkLst>
        </pc:spChg>
        <pc:spChg chg="add mod">
          <ac:chgData name="Duncan Young" userId="0d05c5b8-70c0-48c4-9720-582aed650fb7" providerId="ADAL" clId="{89BBCCF8-D395-4E00-A7D8-D8153F2B3CC8}" dt="2026-08-13T21:47:47.404" v="771" actId="1076"/>
          <ac:spMkLst>
            <pc:docMk/>
            <pc:sldMk cId="1066727362" sldId="2147469704"/>
            <ac:spMk id="30" creationId="{A3F933B7-CFCB-46FF-042B-0C54FF153A1E}"/>
          </ac:spMkLst>
        </pc:spChg>
        <pc:spChg chg="mod">
          <ac:chgData name="Duncan Young" userId="0d05c5b8-70c0-48c4-9720-582aed650fb7" providerId="ADAL" clId="{89BBCCF8-D395-4E00-A7D8-D8153F2B3CC8}" dt="2026-08-13T21:47:39.877" v="770" actId="1037"/>
          <ac:spMkLst>
            <pc:docMk/>
            <pc:sldMk cId="1066727362" sldId="2147469704"/>
            <ac:spMk id="33" creationId="{F61230CF-4620-2F05-293B-F3AF0B1353F4}"/>
          </ac:spMkLst>
        </pc:spChg>
        <pc:spChg chg="del">
          <ac:chgData name="Duncan Young" userId="0d05c5b8-70c0-48c4-9720-582aed650fb7" providerId="ADAL" clId="{89BBCCF8-D395-4E00-A7D8-D8153F2B3CC8}" dt="2026-08-13T21:43:41.943" v="709" actId="478"/>
          <ac:spMkLst>
            <pc:docMk/>
            <pc:sldMk cId="1066727362" sldId="2147469704"/>
            <ac:spMk id="35" creationId="{01B338C5-D932-E4B0-0B65-6FF82278A937}"/>
          </ac:spMkLst>
        </pc:spChg>
        <pc:spChg chg="mod">
          <ac:chgData name="Duncan Young" userId="0d05c5b8-70c0-48c4-9720-582aed650fb7" providerId="ADAL" clId="{89BBCCF8-D395-4E00-A7D8-D8153F2B3CC8}" dt="2026-08-13T21:47:39.877" v="770" actId="1037"/>
          <ac:spMkLst>
            <pc:docMk/>
            <pc:sldMk cId="1066727362" sldId="2147469704"/>
            <ac:spMk id="36" creationId="{E4949477-A462-4A10-CFA6-90513B6052A9}"/>
          </ac:spMkLst>
        </pc:spChg>
        <pc:spChg chg="add mod">
          <ac:chgData name="Duncan Young" userId="0d05c5b8-70c0-48c4-9720-582aed650fb7" providerId="ADAL" clId="{89BBCCF8-D395-4E00-A7D8-D8153F2B3CC8}" dt="2026-08-13T21:47:47.404" v="771" actId="1076"/>
          <ac:spMkLst>
            <pc:docMk/>
            <pc:sldMk cId="1066727362" sldId="2147469704"/>
            <ac:spMk id="38" creationId="{9A6002D0-4BC7-443D-75A3-5822E75E2057}"/>
          </ac:spMkLst>
        </pc:spChg>
        <pc:spChg chg="del">
          <ac:chgData name="Duncan Young" userId="0d05c5b8-70c0-48c4-9720-582aed650fb7" providerId="ADAL" clId="{89BBCCF8-D395-4E00-A7D8-D8153F2B3CC8}" dt="2026-08-13T21:43:41.943" v="709" actId="478"/>
          <ac:spMkLst>
            <pc:docMk/>
            <pc:sldMk cId="1066727362" sldId="2147469704"/>
            <ac:spMk id="43" creationId="{F6E49856-89EF-6548-F6F4-D90A2A365298}"/>
          </ac:spMkLst>
        </pc:spChg>
        <pc:spChg chg="add mod">
          <ac:chgData name="Duncan Young" userId="0d05c5b8-70c0-48c4-9720-582aed650fb7" providerId="ADAL" clId="{89BBCCF8-D395-4E00-A7D8-D8153F2B3CC8}" dt="2026-08-13T21:47:47.404" v="771" actId="1076"/>
          <ac:spMkLst>
            <pc:docMk/>
            <pc:sldMk cId="1066727362" sldId="2147469704"/>
            <ac:spMk id="44" creationId="{DA1C3093-32E2-3640-1D1F-831A1A29DFB2}"/>
          </ac:spMkLst>
        </pc:spChg>
        <pc:spChg chg="mod">
          <ac:chgData name="Duncan Young" userId="0d05c5b8-70c0-48c4-9720-582aed650fb7" providerId="ADAL" clId="{89BBCCF8-D395-4E00-A7D8-D8153F2B3CC8}" dt="2026-08-13T21:47:18.484" v="737" actId="255"/>
          <ac:spMkLst>
            <pc:docMk/>
            <pc:sldMk cId="1066727362" sldId="2147469704"/>
            <ac:spMk id="46" creationId="{6C8E9276-F5E8-AB4D-4EE7-FD1F5279D293}"/>
          </ac:spMkLst>
        </pc:spChg>
        <pc:spChg chg="del">
          <ac:chgData name="Duncan Young" userId="0d05c5b8-70c0-48c4-9720-582aed650fb7" providerId="ADAL" clId="{89BBCCF8-D395-4E00-A7D8-D8153F2B3CC8}" dt="2026-08-13T21:43:41.943" v="709" actId="478"/>
          <ac:spMkLst>
            <pc:docMk/>
            <pc:sldMk cId="1066727362" sldId="2147469704"/>
            <ac:spMk id="47" creationId="{D1A6EBB6-BA3C-B9F2-6734-39D3F1F70FB0}"/>
          </ac:spMkLst>
        </pc:spChg>
        <pc:spChg chg="add mod">
          <ac:chgData name="Duncan Young" userId="0d05c5b8-70c0-48c4-9720-582aed650fb7" providerId="ADAL" clId="{89BBCCF8-D395-4E00-A7D8-D8153F2B3CC8}" dt="2026-08-13T21:47:47.404" v="771" actId="1076"/>
          <ac:spMkLst>
            <pc:docMk/>
            <pc:sldMk cId="1066727362" sldId="2147469704"/>
            <ac:spMk id="49" creationId="{40394401-5F0C-4D52-16D1-2044E34F21DA}"/>
          </ac:spMkLst>
        </pc:spChg>
        <pc:spChg chg="del mod">
          <ac:chgData name="Duncan Young" userId="0d05c5b8-70c0-48c4-9720-582aed650fb7" providerId="ADAL" clId="{89BBCCF8-D395-4E00-A7D8-D8153F2B3CC8}" dt="2026-08-13T21:47:25.700" v="738" actId="478"/>
          <ac:spMkLst>
            <pc:docMk/>
            <pc:sldMk cId="1066727362" sldId="2147469704"/>
            <ac:spMk id="52" creationId="{2F168575-481C-D2E4-6001-7A27BE31AC2B}"/>
          </ac:spMkLst>
        </pc:spChg>
        <pc:spChg chg="add del mod">
          <ac:chgData name="Duncan Young" userId="0d05c5b8-70c0-48c4-9720-582aed650fb7" providerId="ADAL" clId="{89BBCCF8-D395-4E00-A7D8-D8153F2B3CC8}" dt="2026-08-13T21:47:11.944" v="736"/>
          <ac:spMkLst>
            <pc:docMk/>
            <pc:sldMk cId="1066727362" sldId="2147469704"/>
            <ac:spMk id="53" creationId="{764C4241-3F7E-8545-38D1-D2416C9D2815}"/>
          </ac:spMkLst>
        </pc:spChg>
        <pc:spChg chg="del">
          <ac:chgData name="Duncan Young" userId="0d05c5b8-70c0-48c4-9720-582aed650fb7" providerId="ADAL" clId="{89BBCCF8-D395-4E00-A7D8-D8153F2B3CC8}" dt="2026-08-13T21:43:41.943" v="709" actId="478"/>
          <ac:spMkLst>
            <pc:docMk/>
            <pc:sldMk cId="1066727362" sldId="2147469704"/>
            <ac:spMk id="72" creationId="{54648A9E-1894-0B5B-8682-DB13D9FC84E1}"/>
          </ac:spMkLst>
        </pc:spChg>
      </pc:sldChg>
      <pc:sldChg chg="add del">
        <pc:chgData name="Duncan Young" userId="0d05c5b8-70c0-48c4-9720-582aed650fb7" providerId="ADAL" clId="{89BBCCF8-D395-4E00-A7D8-D8153F2B3CC8}" dt="2026-08-13T22:28:11.711" v="1131" actId="47"/>
        <pc:sldMkLst>
          <pc:docMk/>
          <pc:sldMk cId="769140820" sldId="2147469705"/>
        </pc:sldMkLst>
      </pc:sldChg>
      <pc:sldChg chg="add del">
        <pc:chgData name="Duncan Young" userId="0d05c5b8-70c0-48c4-9720-582aed650fb7" providerId="ADAL" clId="{89BBCCF8-D395-4E00-A7D8-D8153F2B3CC8}" dt="2026-08-13T22:17:07.676" v="1013" actId="47"/>
        <pc:sldMkLst>
          <pc:docMk/>
          <pc:sldMk cId="3317894914" sldId="2147469705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rgbClr val="344251"/>
                </a:solidFill>
                <a:latin typeface="+mn-lt"/>
                <a:ea typeface="+mn-ea"/>
                <a:cs typeface="+mn-cs"/>
              </a:defRPr>
            </a:pPr>
            <a:r>
              <a:rPr lang="en-US" sz="1200" dirty="0"/>
              <a:t>Contract Maintenance 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rgbClr val="34425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Registration above 3.5t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1013</c:v>
                </c:pt>
                <c:pt idx="1">
                  <c:v>1307</c:v>
                </c:pt>
                <c:pt idx="2">
                  <c:v>1505</c:v>
                </c:pt>
                <c:pt idx="3">
                  <c:v>1623</c:v>
                </c:pt>
                <c:pt idx="4">
                  <c:v>1678</c:v>
                </c:pt>
                <c:pt idx="5">
                  <c:v>1740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BA-B645-97BC-8D25FE4B263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Contract Maintenance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numCache>
            </c:numRef>
          </c:cat>
          <c:val>
            <c:numRef>
              <c:f>Sheet1!$C$2:$C$7</c:f>
              <c:numCache>
                <c:formatCode>0</c:formatCode>
                <c:ptCount val="6"/>
                <c:pt idx="0">
                  <c:v>208</c:v>
                </c:pt>
                <c:pt idx="1">
                  <c:v>274.47000000000025</c:v>
                </c:pt>
                <c:pt idx="2">
                  <c:v>376.25</c:v>
                </c:pt>
                <c:pt idx="3">
                  <c:v>438.21000000000009</c:v>
                </c:pt>
                <c:pt idx="4">
                  <c:v>486.61999999999995</c:v>
                </c:pt>
                <c:pt idx="5">
                  <c:v>539.4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BBA-B645-97BC-8D25FE4B26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68970944"/>
        <c:axId val="1668971840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Contract Maintenance Penetration %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3.3417339593846296E-2"/>
                  <c:y val="-4.660398437563708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BBA-B645-97BC-8D25FE4B263E}"/>
                </c:ext>
              </c:extLst>
            </c:dLbl>
            <c:dLbl>
              <c:idx val="1"/>
              <c:layout>
                <c:manualLayout>
                  <c:x val="-2.9704301861196675E-2"/>
                  <c:y val="-7.249508680654662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BBA-B645-97BC-8D25FE4B263E}"/>
                </c:ext>
              </c:extLst>
            </c:dLbl>
            <c:dLbl>
              <c:idx val="2"/>
              <c:layout>
                <c:manualLayout>
                  <c:x val="-3.5273858460171094E-2"/>
                  <c:y val="-6.213864583418277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BBA-B645-97BC-8D25FE4B263E}"/>
                </c:ext>
              </c:extLst>
            </c:dLbl>
            <c:dLbl>
              <c:idx val="3"/>
              <c:layout>
                <c:manualLayout>
                  <c:x val="-2.970430186119671E-2"/>
                  <c:y val="-5.696042534800092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9BBA-B645-97BC-8D25FE4B263E}"/>
                </c:ext>
              </c:extLst>
            </c:dLbl>
            <c:dLbl>
              <c:idx val="4"/>
              <c:layout>
                <c:manualLayout>
                  <c:x val="-3.8986896192820683E-2"/>
                  <c:y val="-5.69604253480008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BBA-B645-97BC-8D25FE4B263E}"/>
                </c:ext>
              </c:extLst>
            </c:dLbl>
            <c:dLbl>
              <c:idx val="5"/>
              <c:layout>
                <c:manualLayout>
                  <c:x val="-4.0843415059145474E-2"/>
                  <c:y val="-5.178220486181900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9BBA-B645-97BC-8D25FE4B263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34425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numCache>
            </c:numRef>
          </c:cat>
          <c:val>
            <c:numRef>
              <c:f>Sheet1!$D$2:$D$7</c:f>
              <c:numCache>
                <c:formatCode>0%</c:formatCode>
                <c:ptCount val="6"/>
                <c:pt idx="0">
                  <c:v>0.20533070088845015</c:v>
                </c:pt>
                <c:pt idx="1">
                  <c:v>0.21000000000000019</c:v>
                </c:pt>
                <c:pt idx="2">
                  <c:v>0.25</c:v>
                </c:pt>
                <c:pt idx="3">
                  <c:v>0.27000000000000007</c:v>
                </c:pt>
                <c:pt idx="4">
                  <c:v>0.28999999999999998</c:v>
                </c:pt>
                <c:pt idx="5">
                  <c:v>0.31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BBA-B645-97BC-8D25FE4B26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07132736"/>
        <c:axId val="1807881024"/>
      </c:lineChart>
      <c:catAx>
        <c:axId val="1668970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34425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68971840"/>
        <c:crosses val="autoZero"/>
        <c:auto val="1"/>
        <c:lblAlgn val="ctr"/>
        <c:lblOffset val="100"/>
        <c:noMultiLvlLbl val="0"/>
      </c:catAx>
      <c:valAx>
        <c:axId val="16689718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34425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68970944"/>
        <c:crosses val="autoZero"/>
        <c:crossBetween val="between"/>
      </c:valAx>
      <c:valAx>
        <c:axId val="1807881024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34425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07132736"/>
        <c:crosses val="max"/>
        <c:crossBetween val="between"/>
      </c:valAx>
      <c:catAx>
        <c:axId val="180713273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80788102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rgbClr val="34425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rgbClr val="344251"/>
      </a:solidFill>
    </a:ln>
    <a:effectLst/>
  </c:spPr>
  <c:txPr>
    <a:bodyPr/>
    <a:lstStyle/>
    <a:p>
      <a:pPr>
        <a:defRPr>
          <a:solidFill>
            <a:srgbClr val="344251"/>
          </a:solidFill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rgbClr val="344251"/>
                </a:solidFill>
                <a:latin typeface="+mn-lt"/>
                <a:ea typeface="+mn-ea"/>
                <a:cs typeface="+mn-cs"/>
              </a:defRPr>
            </a:pPr>
            <a:r>
              <a:rPr lang="en-US" sz="1200"/>
              <a:t>Contract Maintenance Parts 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rgbClr val="34425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Parts Turnover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Sheet1!$A$2:$A$7</c:f>
              <c:numCache>
                <c:formatCode>General</c:formatCod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numCache>
            </c:numRef>
          </c:cat>
          <c:val>
            <c:numRef>
              <c:f>Sheet1!$B$2:$B$7</c:f>
              <c:numCache>
                <c:formatCode>"£"#,##0</c:formatCode>
                <c:ptCount val="6"/>
                <c:pt idx="0">
                  <c:v>3543866</c:v>
                </c:pt>
                <c:pt idx="1">
                  <c:v>3553961</c:v>
                </c:pt>
                <c:pt idx="2">
                  <c:v>4294261</c:v>
                </c:pt>
                <c:pt idx="3">
                  <c:v>4984086</c:v>
                </c:pt>
                <c:pt idx="4">
                  <c:v>5943111</c:v>
                </c:pt>
                <c:pt idx="5">
                  <c:v>7255461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44-BE48-A362-DB788ACB68D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Parts Margin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Sheet1!$A$2:$A$7</c:f>
              <c:numCache>
                <c:formatCode>General</c:formatCod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numCache>
            </c:numRef>
          </c:cat>
          <c:val>
            <c:numRef>
              <c:f>Sheet1!$C$2:$C$7</c:f>
              <c:numCache>
                <c:formatCode>"£"#,##0</c:formatCode>
                <c:ptCount val="6"/>
                <c:pt idx="0">
                  <c:v>1240353</c:v>
                </c:pt>
                <c:pt idx="1">
                  <c:v>1243886.3499999999</c:v>
                </c:pt>
                <c:pt idx="2">
                  <c:v>1502991.3499999999</c:v>
                </c:pt>
                <c:pt idx="3">
                  <c:v>1744430.0999999999</c:v>
                </c:pt>
                <c:pt idx="4">
                  <c:v>2080088.8499999999</c:v>
                </c:pt>
                <c:pt idx="5">
                  <c:v>2539411.3499999996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D44-BE48-A362-DB788ACB68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06383936"/>
        <c:axId val="2006374080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% Increase Year vs Prior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34425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numCache>
            </c:numRef>
          </c:cat>
          <c:val>
            <c:numRef>
              <c:f>Sheet1!$D$2:$D$7</c:f>
              <c:numCache>
                <c:formatCode>0.00%</c:formatCode>
                <c:ptCount val="6"/>
                <c:pt idx="0">
                  <c:v>-2.2000000000000001E-4</c:v>
                </c:pt>
                <c:pt idx="1">
                  <c:v>2.8485840040227257E-3</c:v>
                </c:pt>
                <c:pt idx="2">
                  <c:v>0.20830279229288109</c:v>
                </c:pt>
                <c:pt idx="3">
                  <c:v>0.16063881538639593</c:v>
                </c:pt>
                <c:pt idx="4">
                  <c:v>0.19241742618405863</c:v>
                </c:pt>
                <c:pt idx="5">
                  <c:v>0.22081869243229682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15E-144A-BC75-269B03491B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2950528"/>
        <c:axId val="252946496"/>
      </c:lineChart>
      <c:catAx>
        <c:axId val="20063839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34425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06374080"/>
        <c:crosses val="autoZero"/>
        <c:auto val="1"/>
        <c:lblAlgn val="ctr"/>
        <c:lblOffset val="100"/>
        <c:noMultiLvlLbl val="0"/>
      </c:catAx>
      <c:valAx>
        <c:axId val="20063740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£&quot;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34425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06383936"/>
        <c:crosses val="autoZero"/>
        <c:crossBetween val="between"/>
      </c:valAx>
      <c:valAx>
        <c:axId val="252946496"/>
        <c:scaling>
          <c:orientation val="minMax"/>
        </c:scaling>
        <c:delete val="0"/>
        <c:axPos val="r"/>
        <c:numFmt formatCode="0.0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34425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52950528"/>
        <c:crosses val="max"/>
        <c:crossBetween val="between"/>
      </c:valAx>
      <c:catAx>
        <c:axId val="25295052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5294649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rgbClr val="34425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rgbClr val="344251"/>
      </a:solidFill>
    </a:ln>
    <a:effectLst/>
  </c:spPr>
  <c:txPr>
    <a:bodyPr/>
    <a:lstStyle/>
    <a:p>
      <a:pPr>
        <a:defRPr>
          <a:solidFill>
            <a:srgbClr val="344251"/>
          </a:solidFill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rgbClr val="344251"/>
                </a:solidFill>
                <a:latin typeface="+mn-lt"/>
                <a:ea typeface="+mn-ea"/>
                <a:cs typeface="+mn-cs"/>
              </a:defRPr>
            </a:pPr>
            <a:r>
              <a:rPr lang="en-US" sz="1200" dirty="0"/>
              <a:t>Total Units on Contract vs Total Parts</a:t>
            </a:r>
            <a:r>
              <a:rPr lang="en-US" sz="1200" baseline="0" dirty="0"/>
              <a:t> Turnover</a:t>
            </a:r>
            <a:endParaRPr lang="en-US" sz="12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rgbClr val="34425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Vehicles on Contract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Sheet1!$A$2:$A$7</c:f>
              <c:numCache>
                <c:formatCode>General</c:formatCod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numCache>
            </c:numRef>
          </c:cat>
          <c:val>
            <c:numRef>
              <c:f>Sheet1!$B$2:$B$7</c:f>
              <c:numCache>
                <c:formatCode>#,##0</c:formatCode>
                <c:ptCount val="6"/>
                <c:pt idx="0">
                  <c:v>1038</c:v>
                </c:pt>
                <c:pt idx="1">
                  <c:v>999</c:v>
                </c:pt>
                <c:pt idx="2">
                  <c:v>1218</c:v>
                </c:pt>
                <c:pt idx="3">
                  <c:v>1423</c:v>
                </c:pt>
                <c:pt idx="4">
                  <c:v>1708</c:v>
                </c:pt>
                <c:pt idx="5">
                  <c:v>2098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8C1-8E4D-85AC-466B5BEA49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06383936"/>
        <c:axId val="2006374080"/>
      </c:line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Parts Turnover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numRef>
              <c:f>Sheet1!$A$2:$A$7</c:f>
              <c:numCache>
                <c:formatCode>General</c:formatCod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numCache>
            </c:numRef>
          </c:cat>
          <c:val>
            <c:numRef>
              <c:f>Sheet1!$C$2:$C$7</c:f>
              <c:numCache>
                <c:formatCode>"£"#,##0</c:formatCode>
                <c:ptCount val="6"/>
                <c:pt idx="0">
                  <c:v>3543866</c:v>
                </c:pt>
                <c:pt idx="1">
                  <c:v>3553961</c:v>
                </c:pt>
                <c:pt idx="2">
                  <c:v>4294261</c:v>
                </c:pt>
                <c:pt idx="3">
                  <c:v>4984086</c:v>
                </c:pt>
                <c:pt idx="4">
                  <c:v>5943111</c:v>
                </c:pt>
                <c:pt idx="5">
                  <c:v>7255461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8C1-8E4D-85AC-466B5BEA49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7777152"/>
        <c:axId val="207882432"/>
      </c:lineChart>
      <c:catAx>
        <c:axId val="20063839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34425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06374080"/>
        <c:crosses val="autoZero"/>
        <c:auto val="1"/>
        <c:lblAlgn val="ctr"/>
        <c:lblOffset val="100"/>
        <c:noMultiLvlLbl val="0"/>
      </c:catAx>
      <c:valAx>
        <c:axId val="20063740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34425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06383936"/>
        <c:crosses val="autoZero"/>
        <c:crossBetween val="between"/>
      </c:valAx>
      <c:valAx>
        <c:axId val="207882432"/>
        <c:scaling>
          <c:orientation val="minMax"/>
        </c:scaling>
        <c:delete val="0"/>
        <c:axPos val="r"/>
        <c:numFmt formatCode="&quot;£&quot;#,##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34425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7777152"/>
        <c:crosses val="max"/>
        <c:crossBetween val="between"/>
      </c:valAx>
      <c:catAx>
        <c:axId val="20777715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0788243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rgbClr val="34425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rgbClr val="344251"/>
      </a:solidFill>
    </a:ln>
    <a:effectLst/>
  </c:spPr>
  <c:txPr>
    <a:bodyPr/>
    <a:lstStyle/>
    <a:p>
      <a:pPr>
        <a:defRPr>
          <a:solidFill>
            <a:srgbClr val="344251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" Type="http://schemas.openxmlformats.org/officeDocument/2006/relationships/theme" Target="../theme/theme3.xml"/><Relationship Id="rId6" Type="http://schemas.openxmlformats.org/officeDocument/2006/relationships/tags" Target="../tags/tag228.xml"/><Relationship Id="rId5" Type="http://schemas.openxmlformats.org/officeDocument/2006/relationships/tags" Target="../tags/tag227.xml"/><Relationship Id="rId4" Type="http://schemas.openxmlformats.org/officeDocument/2006/relationships/tags" Target="../tags/tag22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9F0BA78-90CB-6716-BAB4-5230A3DF17B2}"/>
              </a:ext>
            </a:extLst>
          </p:cNvPr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571BA2-0175-825B-7350-4BA121125589}"/>
              </a:ext>
            </a:extLst>
          </p:cNvPr>
          <p:cNvSpPr>
            <a:spLocks noGrp="1"/>
          </p:cNvSpPr>
          <p:nvPr>
            <p:ph type="dt" sz="quarter" idx="1"/>
            <p:custDataLst>
              <p:tags r:id="rId3"/>
            </p:custDataLst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1ADDA5-687F-4CA2-A9AF-6B9BF327A4DD}" type="datetimeFigureOut">
              <a:rPr lang="en-US" altLang="ja-JP" sz="1000" smtClean="0"/>
              <a:t>8/13/2026</a:t>
            </a:fld>
            <a:endParaRPr lang="ja-JP" altLang="en-US" sz="10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890FE2-FFF9-F3D2-3B9E-E27FF1500339}"/>
              </a:ext>
            </a:extLst>
          </p:cNvPr>
          <p:cNvSpPr>
            <a:spLocks noGrp="1"/>
          </p:cNvSpPr>
          <p:nvPr>
            <p:ph type="ftr" sz="quarter" idx="2"/>
            <p:custDataLst>
              <p:tags r:id="rId4"/>
            </p:custDataLst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C6A66D-1FFF-1678-14DB-F9428C5D4D3D}"/>
              </a:ext>
            </a:extLst>
          </p:cNvPr>
          <p:cNvSpPr>
            <a:spLocks noGrp="1"/>
          </p:cNvSpPr>
          <p:nvPr>
            <p:ph type="sldNum" sz="quarter" idx="3"/>
            <p:custDataLst>
              <p:tags r:id="rId5"/>
            </p:custDataLst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858B59-2E2E-46A0-90ED-1E61FADAB3B5}" type="slidenum">
              <a:rPr lang="en-US" altLang="ja-JP" sz="1000" smtClean="0"/>
              <a:t>‹#›</a:t>
            </a:fld>
            <a:endParaRPr lang="ja-JP" altLang="en-US" sz="1000"/>
          </a:p>
        </p:txBody>
      </p:sp>
      <p:grpSp>
        <p:nvGrpSpPr>
          <p:cNvPr id="6" name="LOGO RED">
            <a:extLst>
              <a:ext uri="{FF2B5EF4-FFF2-40B4-BE49-F238E27FC236}">
                <a16:creationId xmlns:a16="http://schemas.microsoft.com/office/drawing/2014/main" id="{11072DBC-7458-B0A5-006F-9A77FFDFD512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3060184" y="8853800"/>
            <a:ext cx="737631" cy="128367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FD1FC228-DC72-A1A7-7565-634640A96F61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7912B6C-CE3F-D459-6033-7479C9BD4A6F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59C4B25-13DC-8240-8FB3-29757822D933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5B32314-27A9-7F76-DF92-20FF4AE6A54E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0F5F5B2-78CC-8E92-C577-13AF3D69C06C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20927250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23.xml"/><Relationship Id="rId3" Type="http://schemas.openxmlformats.org/officeDocument/2006/relationships/tags" Target="../tags/tag218.xml"/><Relationship Id="rId7" Type="http://schemas.openxmlformats.org/officeDocument/2006/relationships/tags" Target="../tags/tag222.xml"/><Relationship Id="rId2" Type="http://schemas.openxmlformats.org/officeDocument/2006/relationships/tags" Target="../tags/tag217.xml"/><Relationship Id="rId1" Type="http://schemas.openxmlformats.org/officeDocument/2006/relationships/theme" Target="../theme/theme2.xml"/><Relationship Id="rId6" Type="http://schemas.openxmlformats.org/officeDocument/2006/relationships/tags" Target="../tags/tag221.xml"/><Relationship Id="rId5" Type="http://schemas.openxmlformats.org/officeDocument/2006/relationships/tags" Target="../tags/tag220.xml"/><Relationship Id="rId4" Type="http://schemas.openxmlformats.org/officeDocument/2006/relationships/tags" Target="../tags/tag21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ja-JP" altLang="en-US" dirty="0"/>
            </a:lvl1pPr>
          </a:lstStyle>
          <a:p>
            <a:endParaRPr lang="en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  <p:custDataLst>
              <p:tags r:id="rId3"/>
            </p:custDataLst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/>
            </a:lvl1pPr>
          </a:lstStyle>
          <a:p>
            <a:fld id="{E281846C-643F-4F0E-9EC5-8D1A801D89C6}" type="datetimeFigureOut">
              <a:rPr lang="en-US" altLang="ja-JP" smtClean="0"/>
              <a:pPr/>
              <a:t>8/13/2026</a:t>
            </a:fld>
            <a:endParaRPr lang="ja-JP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  <p:custDataLst>
              <p:tags r:id="rId4"/>
            </p:custDataLst>
          </p:nvPr>
        </p:nvSpPr>
        <p:spPr>
          <a:xfrm>
            <a:off x="1691229" y="945883"/>
            <a:ext cx="3475541" cy="195499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85800" y="3449533"/>
            <a:ext cx="5486400" cy="496623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  <a:endParaRPr lang="ja-JP" altLang="en-US"/>
          </a:p>
          <a:p>
            <a:pPr lvl="2"/>
            <a:r>
              <a:rPr lang="en-US" altLang="ja-JP"/>
              <a:t>Third level</a:t>
            </a:r>
            <a:endParaRPr lang="ja-JP" altLang="en-US"/>
          </a:p>
          <a:p>
            <a:pPr lvl="3"/>
            <a:r>
              <a:rPr lang="en-US" altLang="ja-JP"/>
              <a:t>Fourth level</a:t>
            </a:r>
            <a:endParaRPr lang="ja-JP" altLang="en-US"/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  <p:custDataLst>
              <p:tags r:id="rId6"/>
            </p:custDataLst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ja-JP" altLang="en-US" dirty="0"/>
            </a:lvl1pPr>
          </a:lstStyle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  <p:custDataLst>
              <p:tags r:id="rId7"/>
            </p:custDataLst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E33A13B3-A3CB-4EE5-AF82-764F8AB15C65}" type="slidenum">
              <a:rPr lang="en-US" altLang="ja-JP" smtClean="0"/>
              <a:pPr/>
              <a:t>‹#›</a:t>
            </a:fld>
            <a:endParaRPr lang="ja-JP" altLang="en-US"/>
          </a:p>
        </p:txBody>
      </p:sp>
      <p:grpSp>
        <p:nvGrpSpPr>
          <p:cNvPr id="8" name="LOGO RED">
            <a:extLst>
              <a:ext uri="{FF2B5EF4-FFF2-40B4-BE49-F238E27FC236}">
                <a16:creationId xmlns:a16="http://schemas.microsoft.com/office/drawing/2014/main" id="{AB799E2B-D3C9-AFAE-EDB1-D544666556C1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3060184" y="8853800"/>
            <a:ext cx="737631" cy="128367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6F1B57B5-583B-5F3A-D9A6-B2A0A94A8626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5579C19-6679-A34E-F94B-387A17288156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DC01044-50B1-C740-5BF1-324854199077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2477F87-3264-58A2-D634-FDCE09153ADA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2FCB32D-1342-0DF1-099E-4A864AAFCE24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107445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5A101-392C-E384-736E-969EA06AF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12C3FA-0015-8E5D-E0BF-27A3F5E077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692275" y="946150"/>
            <a:ext cx="3473450" cy="1954213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6A7D41-F738-4DB3-9274-BD8AC4784F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1006B5-B37D-2B33-FDC9-F890B547F7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4501A6-891D-044B-8BDF-B096B7686F2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98306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8F4EA-BAE6-BF06-515B-CCC5536A6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A61005-1900-9AF6-A329-388973DFC8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692275" y="946150"/>
            <a:ext cx="3473450" cy="1954213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CFFCE0-DE0E-DD86-13CC-AE43F30F7C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43847C-F4FC-4835-80DF-D061F62E98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4501A6-891D-044B-8BDF-B096B7686F2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54385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59638-17C2-4A16-270B-67569CED6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921CDA-CF2B-8CCB-D0BE-DF18DEA358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692275" y="946150"/>
            <a:ext cx="3473450" cy="1954213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22D21E-409B-5859-BA8B-857C5E2BF7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90F8F-4180-3FD8-A237-A63A67C044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4501A6-891D-044B-8BDF-B096B7686F2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92080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44C33-F616-C819-145B-2EB285A90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47DD7F-4995-A22F-7B12-7422FDA287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692275" y="946150"/>
            <a:ext cx="3473450" cy="1954213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03B1D7-214C-B8F8-8705-5E63F1CC89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91F124-B13D-1BC6-C481-B41C916272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4501A6-891D-044B-8BDF-B096B7686F2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79035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50060-33CD-8C86-551A-DDA78C5C7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2FBE3E-1DF2-4859-925C-A0B1E50C4B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692275" y="946150"/>
            <a:ext cx="3473450" cy="1954213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31D4A0-E509-5F57-FEC5-AF76E6A168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2232F2-52D7-FE76-BB7E-832A6B0FE8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4501A6-891D-044B-8BDF-B096B7686F2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59904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6C8DE-55D2-4565-12D2-A95078E4F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25CB96-C798-3181-CE60-E0FB61DC1B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692275" y="946150"/>
            <a:ext cx="3473450" cy="1954213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E49A64-CCBB-71F3-1E19-A28C04D96E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3B2A45-DE29-27AA-8963-C8F5CE8AF4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4501A6-891D-044B-8BDF-B096B7686F2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20643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F40AC-0B9B-176E-2C39-A53F288F0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34EF81-A329-EC2B-AA7E-CDF900E320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692275" y="946150"/>
            <a:ext cx="3473450" cy="1954213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2F9964-8715-2E11-F072-59F227A699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CEAE3-8B9E-D318-59F6-D9FCDB5BEA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4501A6-891D-044B-8BDF-B096B7686F2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64491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B7472-AFA9-91C9-7A1C-34CED38D8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65D617-0331-DE0F-0A44-2A45FD5970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692275" y="946150"/>
            <a:ext cx="3473450" cy="1954213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4920AF-D716-327F-D06B-4572A0256C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F507FC-D6E8-B285-23A3-0DDCD03922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4501A6-891D-044B-8BDF-B096B7686F2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82748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692275" y="946150"/>
            <a:ext cx="3473450" cy="19542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Current Maintenance packages are being redeveloped to enhance the customer offering and promote lifecycle solutions including connected services and 5-year warranty.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Only customers who consent to ITUK accessing their data via the DTU will benefit from the 5-year warranty, this is a great incentive for customers to provide that permission to ITUK.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Customer usage data could prove extremely useful for IML R&amp;D for future product Development.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Future DTU developments will enhance the offering that we are able to provide and promote further aftersales activity and customer retention.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DCA07E-93C1-4B11-B3C8-F89DF3618FF9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92938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C8155-40F7-CD06-7529-C99B0C7CD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10B6E6-161B-CA16-858A-5AF3438ECF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692275" y="946150"/>
            <a:ext cx="3473450" cy="1954213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24F03E-7A40-70D5-D5BA-C9FAD5426C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9F393A-79E6-EDE3-C96B-72CFE2C200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4501A6-891D-044B-8BDF-B096B7686F2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89364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167A1-2311-F0F4-39A8-946D0DB65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70DA7C-2616-B1A7-4CA8-07C6CB3858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692275" y="946150"/>
            <a:ext cx="3473450" cy="1954213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EB4A9A-D87C-2CE3-E340-FFD8D6E3F7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D84DC7-52D8-B41C-2B08-C7E775336D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4501A6-891D-044B-8BDF-B096B7686F2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11159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9DF36-E86C-C184-8510-E1324EA86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DFE890-255B-A736-1085-BF348D78BB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692275" y="946150"/>
            <a:ext cx="3473450" cy="1954213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BC3026-9B3F-B6E0-983B-D24FDF93DC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154BC7-50D5-1191-B53C-075F9D0F25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4501A6-891D-044B-8BDF-B096B7686F2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27175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A206A-9040-C111-B8A9-A1DFC0FAF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28ACCB-D311-A1FB-690A-6F85096260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692275" y="946150"/>
            <a:ext cx="3473450" cy="1954213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3B2AA2-51AB-8249-3A70-4FB23E2B3A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263FA3-B6A5-0F3D-EB05-56381C9C6A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4501A6-891D-044B-8BDF-B096B7686F2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45441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3F1CD-8DDE-53D5-79CB-193F4EAD3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9E2659-08A5-A4B9-50F0-F6A48A186A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692275" y="946150"/>
            <a:ext cx="3473450" cy="1954213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022CDA-94F6-A0DB-B3AE-D2845274B6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F51BFD-B3E0-1FD3-7B00-F8A2B5F4DE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4501A6-891D-044B-8BDF-B096B7686F2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56934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C4D08-DD54-755F-9408-2512B0422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4A2BA0-1D50-DA56-2049-B946E04A58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692275" y="946150"/>
            <a:ext cx="3473450" cy="1954213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38E313-0BF5-99D6-A12E-468945F833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3BA881-9313-97AE-534E-F998EC00B2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4501A6-891D-044B-8BDF-B096B7686F2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5947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08C84-D695-286A-6DFB-BD78099DC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3B8726-D014-84EF-2A4C-F771619180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692275" y="946150"/>
            <a:ext cx="3473450" cy="1954213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7D9C52-16F5-84C9-2029-EAF2E70FB9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94281F-0103-AAD8-D4EA-A7715FAB8C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4501A6-891D-044B-8BDF-B096B7686F2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20110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tags" Target="../tags/tag7.xml"/><Relationship Id="rId7" Type="http://schemas.openxmlformats.org/officeDocument/2006/relationships/image" Target="../media/image1.sv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9.xml"/><Relationship Id="rId4" Type="http://schemas.openxmlformats.org/officeDocument/2006/relationships/tags" Target="../tags/tag8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10" Type="http://schemas.openxmlformats.org/officeDocument/2006/relationships/image" Target="../media/image3.svg"/><Relationship Id="rId4" Type="http://schemas.openxmlformats.org/officeDocument/2006/relationships/tags" Target="../tags/tag13.xml"/><Relationship Id="rId9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10" Type="http://schemas.openxmlformats.org/officeDocument/2006/relationships/image" Target="../media/image3.svg"/><Relationship Id="rId4" Type="http://schemas.openxmlformats.org/officeDocument/2006/relationships/tags" Target="../tags/tag21.xml"/><Relationship Id="rId9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28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9" Type="http://schemas.openxmlformats.org/officeDocument/2006/relationships/image" Target="../media/image2.sv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9.xml"/><Relationship Id="rId3" Type="http://schemas.openxmlformats.org/officeDocument/2006/relationships/tags" Target="../tags/tag34.xml"/><Relationship Id="rId7" Type="http://schemas.openxmlformats.org/officeDocument/2006/relationships/tags" Target="../tags/tag38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11" Type="http://schemas.openxmlformats.org/officeDocument/2006/relationships/image" Target="../media/image2.svg"/><Relationship Id="rId5" Type="http://schemas.openxmlformats.org/officeDocument/2006/relationships/tags" Target="../tags/tag36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35.xml"/><Relationship Id="rId9" Type="http://schemas.openxmlformats.org/officeDocument/2006/relationships/tags" Target="../tags/tag40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4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10" Type="http://schemas.openxmlformats.org/officeDocument/2006/relationships/image" Target="../media/image3.svg"/><Relationship Id="rId4" Type="http://schemas.openxmlformats.org/officeDocument/2006/relationships/tags" Target="../tags/tag44.xml"/><Relationship Id="rId9" Type="http://schemas.openxmlformats.org/officeDocument/2006/relationships/image" Target="../media/image5.sv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tags" Target="../tags/tag4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10" Type="http://schemas.openxmlformats.org/officeDocument/2006/relationships/image" Target="../media/image3.svg"/><Relationship Id="rId4" Type="http://schemas.openxmlformats.org/officeDocument/2006/relationships/tags" Target="../tags/tag50.xml"/><Relationship Id="rId9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5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10" Type="http://schemas.openxmlformats.org/officeDocument/2006/relationships/image" Target="../media/image3.svg"/><Relationship Id="rId4" Type="http://schemas.openxmlformats.org/officeDocument/2006/relationships/tags" Target="../tags/tag56.xml"/><Relationship Id="rId9" Type="http://schemas.openxmlformats.org/officeDocument/2006/relationships/image" Target="../media/image5.svg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61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10" Type="http://schemas.openxmlformats.org/officeDocument/2006/relationships/image" Target="../media/image3.svg"/><Relationship Id="rId4" Type="http://schemas.openxmlformats.org/officeDocument/2006/relationships/tags" Target="../tags/tag62.xml"/><Relationship Id="rId9" Type="http://schemas.openxmlformats.org/officeDocument/2006/relationships/image" Target="../media/image6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image" Target="../media/image1.sv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68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78.xml"/><Relationship Id="rId7" Type="http://schemas.openxmlformats.org/officeDocument/2006/relationships/tags" Target="../tags/tag82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4" Type="http://schemas.openxmlformats.org/officeDocument/2006/relationships/image" Target="../media/image8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4" Type="http://schemas.openxmlformats.org/officeDocument/2006/relationships/image" Target="../media/image8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89.xml"/><Relationship Id="rId7" Type="http://schemas.openxmlformats.org/officeDocument/2006/relationships/image" Target="../media/image9.svg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91.xml"/><Relationship Id="rId4" Type="http://schemas.openxmlformats.org/officeDocument/2006/relationships/tags" Target="../tags/tag90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94.xml"/><Relationship Id="rId7" Type="http://schemas.openxmlformats.org/officeDocument/2006/relationships/image" Target="../media/image10.svg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96.xml"/><Relationship Id="rId4" Type="http://schemas.openxmlformats.org/officeDocument/2006/relationships/tags" Target="../tags/tag95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0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4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tags" Target="../tags/tag105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09.xml"/><Relationship Id="rId4" Type="http://schemas.openxmlformats.org/officeDocument/2006/relationships/tags" Target="../tags/tag108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" Type="http://schemas.openxmlformats.org/officeDocument/2006/relationships/tags" Target="../tags/tag11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4.xml"/><Relationship Id="rId4" Type="http://schemas.openxmlformats.org/officeDocument/2006/relationships/tags" Target="../tags/tag113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" Type="http://schemas.openxmlformats.org/officeDocument/2006/relationships/tags" Target="../tags/tag11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18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" Type="http://schemas.openxmlformats.org/officeDocument/2006/relationships/tags" Target="../tags/tag119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2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125.xml"/><Relationship Id="rId2" Type="http://schemas.openxmlformats.org/officeDocument/2006/relationships/tags" Target="../tags/tag124.xml"/><Relationship Id="rId1" Type="http://schemas.openxmlformats.org/officeDocument/2006/relationships/tags" Target="../tags/tag123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26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tags" Target="../tags/tag129.xml"/><Relationship Id="rId2" Type="http://schemas.openxmlformats.org/officeDocument/2006/relationships/tags" Target="../tags/tag128.xml"/><Relationship Id="rId1" Type="http://schemas.openxmlformats.org/officeDocument/2006/relationships/tags" Target="../tags/tag12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30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32.xml"/><Relationship Id="rId1" Type="http://schemas.openxmlformats.org/officeDocument/2006/relationships/tags" Target="../tags/tag13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13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34.xml"/><Relationship Id="rId1" Type="http://schemas.openxmlformats.org/officeDocument/2006/relationships/tags" Target="../tags/tag133.xml"/><Relationship Id="rId6" Type="http://schemas.openxmlformats.org/officeDocument/2006/relationships/tags" Target="../tags/tag138.xml"/><Relationship Id="rId5" Type="http://schemas.openxmlformats.org/officeDocument/2006/relationships/tags" Target="../tags/tag137.xml"/><Relationship Id="rId4" Type="http://schemas.openxmlformats.org/officeDocument/2006/relationships/tags" Target="../tags/tag136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tags" Target="../tags/tag141.xml"/><Relationship Id="rId2" Type="http://schemas.openxmlformats.org/officeDocument/2006/relationships/tags" Target="../tags/tag140.xml"/><Relationship Id="rId1" Type="http://schemas.openxmlformats.org/officeDocument/2006/relationships/tags" Target="../tags/tag139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42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45.xml"/><Relationship Id="rId7" Type="http://schemas.openxmlformats.org/officeDocument/2006/relationships/tags" Target="../tags/tag149.xml"/><Relationship Id="rId2" Type="http://schemas.openxmlformats.org/officeDocument/2006/relationships/tags" Target="../tags/tag144.xml"/><Relationship Id="rId1" Type="http://schemas.openxmlformats.org/officeDocument/2006/relationships/tags" Target="../tags/tag143.xml"/><Relationship Id="rId6" Type="http://schemas.openxmlformats.org/officeDocument/2006/relationships/tags" Target="../tags/tag148.xml"/><Relationship Id="rId5" Type="http://schemas.openxmlformats.org/officeDocument/2006/relationships/tags" Target="../tags/tag147.xml"/><Relationship Id="rId4" Type="http://schemas.openxmlformats.org/officeDocument/2006/relationships/tags" Target="../tags/tag146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152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51.xml"/><Relationship Id="rId1" Type="http://schemas.openxmlformats.org/officeDocument/2006/relationships/tags" Target="../tags/tag150.xml"/><Relationship Id="rId6" Type="http://schemas.openxmlformats.org/officeDocument/2006/relationships/tags" Target="../tags/tag155.xml"/><Relationship Id="rId5" Type="http://schemas.openxmlformats.org/officeDocument/2006/relationships/tags" Target="../tags/tag154.xml"/><Relationship Id="rId4" Type="http://schemas.openxmlformats.org/officeDocument/2006/relationships/tags" Target="../tags/tag15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158.xml"/><Relationship Id="rId7" Type="http://schemas.openxmlformats.org/officeDocument/2006/relationships/image" Target="../media/image12.svg"/><Relationship Id="rId2" Type="http://schemas.openxmlformats.org/officeDocument/2006/relationships/tags" Target="../tags/tag157.xml"/><Relationship Id="rId1" Type="http://schemas.openxmlformats.org/officeDocument/2006/relationships/tags" Target="../tags/tag156.xml"/><Relationship Id="rId6" Type="http://schemas.openxmlformats.org/officeDocument/2006/relationships/image" Target="../media/image11.sv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59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tags" Target="../tags/tag162.xml"/><Relationship Id="rId7" Type="http://schemas.openxmlformats.org/officeDocument/2006/relationships/image" Target="../media/image6.svg"/><Relationship Id="rId2" Type="http://schemas.openxmlformats.org/officeDocument/2006/relationships/tags" Target="../tags/tag161.xml"/><Relationship Id="rId1" Type="http://schemas.openxmlformats.org/officeDocument/2006/relationships/tags" Target="../tags/tag160.xml"/><Relationship Id="rId6" Type="http://schemas.openxmlformats.org/officeDocument/2006/relationships/image" Target="../media/image11.sv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6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tags" Target="../tags/tag166.xml"/><Relationship Id="rId7" Type="http://schemas.openxmlformats.org/officeDocument/2006/relationships/image" Target="../media/image12.svg"/><Relationship Id="rId2" Type="http://schemas.openxmlformats.org/officeDocument/2006/relationships/tags" Target="../tags/tag165.xml"/><Relationship Id="rId1" Type="http://schemas.openxmlformats.org/officeDocument/2006/relationships/tags" Target="../tags/tag164.xml"/><Relationship Id="rId6" Type="http://schemas.openxmlformats.org/officeDocument/2006/relationships/image" Target="../media/image13.sv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67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tags" Target="../tags/tag170.xml"/><Relationship Id="rId7" Type="http://schemas.openxmlformats.org/officeDocument/2006/relationships/image" Target="../media/image6.svg"/><Relationship Id="rId2" Type="http://schemas.openxmlformats.org/officeDocument/2006/relationships/tags" Target="../tags/tag169.xml"/><Relationship Id="rId1" Type="http://schemas.openxmlformats.org/officeDocument/2006/relationships/tags" Target="../tags/tag168.xml"/><Relationship Id="rId6" Type="http://schemas.openxmlformats.org/officeDocument/2006/relationships/image" Target="../media/image13.sv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71.xml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tags" Target="../tags/tag17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73.xml"/><Relationship Id="rId1" Type="http://schemas.openxmlformats.org/officeDocument/2006/relationships/tags" Target="../tags/tag172.xml"/><Relationship Id="rId6" Type="http://schemas.openxmlformats.org/officeDocument/2006/relationships/tags" Target="../tags/tag177.xml"/><Relationship Id="rId5" Type="http://schemas.openxmlformats.org/officeDocument/2006/relationships/tags" Target="../tags/tag176.xml"/><Relationship Id="rId4" Type="http://schemas.openxmlformats.org/officeDocument/2006/relationships/tags" Target="../tags/tag175.xml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tags" Target="../tags/tag180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79.xml"/><Relationship Id="rId1" Type="http://schemas.openxmlformats.org/officeDocument/2006/relationships/tags" Target="../tags/tag178.xml"/><Relationship Id="rId6" Type="http://schemas.openxmlformats.org/officeDocument/2006/relationships/tags" Target="../tags/tag183.xml"/><Relationship Id="rId5" Type="http://schemas.openxmlformats.org/officeDocument/2006/relationships/tags" Target="../tags/tag182.xml"/><Relationship Id="rId4" Type="http://schemas.openxmlformats.org/officeDocument/2006/relationships/tags" Target="../tags/tag181.xml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tags" Target="../tags/tag191.xml"/><Relationship Id="rId3" Type="http://schemas.openxmlformats.org/officeDocument/2006/relationships/tags" Target="../tags/tag186.xml"/><Relationship Id="rId7" Type="http://schemas.openxmlformats.org/officeDocument/2006/relationships/tags" Target="../tags/tag190.xml"/><Relationship Id="rId2" Type="http://schemas.openxmlformats.org/officeDocument/2006/relationships/tags" Target="../tags/tag185.xml"/><Relationship Id="rId1" Type="http://schemas.openxmlformats.org/officeDocument/2006/relationships/tags" Target="../tags/tag184.xml"/><Relationship Id="rId6" Type="http://schemas.openxmlformats.org/officeDocument/2006/relationships/tags" Target="../tags/tag189.xml"/><Relationship Id="rId5" Type="http://schemas.openxmlformats.org/officeDocument/2006/relationships/tags" Target="../tags/tag188.xml"/><Relationship Id="rId10" Type="http://schemas.openxmlformats.org/officeDocument/2006/relationships/image" Target="../media/image5.svg"/><Relationship Id="rId4" Type="http://schemas.openxmlformats.org/officeDocument/2006/relationships/tags" Target="../tags/tag187.xml"/><Relationship Id="rId9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tags" Target="../tags/tag199.xml"/><Relationship Id="rId3" Type="http://schemas.openxmlformats.org/officeDocument/2006/relationships/tags" Target="../tags/tag194.xml"/><Relationship Id="rId7" Type="http://schemas.openxmlformats.org/officeDocument/2006/relationships/tags" Target="../tags/tag198.xml"/><Relationship Id="rId2" Type="http://schemas.openxmlformats.org/officeDocument/2006/relationships/tags" Target="../tags/tag193.xml"/><Relationship Id="rId1" Type="http://schemas.openxmlformats.org/officeDocument/2006/relationships/tags" Target="../tags/tag192.xml"/><Relationship Id="rId6" Type="http://schemas.openxmlformats.org/officeDocument/2006/relationships/tags" Target="../tags/tag197.xml"/><Relationship Id="rId5" Type="http://schemas.openxmlformats.org/officeDocument/2006/relationships/tags" Target="../tags/tag196.xml"/><Relationship Id="rId10" Type="http://schemas.openxmlformats.org/officeDocument/2006/relationships/image" Target="../media/image6.svg"/><Relationship Id="rId4" Type="http://schemas.openxmlformats.org/officeDocument/2006/relationships/tags" Target="../tags/tag195.xml"/><Relationship Id="rId9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0.xml"/><Relationship Id="rId4" Type="http://schemas.openxmlformats.org/officeDocument/2006/relationships/image" Target="../media/image2.sv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1.xml"/><Relationship Id="rId4" Type="http://schemas.openxmlformats.org/officeDocument/2006/relationships/image" Target="../media/image15.png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204.xml"/><Relationship Id="rId7" Type="http://schemas.openxmlformats.org/officeDocument/2006/relationships/tags" Target="../tags/tag208.xml"/><Relationship Id="rId2" Type="http://schemas.openxmlformats.org/officeDocument/2006/relationships/tags" Target="../tags/tag203.xml"/><Relationship Id="rId1" Type="http://schemas.openxmlformats.org/officeDocument/2006/relationships/tags" Target="../tags/tag202.xml"/><Relationship Id="rId6" Type="http://schemas.openxmlformats.org/officeDocument/2006/relationships/tags" Target="../tags/tag207.xml"/><Relationship Id="rId11" Type="http://schemas.openxmlformats.org/officeDocument/2006/relationships/image" Target="../media/image2.svg"/><Relationship Id="rId5" Type="http://schemas.openxmlformats.org/officeDocument/2006/relationships/tags" Target="../tags/tag206.xml"/><Relationship Id="rId10" Type="http://schemas.openxmlformats.org/officeDocument/2006/relationships/image" Target="../media/image1.svg"/><Relationship Id="rId4" Type="http://schemas.openxmlformats.org/officeDocument/2006/relationships/tags" Target="../tags/tag205.xml"/><Relationship Id="rId9" Type="http://schemas.openxmlformats.org/officeDocument/2006/relationships/image" Target="../media/image16.svg"/></Relationships>
</file>

<file path=ppt/slideLayouts/_rels/slideLayout41.xml.rels><?xml version="1.0" encoding="UTF-8" standalone="yes"?>
<Relationships xmlns="http://schemas.openxmlformats.org/package/2006/relationships"><Relationship Id="rId8" Type="http://schemas.openxmlformats.org/officeDocument/2006/relationships/tags" Target="../tags/tag216.xml"/><Relationship Id="rId3" Type="http://schemas.openxmlformats.org/officeDocument/2006/relationships/tags" Target="../tags/tag211.xml"/><Relationship Id="rId7" Type="http://schemas.openxmlformats.org/officeDocument/2006/relationships/tags" Target="../tags/tag215.xml"/><Relationship Id="rId2" Type="http://schemas.openxmlformats.org/officeDocument/2006/relationships/tags" Target="../tags/tag210.xml"/><Relationship Id="rId1" Type="http://schemas.openxmlformats.org/officeDocument/2006/relationships/tags" Target="../tags/tag209.xml"/><Relationship Id="rId6" Type="http://schemas.openxmlformats.org/officeDocument/2006/relationships/tags" Target="../tags/tag214.xml"/><Relationship Id="rId5" Type="http://schemas.openxmlformats.org/officeDocument/2006/relationships/tags" Target="../tags/tag213.xml"/><Relationship Id="rId10" Type="http://schemas.openxmlformats.org/officeDocument/2006/relationships/image" Target="../media/image9.svg"/><Relationship Id="rId4" Type="http://schemas.openxmlformats.org/officeDocument/2006/relationships/tags" Target="../tags/tag212.xml"/><Relationship Id="rId9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 Intro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908C39C-20D9-C1AE-3AF7-BF60ABC2BCDB}"/>
              </a:ext>
            </a:extLst>
          </p:cNvPr>
          <p:cNvSpPr/>
          <p:nvPr userDrawn="1"/>
        </p:nvSpPr>
        <p:spPr>
          <a:xfrm>
            <a:off x="0" y="6383734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33D07AA-59AE-F6B7-D242-02D2D6FC51A2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20" name="Lines locked">
            <a:extLst>
              <a:ext uri="{FF2B5EF4-FFF2-40B4-BE49-F238E27FC236}">
                <a16:creationId xmlns:a16="http://schemas.microsoft.com/office/drawing/2014/main" id="{F67FE508-3830-9902-E356-983AED62310A}"/>
              </a:ext>
            </a:extLst>
          </p:cNvPr>
          <p:cNvPicPr/>
          <p:nvPr userDrawn="1"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3697200"/>
            <a:ext cx="12192000" cy="3064803"/>
          </a:xfrm>
          <a:prstGeom prst="rect">
            <a:avLst/>
          </a:prstGeom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E53C9551-6F6E-0A0F-ADB5-07A7CBCB1519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523878" y="2059911"/>
            <a:ext cx="8348792" cy="1609862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D708CF01-DE81-2B96-B06E-68D3EBBCF511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23878" y="4704538"/>
            <a:ext cx="4175713" cy="931026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altLang="ja-JP"/>
              <a:t>Date, Name, or Content</a:t>
            </a:r>
          </a:p>
        </p:txBody>
      </p:sp>
      <p:grpSp>
        <p:nvGrpSpPr>
          <p:cNvPr id="23" name="LOGO RED">
            <a:extLst>
              <a:ext uri="{FF2B5EF4-FFF2-40B4-BE49-F238E27FC236}">
                <a16:creationId xmlns:a16="http://schemas.microsoft.com/office/drawing/2014/main" id="{A3D21425-E4F5-BA03-474C-634D8486FCC6}"/>
              </a:ext>
            </a:extLst>
          </p:cNvPr>
          <p:cNvGrpSpPr/>
          <p:nvPr userDrawn="1">
            <p:custDataLst>
              <p:tags r:id="rId4"/>
            </p:custDataLst>
          </p:nvPr>
        </p:nvGrpSpPr>
        <p:grpSpPr>
          <a:xfrm>
            <a:off x="454798" y="303421"/>
            <a:ext cx="2025604" cy="352508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24" name="Freeform: Shape 7">
              <a:extLst>
                <a:ext uri="{FF2B5EF4-FFF2-40B4-BE49-F238E27FC236}">
                  <a16:creationId xmlns:a16="http://schemas.microsoft.com/office/drawing/2014/main" id="{9CB8B1BA-77D6-DC8F-4FB3-8865EE53647B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Freeform: Shape 8">
              <a:extLst>
                <a:ext uri="{FF2B5EF4-FFF2-40B4-BE49-F238E27FC236}">
                  <a16:creationId xmlns:a16="http://schemas.microsoft.com/office/drawing/2014/main" id="{D030864B-0F9B-6746-C7BC-71EADCBCBCB3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Freeform: Shape 9">
              <a:extLst>
                <a:ext uri="{FF2B5EF4-FFF2-40B4-BE49-F238E27FC236}">
                  <a16:creationId xmlns:a16="http://schemas.microsoft.com/office/drawing/2014/main" id="{7013969C-746A-E6E4-1BF7-DE8C1165F871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Freeform: Shape 10">
              <a:extLst>
                <a:ext uri="{FF2B5EF4-FFF2-40B4-BE49-F238E27FC236}">
                  <a16:creationId xmlns:a16="http://schemas.microsoft.com/office/drawing/2014/main" id="{BBE85AFA-3329-2D8B-E57C-B7BAAB975F69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" name="Freeform: Shape 11">
              <a:extLst>
                <a:ext uri="{FF2B5EF4-FFF2-40B4-BE49-F238E27FC236}">
                  <a16:creationId xmlns:a16="http://schemas.microsoft.com/office/drawing/2014/main" id="{802953B5-2C95-1400-CCFC-CA2BE75E6C8C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9" name="Logo ISUZU GROUP">
            <a:extLst>
              <a:ext uri="{FF2B5EF4-FFF2-40B4-BE49-F238E27FC236}">
                <a16:creationId xmlns:a16="http://schemas.microsoft.com/office/drawing/2014/main" id="{0A1AC8C0-B0DF-5EB5-B8D1-D1B625AF406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9982197" y="438149"/>
            <a:ext cx="1841501" cy="228403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9872317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2 Intro - R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Swirl Locked">
            <a:extLst>
              <a:ext uri="{FF2B5EF4-FFF2-40B4-BE49-F238E27FC236}">
                <a16:creationId xmlns:a16="http://schemas.microsoft.com/office/drawing/2014/main" id="{04CACB78-F145-CCD3-C94E-42968604B927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0" y="3697200"/>
            <a:ext cx="12193209" cy="3162659"/>
            <a:chOff x="0" y="3699103"/>
            <a:chExt cx="12193209" cy="3162659"/>
          </a:xfrm>
        </p:grpSpPr>
        <p:sp>
          <p:nvSpPr>
            <p:cNvPr id="22" name="Freeform: Shape 4">
              <a:extLst>
                <a:ext uri="{FF2B5EF4-FFF2-40B4-BE49-F238E27FC236}">
                  <a16:creationId xmlns:a16="http://schemas.microsoft.com/office/drawing/2014/main" id="{D2641F76-BA10-207F-18FC-B54093DBB52D}"/>
                </a:ext>
              </a:extLst>
            </p:cNvPr>
            <p:cNvSpPr/>
            <p:nvPr userDrawn="1">
              <p:custDataLst>
                <p:tags r:id="rId6"/>
              </p:custDataLst>
            </p:nvPr>
          </p:nvSpPr>
          <p:spPr>
            <a:xfrm>
              <a:off x="0" y="5985337"/>
              <a:ext cx="12193209" cy="876425"/>
            </a:xfrm>
            <a:custGeom>
              <a:avLst/>
              <a:gdLst>
                <a:gd name="connsiteX0" fmla="*/ 0 w 12193209"/>
                <a:gd name="connsiteY0" fmla="*/ 0 h 876425"/>
                <a:gd name="connsiteX1" fmla="*/ 12193210 w 12193209"/>
                <a:gd name="connsiteY1" fmla="*/ 0 h 876425"/>
                <a:gd name="connsiteX2" fmla="*/ 12193210 w 12193209"/>
                <a:gd name="connsiteY2" fmla="*/ 876426 h 876425"/>
                <a:gd name="connsiteX3" fmla="*/ 0 w 12193209"/>
                <a:gd name="connsiteY3" fmla="*/ 876426 h 876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3209" h="876425">
                  <a:moveTo>
                    <a:pt x="0" y="0"/>
                  </a:moveTo>
                  <a:lnTo>
                    <a:pt x="12193210" y="0"/>
                  </a:lnTo>
                  <a:lnTo>
                    <a:pt x="12193210" y="876426"/>
                  </a:lnTo>
                  <a:lnTo>
                    <a:pt x="0" y="876426"/>
                  </a:lnTo>
                  <a:close/>
                </a:path>
              </a:pathLst>
            </a:custGeom>
            <a:solidFill>
              <a:srgbClr val="C74657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Freeform: Shape 5">
              <a:extLst>
                <a:ext uri="{FF2B5EF4-FFF2-40B4-BE49-F238E27FC236}">
                  <a16:creationId xmlns:a16="http://schemas.microsoft.com/office/drawing/2014/main" id="{F3B74E68-3BB9-E2F0-E168-57BA58530B5D}"/>
                </a:ext>
              </a:extLst>
            </p:cNvPr>
            <p:cNvSpPr/>
            <p:nvPr userDrawn="1">
              <p:custDataLst>
                <p:tags r:id="rId7"/>
              </p:custDataLst>
            </p:nvPr>
          </p:nvSpPr>
          <p:spPr>
            <a:xfrm>
              <a:off x="0" y="5985337"/>
              <a:ext cx="4060191" cy="762033"/>
            </a:xfrm>
            <a:custGeom>
              <a:avLst/>
              <a:gdLst>
                <a:gd name="connsiteX0" fmla="*/ 4060191 w 4060191"/>
                <a:gd name="connsiteY0" fmla="*/ 0 h 762033"/>
                <a:gd name="connsiteX1" fmla="*/ 0 w 4060191"/>
                <a:gd name="connsiteY1" fmla="*/ 762034 h 762033"/>
                <a:gd name="connsiteX2" fmla="*/ 0 w 4060191"/>
                <a:gd name="connsiteY2" fmla="*/ 0 h 762033"/>
                <a:gd name="connsiteX3" fmla="*/ 4060191 w 4060191"/>
                <a:gd name="connsiteY3" fmla="*/ 0 h 76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0191" h="762033">
                  <a:moveTo>
                    <a:pt x="4060191" y="0"/>
                  </a:moveTo>
                  <a:cubicBezTo>
                    <a:pt x="2770286" y="437272"/>
                    <a:pt x="1364106" y="709475"/>
                    <a:pt x="0" y="762034"/>
                  </a:cubicBezTo>
                  <a:lnTo>
                    <a:pt x="0" y="0"/>
                  </a:lnTo>
                  <a:lnTo>
                    <a:pt x="4060191" y="0"/>
                  </a:lnTo>
                  <a:close/>
                </a:path>
              </a:pathLst>
            </a:custGeom>
            <a:solidFill>
              <a:srgbClr val="B5091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" name="Freeform: Shape 15">
              <a:extLst>
                <a:ext uri="{FF2B5EF4-FFF2-40B4-BE49-F238E27FC236}">
                  <a16:creationId xmlns:a16="http://schemas.microsoft.com/office/drawing/2014/main" id="{BA00D4DA-1DBD-CD92-6AEE-A77F06D8515E}"/>
                </a:ext>
              </a:extLst>
            </p:cNvPr>
            <p:cNvSpPr/>
            <p:nvPr userDrawn="1">
              <p:custDataLst>
                <p:tags r:id="rId8"/>
              </p:custDataLst>
            </p:nvPr>
          </p:nvSpPr>
          <p:spPr>
            <a:xfrm>
              <a:off x="4060191" y="3699103"/>
              <a:ext cx="8133018" cy="2286234"/>
            </a:xfrm>
            <a:custGeom>
              <a:avLst/>
              <a:gdLst>
                <a:gd name="connsiteX0" fmla="*/ 1892113 w 8133018"/>
                <a:gd name="connsiteY0" fmla="*/ 2286235 h 2286234"/>
                <a:gd name="connsiteX1" fmla="*/ 8133019 w 8133018"/>
                <a:gd name="connsiteY1" fmla="*/ 2286235 h 2286234"/>
                <a:gd name="connsiteX2" fmla="*/ 8133019 w 8133018"/>
                <a:gd name="connsiteY2" fmla="*/ 0 h 2286234"/>
                <a:gd name="connsiteX3" fmla="*/ 4071752 w 8133018"/>
                <a:gd name="connsiteY3" fmla="*/ 762034 h 2286234"/>
                <a:gd name="connsiteX4" fmla="*/ 0 w 8133018"/>
                <a:gd name="connsiteY4" fmla="*/ 2286235 h 2286234"/>
                <a:gd name="connsiteX5" fmla="*/ 1892113 w 8133018"/>
                <a:gd name="connsiteY5" fmla="*/ 2286235 h 2286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133018" h="2286234">
                  <a:moveTo>
                    <a:pt x="1892113" y="2286235"/>
                  </a:moveTo>
                  <a:lnTo>
                    <a:pt x="8133019" y="2286235"/>
                  </a:lnTo>
                  <a:cubicBezTo>
                    <a:pt x="8133019" y="2286235"/>
                    <a:pt x="8133019" y="0"/>
                    <a:pt x="8133019" y="0"/>
                  </a:cubicBezTo>
                  <a:cubicBezTo>
                    <a:pt x="6687319" y="72587"/>
                    <a:pt x="5326977" y="387536"/>
                    <a:pt x="4071752" y="762034"/>
                  </a:cubicBezTo>
                  <a:cubicBezTo>
                    <a:pt x="2715039" y="1166910"/>
                    <a:pt x="771578" y="2024651"/>
                    <a:pt x="0" y="2286235"/>
                  </a:cubicBezTo>
                  <a:lnTo>
                    <a:pt x="1892113" y="2286235"/>
                  </a:lnTo>
                  <a:close/>
                </a:path>
              </a:pathLst>
            </a:custGeom>
            <a:solidFill>
              <a:srgbClr val="D36B79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5" name="Title 1">
            <a:extLst>
              <a:ext uri="{FF2B5EF4-FFF2-40B4-BE49-F238E27FC236}">
                <a16:creationId xmlns:a16="http://schemas.microsoft.com/office/drawing/2014/main" id="{BC6DCA0A-34BC-3633-D2DC-4B1A1F15DCF9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523878" y="2059911"/>
            <a:ext cx="8348792" cy="1609862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1EE1E8DC-4741-59F2-A8E6-298ECF2113C4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23878" y="4704538"/>
            <a:ext cx="4175713" cy="931026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altLang="ja-JP"/>
              <a:t>Date, Name, or Content</a:t>
            </a:r>
          </a:p>
        </p:txBody>
      </p:sp>
      <p:grpSp>
        <p:nvGrpSpPr>
          <p:cNvPr id="27" name="LOGO RED">
            <a:extLst>
              <a:ext uri="{FF2B5EF4-FFF2-40B4-BE49-F238E27FC236}">
                <a16:creationId xmlns:a16="http://schemas.microsoft.com/office/drawing/2014/main" id="{74F83E0D-01EF-7069-2D94-C62DE4FBC4FF}"/>
              </a:ext>
            </a:extLst>
          </p:cNvPr>
          <p:cNvGrpSpPr/>
          <p:nvPr userDrawn="1">
            <p:custDataLst>
              <p:tags r:id="rId4"/>
            </p:custDataLst>
          </p:nvPr>
        </p:nvGrpSpPr>
        <p:grpSpPr>
          <a:xfrm>
            <a:off x="454798" y="303421"/>
            <a:ext cx="2025604" cy="352508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28" name="Freeform: Shape 7">
              <a:extLst>
                <a:ext uri="{FF2B5EF4-FFF2-40B4-BE49-F238E27FC236}">
                  <a16:creationId xmlns:a16="http://schemas.microsoft.com/office/drawing/2014/main" id="{1D1D9E5A-8933-E89E-ED6D-EAF0796E45F8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" name="Freeform: Shape 8">
              <a:extLst>
                <a:ext uri="{FF2B5EF4-FFF2-40B4-BE49-F238E27FC236}">
                  <a16:creationId xmlns:a16="http://schemas.microsoft.com/office/drawing/2014/main" id="{CF2E09C8-5701-0216-6D7A-C912342756F5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9">
              <a:extLst>
                <a:ext uri="{FF2B5EF4-FFF2-40B4-BE49-F238E27FC236}">
                  <a16:creationId xmlns:a16="http://schemas.microsoft.com/office/drawing/2014/main" id="{AAB9B8E5-4885-3A73-E68B-AF083B073071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10">
              <a:extLst>
                <a:ext uri="{FF2B5EF4-FFF2-40B4-BE49-F238E27FC236}">
                  <a16:creationId xmlns:a16="http://schemas.microsoft.com/office/drawing/2014/main" id="{2439F794-4FCA-C0D2-50C2-BE58C0D6B0DA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11">
              <a:extLst>
                <a:ext uri="{FF2B5EF4-FFF2-40B4-BE49-F238E27FC236}">
                  <a16:creationId xmlns:a16="http://schemas.microsoft.com/office/drawing/2014/main" id="{BA01A36E-7597-E539-C829-E80A72D63800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5" name="Logo ISUZU GROUP">
            <a:extLst>
              <a:ext uri="{FF2B5EF4-FFF2-40B4-BE49-F238E27FC236}">
                <a16:creationId xmlns:a16="http://schemas.microsoft.com/office/drawing/2014/main" id="{CC4D5812-E907-84D8-6980-29394C9031E7}"/>
              </a:ext>
            </a:extLst>
          </p:cNvPr>
          <p:cNvSpPr>
            <a:spLocks noGrp="1"/>
          </p:cNvSpPr>
          <p:nvPr>
            <p:ph type="body" sz="quarter" idx="19" hasCustomPrompt="1"/>
            <p:custDataLst>
              <p:tags r:id="rId5"/>
            </p:custDataLst>
          </p:nvPr>
        </p:nvSpPr>
        <p:spPr>
          <a:xfrm>
            <a:off x="9518650" y="6276138"/>
            <a:ext cx="2206625" cy="2736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331049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3 Intro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Swirl Locked">
            <a:extLst>
              <a:ext uri="{FF2B5EF4-FFF2-40B4-BE49-F238E27FC236}">
                <a16:creationId xmlns:a16="http://schemas.microsoft.com/office/drawing/2014/main" id="{61CB4AEE-A8F6-0A59-6370-5F8EDCC0863E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0" y="3697200"/>
            <a:ext cx="12193209" cy="3162659"/>
            <a:chOff x="0" y="3699103"/>
            <a:chExt cx="12193209" cy="3162659"/>
          </a:xfrm>
        </p:grpSpPr>
        <p:sp>
          <p:nvSpPr>
            <p:cNvPr id="22" name="Freeform: Shape 4">
              <a:extLst>
                <a:ext uri="{FF2B5EF4-FFF2-40B4-BE49-F238E27FC236}">
                  <a16:creationId xmlns:a16="http://schemas.microsoft.com/office/drawing/2014/main" id="{0559B8ED-E8EC-BD7C-95E5-3DD3F053D826}"/>
                </a:ext>
              </a:extLst>
            </p:cNvPr>
            <p:cNvSpPr/>
            <p:nvPr userDrawn="1">
              <p:custDataLst>
                <p:tags r:id="rId6"/>
              </p:custDataLst>
            </p:nvPr>
          </p:nvSpPr>
          <p:spPr>
            <a:xfrm>
              <a:off x="0" y="5985337"/>
              <a:ext cx="12193209" cy="876425"/>
            </a:xfrm>
            <a:custGeom>
              <a:avLst/>
              <a:gdLst>
                <a:gd name="connsiteX0" fmla="*/ 0 w 12193209"/>
                <a:gd name="connsiteY0" fmla="*/ 0 h 876425"/>
                <a:gd name="connsiteX1" fmla="*/ 12193210 w 12193209"/>
                <a:gd name="connsiteY1" fmla="*/ 0 h 876425"/>
                <a:gd name="connsiteX2" fmla="*/ 12193210 w 12193209"/>
                <a:gd name="connsiteY2" fmla="*/ 876426 h 876425"/>
                <a:gd name="connsiteX3" fmla="*/ 0 w 12193209"/>
                <a:gd name="connsiteY3" fmla="*/ 876426 h 876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3209" h="876425">
                  <a:moveTo>
                    <a:pt x="0" y="0"/>
                  </a:moveTo>
                  <a:lnTo>
                    <a:pt x="12193210" y="0"/>
                  </a:lnTo>
                  <a:lnTo>
                    <a:pt x="12193210" y="876426"/>
                  </a:lnTo>
                  <a:lnTo>
                    <a:pt x="0" y="876426"/>
                  </a:lnTo>
                  <a:close/>
                </a:path>
              </a:pathLst>
            </a:custGeom>
            <a:solidFill>
              <a:srgbClr val="405C8B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Freeform: Shape 5">
              <a:extLst>
                <a:ext uri="{FF2B5EF4-FFF2-40B4-BE49-F238E27FC236}">
                  <a16:creationId xmlns:a16="http://schemas.microsoft.com/office/drawing/2014/main" id="{3D4C52BD-F63C-DE34-7DA8-63082B32CEAC}"/>
                </a:ext>
              </a:extLst>
            </p:cNvPr>
            <p:cNvSpPr/>
            <p:nvPr userDrawn="1">
              <p:custDataLst>
                <p:tags r:id="rId7"/>
              </p:custDataLst>
            </p:nvPr>
          </p:nvSpPr>
          <p:spPr>
            <a:xfrm>
              <a:off x="0" y="5985337"/>
              <a:ext cx="4060191" cy="762033"/>
            </a:xfrm>
            <a:custGeom>
              <a:avLst/>
              <a:gdLst>
                <a:gd name="connsiteX0" fmla="*/ 4060191 w 4060191"/>
                <a:gd name="connsiteY0" fmla="*/ 0 h 762033"/>
                <a:gd name="connsiteX1" fmla="*/ 0 w 4060191"/>
                <a:gd name="connsiteY1" fmla="*/ 762034 h 762033"/>
                <a:gd name="connsiteX2" fmla="*/ 0 w 4060191"/>
                <a:gd name="connsiteY2" fmla="*/ 0 h 762033"/>
                <a:gd name="connsiteX3" fmla="*/ 4060191 w 4060191"/>
                <a:gd name="connsiteY3" fmla="*/ 0 h 76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0191" h="762033">
                  <a:moveTo>
                    <a:pt x="4060191" y="0"/>
                  </a:moveTo>
                  <a:cubicBezTo>
                    <a:pt x="2770286" y="437272"/>
                    <a:pt x="1364106" y="709475"/>
                    <a:pt x="0" y="762034"/>
                  </a:cubicBezTo>
                  <a:lnTo>
                    <a:pt x="0" y="0"/>
                  </a:lnTo>
                  <a:lnTo>
                    <a:pt x="4060191" y="0"/>
                  </a:lnTo>
                  <a:close/>
                </a:path>
              </a:pathLst>
            </a:custGeom>
            <a:solidFill>
              <a:srgbClr val="0026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" name="Freeform: Shape 15">
              <a:extLst>
                <a:ext uri="{FF2B5EF4-FFF2-40B4-BE49-F238E27FC236}">
                  <a16:creationId xmlns:a16="http://schemas.microsoft.com/office/drawing/2014/main" id="{04D936A5-1222-BA67-8DA2-1EA0BAD68A74}"/>
                </a:ext>
              </a:extLst>
            </p:cNvPr>
            <p:cNvSpPr/>
            <p:nvPr userDrawn="1">
              <p:custDataLst>
                <p:tags r:id="rId8"/>
              </p:custDataLst>
            </p:nvPr>
          </p:nvSpPr>
          <p:spPr>
            <a:xfrm>
              <a:off x="4060191" y="3699103"/>
              <a:ext cx="8133018" cy="2286234"/>
            </a:xfrm>
            <a:custGeom>
              <a:avLst/>
              <a:gdLst>
                <a:gd name="connsiteX0" fmla="*/ 1892113 w 8133018"/>
                <a:gd name="connsiteY0" fmla="*/ 2286235 h 2286234"/>
                <a:gd name="connsiteX1" fmla="*/ 8133019 w 8133018"/>
                <a:gd name="connsiteY1" fmla="*/ 2286235 h 2286234"/>
                <a:gd name="connsiteX2" fmla="*/ 8133019 w 8133018"/>
                <a:gd name="connsiteY2" fmla="*/ 0 h 2286234"/>
                <a:gd name="connsiteX3" fmla="*/ 4071752 w 8133018"/>
                <a:gd name="connsiteY3" fmla="*/ 762034 h 2286234"/>
                <a:gd name="connsiteX4" fmla="*/ 0 w 8133018"/>
                <a:gd name="connsiteY4" fmla="*/ 2286235 h 2286234"/>
                <a:gd name="connsiteX5" fmla="*/ 1892113 w 8133018"/>
                <a:gd name="connsiteY5" fmla="*/ 2286235 h 2286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133018" h="2286234">
                  <a:moveTo>
                    <a:pt x="1892113" y="2286235"/>
                  </a:moveTo>
                  <a:lnTo>
                    <a:pt x="8133019" y="2286235"/>
                  </a:lnTo>
                  <a:cubicBezTo>
                    <a:pt x="8133019" y="2286235"/>
                    <a:pt x="8133019" y="0"/>
                    <a:pt x="8133019" y="0"/>
                  </a:cubicBezTo>
                  <a:cubicBezTo>
                    <a:pt x="6687319" y="72587"/>
                    <a:pt x="5326977" y="387536"/>
                    <a:pt x="4071752" y="762034"/>
                  </a:cubicBezTo>
                  <a:cubicBezTo>
                    <a:pt x="2715039" y="1166910"/>
                    <a:pt x="771578" y="2024651"/>
                    <a:pt x="0" y="2286235"/>
                  </a:cubicBezTo>
                  <a:lnTo>
                    <a:pt x="1892113" y="2286235"/>
                  </a:lnTo>
                  <a:close/>
                </a:path>
              </a:pathLst>
            </a:custGeom>
            <a:solidFill>
              <a:srgbClr val="667DA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5" name="Title 1">
            <a:extLst>
              <a:ext uri="{FF2B5EF4-FFF2-40B4-BE49-F238E27FC236}">
                <a16:creationId xmlns:a16="http://schemas.microsoft.com/office/drawing/2014/main" id="{24AF0AB7-CFFA-EDE3-7487-128BEA647526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523878" y="2059911"/>
            <a:ext cx="8348792" cy="1609862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A8ED1AA4-B47C-6727-B932-89897A7B77A8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23878" y="4704538"/>
            <a:ext cx="4175713" cy="931026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altLang="ja-JP"/>
              <a:t>Date, Name, or Content</a:t>
            </a:r>
          </a:p>
        </p:txBody>
      </p:sp>
      <p:grpSp>
        <p:nvGrpSpPr>
          <p:cNvPr id="27" name="LOGO RED">
            <a:extLst>
              <a:ext uri="{FF2B5EF4-FFF2-40B4-BE49-F238E27FC236}">
                <a16:creationId xmlns:a16="http://schemas.microsoft.com/office/drawing/2014/main" id="{B0A5A0A6-4D21-88DD-230F-43AA227C7637}"/>
              </a:ext>
            </a:extLst>
          </p:cNvPr>
          <p:cNvGrpSpPr/>
          <p:nvPr userDrawn="1">
            <p:custDataLst>
              <p:tags r:id="rId4"/>
            </p:custDataLst>
          </p:nvPr>
        </p:nvGrpSpPr>
        <p:grpSpPr>
          <a:xfrm>
            <a:off x="454798" y="303421"/>
            <a:ext cx="2025604" cy="352508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28" name="Freeform: Shape 7">
              <a:extLst>
                <a:ext uri="{FF2B5EF4-FFF2-40B4-BE49-F238E27FC236}">
                  <a16:creationId xmlns:a16="http://schemas.microsoft.com/office/drawing/2014/main" id="{1E4B9F16-8B29-16B7-FC6A-666A69766D15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" name="Freeform: Shape 8">
              <a:extLst>
                <a:ext uri="{FF2B5EF4-FFF2-40B4-BE49-F238E27FC236}">
                  <a16:creationId xmlns:a16="http://schemas.microsoft.com/office/drawing/2014/main" id="{26B37C67-1164-37CE-99B5-42F168F62848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9">
              <a:extLst>
                <a:ext uri="{FF2B5EF4-FFF2-40B4-BE49-F238E27FC236}">
                  <a16:creationId xmlns:a16="http://schemas.microsoft.com/office/drawing/2014/main" id="{9EF7511A-1B6F-89F4-FAFD-59E22DD0A204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10">
              <a:extLst>
                <a:ext uri="{FF2B5EF4-FFF2-40B4-BE49-F238E27FC236}">
                  <a16:creationId xmlns:a16="http://schemas.microsoft.com/office/drawing/2014/main" id="{B8253061-C7BC-B14A-819C-1028890CAABC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11">
              <a:extLst>
                <a:ext uri="{FF2B5EF4-FFF2-40B4-BE49-F238E27FC236}">
                  <a16:creationId xmlns:a16="http://schemas.microsoft.com/office/drawing/2014/main" id="{F2469B7B-E942-BD44-AFFF-7B0D88D6E546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5" name="Logo ISUZU GROUP">
            <a:extLst>
              <a:ext uri="{FF2B5EF4-FFF2-40B4-BE49-F238E27FC236}">
                <a16:creationId xmlns:a16="http://schemas.microsoft.com/office/drawing/2014/main" id="{9598EB09-A4E7-966C-0B1B-A068B46F0A02}"/>
              </a:ext>
            </a:extLst>
          </p:cNvPr>
          <p:cNvSpPr>
            <a:spLocks noGrp="1"/>
          </p:cNvSpPr>
          <p:nvPr>
            <p:ph type="body" sz="quarter" idx="19" hasCustomPrompt="1"/>
            <p:custDataLst>
              <p:tags r:id="rId5"/>
            </p:custDataLst>
          </p:nvPr>
        </p:nvSpPr>
        <p:spPr>
          <a:xfrm>
            <a:off x="9518650" y="6276138"/>
            <a:ext cx="2206625" cy="2736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7055590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4 Intro - Red 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B4184176-FD9C-7D44-D04F-A7BCD747E879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964641"/>
            <a:ext cx="12193211" cy="5893359"/>
          </a:xfrm>
          <a:prstGeom prst="rect">
            <a:avLst/>
          </a:prstGeom>
          <a:solidFill>
            <a:srgbClr val="C43A4C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3" name="Swirl Locked">
            <a:extLst>
              <a:ext uri="{FF2B5EF4-FFF2-40B4-BE49-F238E27FC236}">
                <a16:creationId xmlns:a16="http://schemas.microsoft.com/office/drawing/2014/main" id="{B9CFDEC6-D613-779F-38D5-4342A03080AB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0" y="3695341"/>
            <a:ext cx="12193211" cy="3162659"/>
          </a:xfrm>
          <a:prstGeom prst="rect">
            <a:avLst/>
          </a:prstGeom>
          <a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1A9AFC8E-90B8-5EAE-CAA6-F0671E1A6792}"/>
              </a:ext>
            </a:extLst>
          </p:cNvPr>
          <p:cNvSpPr>
            <a:spLocks noGrp="1"/>
          </p:cNvSpPr>
          <p:nvPr userDrawn="1">
            <p:ph type="ctrTitle" hasCustomPrompt="1"/>
            <p:custDataLst>
              <p:tags r:id="rId3"/>
            </p:custDataLst>
          </p:nvPr>
        </p:nvSpPr>
        <p:spPr>
          <a:xfrm>
            <a:off x="523878" y="2059911"/>
            <a:ext cx="8348792" cy="1609862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3DD10703-BFB7-BA06-D79E-0E466DC91DCB}"/>
              </a:ext>
            </a:extLst>
          </p:cNvPr>
          <p:cNvSpPr>
            <a:spLocks noGrp="1"/>
          </p:cNvSpPr>
          <p:nvPr userDrawn="1">
            <p:ph type="subTitle" idx="1" hasCustomPrompt="1"/>
            <p:custDataLst>
              <p:tags r:id="rId4"/>
            </p:custDataLst>
          </p:nvPr>
        </p:nvSpPr>
        <p:spPr>
          <a:xfrm>
            <a:off x="523878" y="4704538"/>
            <a:ext cx="4175713" cy="931026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altLang="ja-JP"/>
              <a:t>Date, Name, or Content</a:t>
            </a:r>
          </a:p>
        </p:txBody>
      </p:sp>
      <p:grpSp>
        <p:nvGrpSpPr>
          <p:cNvPr id="21" name="LOGO RED">
            <a:extLst>
              <a:ext uri="{FF2B5EF4-FFF2-40B4-BE49-F238E27FC236}">
                <a16:creationId xmlns:a16="http://schemas.microsoft.com/office/drawing/2014/main" id="{676CD286-833A-B6E2-8F5E-6B14694E1327}"/>
              </a:ext>
            </a:extLst>
          </p:cNvPr>
          <p:cNvGrpSpPr/>
          <p:nvPr userDrawn="1">
            <p:custDataLst>
              <p:tags r:id="rId5"/>
            </p:custDataLst>
          </p:nvPr>
        </p:nvGrpSpPr>
        <p:grpSpPr>
          <a:xfrm>
            <a:off x="454798" y="303421"/>
            <a:ext cx="2025604" cy="352508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22" name="Freeform: Shape 26">
              <a:extLst>
                <a:ext uri="{FF2B5EF4-FFF2-40B4-BE49-F238E27FC236}">
                  <a16:creationId xmlns:a16="http://schemas.microsoft.com/office/drawing/2014/main" id="{F2A69CE2-34C0-30DB-BA6B-987F20FAAFA2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Freeform: Shape 27">
              <a:extLst>
                <a:ext uri="{FF2B5EF4-FFF2-40B4-BE49-F238E27FC236}">
                  <a16:creationId xmlns:a16="http://schemas.microsoft.com/office/drawing/2014/main" id="{4906BA23-992C-22DD-AC9A-24F3E85D0646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" name="Freeform: Shape 28">
              <a:extLst>
                <a:ext uri="{FF2B5EF4-FFF2-40B4-BE49-F238E27FC236}">
                  <a16:creationId xmlns:a16="http://schemas.microsoft.com/office/drawing/2014/main" id="{CA0FB64B-E80E-4232-A797-DEB90F49D9BC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Freeform: Shape 29">
              <a:extLst>
                <a:ext uri="{FF2B5EF4-FFF2-40B4-BE49-F238E27FC236}">
                  <a16:creationId xmlns:a16="http://schemas.microsoft.com/office/drawing/2014/main" id="{6AD1A22E-AA84-8E4E-D00D-BDD257FF2417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0">
              <a:extLst>
                <a:ext uri="{FF2B5EF4-FFF2-40B4-BE49-F238E27FC236}">
                  <a16:creationId xmlns:a16="http://schemas.microsoft.com/office/drawing/2014/main" id="{7E8D1ECF-DB51-1F21-121B-FB9CA529C9EE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3" name="Logo ISUZU GROUP">
            <a:extLst>
              <a:ext uri="{FF2B5EF4-FFF2-40B4-BE49-F238E27FC236}">
                <a16:creationId xmlns:a16="http://schemas.microsoft.com/office/drawing/2014/main" id="{36A20C74-B1A7-1C8F-52FE-7695F2FB7DAD}"/>
              </a:ext>
            </a:extLst>
          </p:cNvPr>
          <p:cNvSpPr>
            <a:spLocks noGrp="1"/>
          </p:cNvSpPr>
          <p:nvPr userDrawn="1">
            <p:ph type="body" sz="quarter" idx="20" hasCustomPrompt="1"/>
            <p:custDataLst>
              <p:tags r:id="rId6"/>
            </p:custDataLst>
          </p:nvPr>
        </p:nvSpPr>
        <p:spPr>
          <a:xfrm>
            <a:off x="9982197" y="438149"/>
            <a:ext cx="1841501" cy="228403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8479799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5 Intro - Blue 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11">
            <a:extLst>
              <a:ext uri="{FF2B5EF4-FFF2-40B4-BE49-F238E27FC236}">
                <a16:creationId xmlns:a16="http://schemas.microsoft.com/office/drawing/2014/main" id="{8E073B85-40ED-7765-75EF-AF816BBF2080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964641"/>
            <a:ext cx="12193211" cy="5893359"/>
          </a:xfrm>
          <a:prstGeom prst="rect">
            <a:avLst/>
          </a:prstGeom>
          <a:solidFill>
            <a:srgbClr val="335183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A21C5C6E-FDCB-487C-C3C5-FF3E86349BF2}"/>
              </a:ext>
            </a:extLst>
          </p:cNvPr>
          <p:cNvSpPr>
            <a:spLocks noGrp="1"/>
          </p:cNvSpPr>
          <p:nvPr userDrawn="1">
            <p:ph type="ctrTitle" hasCustomPrompt="1"/>
            <p:custDataLst>
              <p:tags r:id="rId2"/>
            </p:custDataLst>
          </p:nvPr>
        </p:nvSpPr>
        <p:spPr>
          <a:xfrm>
            <a:off x="523878" y="2059911"/>
            <a:ext cx="8348792" cy="1609862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42" name="Subtitle 2">
            <a:extLst>
              <a:ext uri="{FF2B5EF4-FFF2-40B4-BE49-F238E27FC236}">
                <a16:creationId xmlns:a16="http://schemas.microsoft.com/office/drawing/2014/main" id="{9F537AC7-658C-D162-6007-1E9565B7A8E4}"/>
              </a:ext>
            </a:extLst>
          </p:cNvPr>
          <p:cNvSpPr>
            <a:spLocks noGrp="1"/>
          </p:cNvSpPr>
          <p:nvPr userDrawn="1">
            <p:ph type="subTitle" idx="1" hasCustomPrompt="1"/>
            <p:custDataLst>
              <p:tags r:id="rId3"/>
            </p:custDataLst>
          </p:nvPr>
        </p:nvSpPr>
        <p:spPr>
          <a:xfrm>
            <a:off x="523878" y="4704538"/>
            <a:ext cx="4175713" cy="931026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altLang="ja-JP"/>
              <a:t>Date, Name, or Content</a:t>
            </a:r>
          </a:p>
        </p:txBody>
      </p:sp>
      <p:grpSp>
        <p:nvGrpSpPr>
          <p:cNvPr id="43" name="LOGO RED">
            <a:extLst>
              <a:ext uri="{FF2B5EF4-FFF2-40B4-BE49-F238E27FC236}">
                <a16:creationId xmlns:a16="http://schemas.microsoft.com/office/drawing/2014/main" id="{7BB6A81C-59AF-1A7F-1F70-2823C6E2CD86}"/>
              </a:ext>
            </a:extLst>
          </p:cNvPr>
          <p:cNvGrpSpPr/>
          <p:nvPr userDrawn="1">
            <p:custDataLst>
              <p:tags r:id="rId4"/>
            </p:custDataLst>
          </p:nvPr>
        </p:nvGrpSpPr>
        <p:grpSpPr>
          <a:xfrm>
            <a:off x="454798" y="303421"/>
            <a:ext cx="2025604" cy="352508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44" name="Freeform: Shape 26">
              <a:extLst>
                <a:ext uri="{FF2B5EF4-FFF2-40B4-BE49-F238E27FC236}">
                  <a16:creationId xmlns:a16="http://schemas.microsoft.com/office/drawing/2014/main" id="{83C764B0-72E9-0200-59D3-615D264EAE34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27">
              <a:extLst>
                <a:ext uri="{FF2B5EF4-FFF2-40B4-BE49-F238E27FC236}">
                  <a16:creationId xmlns:a16="http://schemas.microsoft.com/office/drawing/2014/main" id="{1B376E21-E84C-BDA4-9E24-F43B5749F68A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28">
              <a:extLst>
                <a:ext uri="{FF2B5EF4-FFF2-40B4-BE49-F238E27FC236}">
                  <a16:creationId xmlns:a16="http://schemas.microsoft.com/office/drawing/2014/main" id="{02D5C511-4AD3-1E2A-1BBF-4B94EB7BAC4D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29">
              <a:extLst>
                <a:ext uri="{FF2B5EF4-FFF2-40B4-BE49-F238E27FC236}">
                  <a16:creationId xmlns:a16="http://schemas.microsoft.com/office/drawing/2014/main" id="{398C2C81-8C5B-76F1-22D5-DC6AC362A8C9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30">
              <a:extLst>
                <a:ext uri="{FF2B5EF4-FFF2-40B4-BE49-F238E27FC236}">
                  <a16:creationId xmlns:a16="http://schemas.microsoft.com/office/drawing/2014/main" id="{0CA427C0-4023-3500-CBFE-0D1707219FFC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9" name="Logo ISUZU GROUP">
            <a:extLst>
              <a:ext uri="{FF2B5EF4-FFF2-40B4-BE49-F238E27FC236}">
                <a16:creationId xmlns:a16="http://schemas.microsoft.com/office/drawing/2014/main" id="{AB84F571-B13A-7E3A-F24D-EC81F9B3121C}"/>
              </a:ext>
            </a:extLst>
          </p:cNvPr>
          <p:cNvSpPr>
            <a:spLocks noGrp="1"/>
          </p:cNvSpPr>
          <p:nvPr userDrawn="1">
            <p:ph type="body" sz="quarter" idx="20" hasCustomPrompt="1"/>
            <p:custDataLst>
              <p:tags r:id="rId5"/>
            </p:custDataLst>
          </p:nvPr>
        </p:nvSpPr>
        <p:spPr>
          <a:xfrm>
            <a:off x="9982197" y="438149"/>
            <a:ext cx="1841501" cy="228403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grpSp>
        <p:nvGrpSpPr>
          <p:cNvPr id="2" name="Swirl Locked">
            <a:extLst>
              <a:ext uri="{FF2B5EF4-FFF2-40B4-BE49-F238E27FC236}">
                <a16:creationId xmlns:a16="http://schemas.microsoft.com/office/drawing/2014/main" id="{46649C2D-FFF2-49F8-90B7-96CFAF91C5B3}"/>
              </a:ext>
            </a:extLst>
          </p:cNvPr>
          <p:cNvGrpSpPr/>
          <p:nvPr userDrawn="1">
            <p:custDataLst>
              <p:tags r:id="rId6"/>
            </p:custDataLst>
          </p:nvPr>
        </p:nvGrpSpPr>
        <p:grpSpPr>
          <a:xfrm>
            <a:off x="0" y="3695341"/>
            <a:ext cx="12193209" cy="3162659"/>
            <a:chOff x="0" y="3699103"/>
            <a:chExt cx="12193209" cy="3162659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652CF7D2-44A5-085F-4CB4-7C7165D6647A}"/>
                </a:ext>
              </a:extLst>
            </p:cNvPr>
            <p:cNvSpPr/>
            <p:nvPr userDrawn="1">
              <p:custDataLst>
                <p:tags r:id="rId7"/>
              </p:custDataLst>
            </p:nvPr>
          </p:nvSpPr>
          <p:spPr>
            <a:xfrm>
              <a:off x="0" y="5985337"/>
              <a:ext cx="12193209" cy="876425"/>
            </a:xfrm>
            <a:custGeom>
              <a:avLst/>
              <a:gdLst>
                <a:gd name="connsiteX0" fmla="*/ 0 w 12193209"/>
                <a:gd name="connsiteY0" fmla="*/ 0 h 876425"/>
                <a:gd name="connsiteX1" fmla="*/ 12193210 w 12193209"/>
                <a:gd name="connsiteY1" fmla="*/ 0 h 876425"/>
                <a:gd name="connsiteX2" fmla="*/ 12193210 w 12193209"/>
                <a:gd name="connsiteY2" fmla="*/ 876426 h 876425"/>
                <a:gd name="connsiteX3" fmla="*/ 0 w 12193209"/>
                <a:gd name="connsiteY3" fmla="*/ 876426 h 876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3209" h="876425">
                  <a:moveTo>
                    <a:pt x="0" y="0"/>
                  </a:moveTo>
                  <a:lnTo>
                    <a:pt x="12193210" y="0"/>
                  </a:lnTo>
                  <a:lnTo>
                    <a:pt x="12193210" y="876426"/>
                  </a:lnTo>
                  <a:lnTo>
                    <a:pt x="0" y="876426"/>
                  </a:lnTo>
                  <a:close/>
                </a:path>
              </a:pathLst>
            </a:custGeom>
            <a:solidFill>
              <a:srgbClr val="405C8B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" name="Freeform: Shape 5">
              <a:extLst>
                <a:ext uri="{FF2B5EF4-FFF2-40B4-BE49-F238E27FC236}">
                  <a16:creationId xmlns:a16="http://schemas.microsoft.com/office/drawing/2014/main" id="{2C2DD17B-9DC9-16E4-3846-B2155A9FAC62}"/>
                </a:ext>
              </a:extLst>
            </p:cNvPr>
            <p:cNvSpPr/>
            <p:nvPr userDrawn="1">
              <p:custDataLst>
                <p:tags r:id="rId8"/>
              </p:custDataLst>
            </p:nvPr>
          </p:nvSpPr>
          <p:spPr>
            <a:xfrm>
              <a:off x="0" y="5985337"/>
              <a:ext cx="4060191" cy="762033"/>
            </a:xfrm>
            <a:custGeom>
              <a:avLst/>
              <a:gdLst>
                <a:gd name="connsiteX0" fmla="*/ 4060191 w 4060191"/>
                <a:gd name="connsiteY0" fmla="*/ 0 h 762033"/>
                <a:gd name="connsiteX1" fmla="*/ 0 w 4060191"/>
                <a:gd name="connsiteY1" fmla="*/ 762034 h 762033"/>
                <a:gd name="connsiteX2" fmla="*/ 0 w 4060191"/>
                <a:gd name="connsiteY2" fmla="*/ 0 h 762033"/>
                <a:gd name="connsiteX3" fmla="*/ 4060191 w 4060191"/>
                <a:gd name="connsiteY3" fmla="*/ 0 h 76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0191" h="762033">
                  <a:moveTo>
                    <a:pt x="4060191" y="0"/>
                  </a:moveTo>
                  <a:cubicBezTo>
                    <a:pt x="2770286" y="437272"/>
                    <a:pt x="1364106" y="709475"/>
                    <a:pt x="0" y="762034"/>
                  </a:cubicBezTo>
                  <a:lnTo>
                    <a:pt x="0" y="0"/>
                  </a:lnTo>
                  <a:lnTo>
                    <a:pt x="4060191" y="0"/>
                  </a:lnTo>
                  <a:close/>
                </a:path>
              </a:pathLst>
            </a:custGeom>
            <a:solidFill>
              <a:srgbClr val="0026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" name="Freeform: Shape 15">
              <a:extLst>
                <a:ext uri="{FF2B5EF4-FFF2-40B4-BE49-F238E27FC236}">
                  <a16:creationId xmlns:a16="http://schemas.microsoft.com/office/drawing/2014/main" id="{1EBC45D8-6C0A-F2AE-F9B9-9764B9E35FDC}"/>
                </a:ext>
              </a:extLst>
            </p:cNvPr>
            <p:cNvSpPr/>
            <p:nvPr userDrawn="1">
              <p:custDataLst>
                <p:tags r:id="rId9"/>
              </p:custDataLst>
            </p:nvPr>
          </p:nvSpPr>
          <p:spPr>
            <a:xfrm>
              <a:off x="4060191" y="3699103"/>
              <a:ext cx="8133018" cy="2286234"/>
            </a:xfrm>
            <a:custGeom>
              <a:avLst/>
              <a:gdLst>
                <a:gd name="connsiteX0" fmla="*/ 1892113 w 8133018"/>
                <a:gd name="connsiteY0" fmla="*/ 2286235 h 2286234"/>
                <a:gd name="connsiteX1" fmla="*/ 8133019 w 8133018"/>
                <a:gd name="connsiteY1" fmla="*/ 2286235 h 2286234"/>
                <a:gd name="connsiteX2" fmla="*/ 8133019 w 8133018"/>
                <a:gd name="connsiteY2" fmla="*/ 0 h 2286234"/>
                <a:gd name="connsiteX3" fmla="*/ 4071752 w 8133018"/>
                <a:gd name="connsiteY3" fmla="*/ 762034 h 2286234"/>
                <a:gd name="connsiteX4" fmla="*/ 0 w 8133018"/>
                <a:gd name="connsiteY4" fmla="*/ 2286235 h 2286234"/>
                <a:gd name="connsiteX5" fmla="*/ 1892113 w 8133018"/>
                <a:gd name="connsiteY5" fmla="*/ 2286235 h 2286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133018" h="2286234">
                  <a:moveTo>
                    <a:pt x="1892113" y="2286235"/>
                  </a:moveTo>
                  <a:lnTo>
                    <a:pt x="8133019" y="2286235"/>
                  </a:lnTo>
                  <a:cubicBezTo>
                    <a:pt x="8133019" y="2286235"/>
                    <a:pt x="8133019" y="0"/>
                    <a:pt x="8133019" y="0"/>
                  </a:cubicBezTo>
                  <a:cubicBezTo>
                    <a:pt x="6687319" y="72587"/>
                    <a:pt x="5326977" y="387536"/>
                    <a:pt x="4071752" y="762034"/>
                  </a:cubicBezTo>
                  <a:cubicBezTo>
                    <a:pt x="2715039" y="1166910"/>
                    <a:pt x="771578" y="2024651"/>
                    <a:pt x="0" y="2286235"/>
                  </a:cubicBezTo>
                  <a:lnTo>
                    <a:pt x="1892113" y="2286235"/>
                  </a:lnTo>
                  <a:close/>
                </a:path>
              </a:pathLst>
            </a:custGeom>
            <a:solidFill>
              <a:srgbClr val="667DA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753416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6 Intro - Red, img. R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4EE9E310-5BC5-6D27-EEF1-F9B1F9AB5E1D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21" name="Swirl Locked">
            <a:extLst>
              <a:ext uri="{FF2B5EF4-FFF2-40B4-BE49-F238E27FC236}">
                <a16:creationId xmlns:a16="http://schemas.microsoft.com/office/drawing/2014/main" id="{1F381FEE-8E63-7CD6-E3CC-BC2A3EDFE25B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0" y="3695341"/>
            <a:ext cx="12193211" cy="3162659"/>
          </a:xfrm>
          <a:prstGeom prst="rect">
            <a:avLst/>
          </a:prstGeom>
          <a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B21EF43C-7AA3-80AA-41C1-0DF3D7839AAB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523878" y="1209054"/>
            <a:ext cx="8348792" cy="1609862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9" name="Logo">
            <a:extLst>
              <a:ext uri="{FF2B5EF4-FFF2-40B4-BE49-F238E27FC236}">
                <a16:creationId xmlns:a16="http://schemas.microsoft.com/office/drawing/2014/main" id="{246AC234-BC84-6DFE-2DF0-9132B93BE0D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454798" y="303421"/>
            <a:ext cx="2025604" cy="352508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25" name="Logo ISUZU GROUP">
            <a:extLst>
              <a:ext uri="{FF2B5EF4-FFF2-40B4-BE49-F238E27FC236}">
                <a16:creationId xmlns:a16="http://schemas.microsoft.com/office/drawing/2014/main" id="{2C880B51-0569-901F-B9D9-48E6FCA3488C}"/>
              </a:ext>
            </a:extLst>
          </p:cNvPr>
          <p:cNvSpPr>
            <a:spLocks noGrp="1"/>
          </p:cNvSpPr>
          <p:nvPr>
            <p:ph type="body" sz="quarter" idx="24" hasCustomPrompt="1"/>
            <p:custDataLst>
              <p:tags r:id="rId5"/>
            </p:custDataLst>
          </p:nvPr>
        </p:nvSpPr>
        <p:spPr>
          <a:xfrm>
            <a:off x="9548761" y="6276138"/>
            <a:ext cx="2206625" cy="2736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A07FFA31-14D2-411A-D689-C6278B667FEC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23878" y="4704538"/>
            <a:ext cx="4175713" cy="931026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altLang="ja-JP"/>
              <a:t>Date, Name, or Content</a:t>
            </a:r>
          </a:p>
        </p:txBody>
      </p:sp>
    </p:spTree>
    <p:extLst>
      <p:ext uri="{BB962C8B-B14F-4D97-AF65-F5344CB8AC3E}">
        <p14:creationId xmlns:p14="http://schemas.microsoft.com/office/powerpoint/2010/main" val="9307823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7 Intro - Red, img.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7">
            <a:extLst>
              <a:ext uri="{FF2B5EF4-FFF2-40B4-BE49-F238E27FC236}">
                <a16:creationId xmlns:a16="http://schemas.microsoft.com/office/drawing/2014/main" id="{2ED771AD-A64E-2A03-C862-3E55A9C4E93D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A889FAF5-7AC5-C6FC-5E2B-AB33DC2AA073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523878" y="1209054"/>
            <a:ext cx="8348792" cy="1609862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27" name="Logo">
            <a:extLst>
              <a:ext uri="{FF2B5EF4-FFF2-40B4-BE49-F238E27FC236}">
                <a16:creationId xmlns:a16="http://schemas.microsoft.com/office/drawing/2014/main" id="{396B22A5-DA25-A831-F2B2-2ACBA2887AD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454798" y="303421"/>
            <a:ext cx="2025604" cy="352508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8" name="Swirl Locked">
            <a:extLst>
              <a:ext uri="{FF2B5EF4-FFF2-40B4-BE49-F238E27FC236}">
                <a16:creationId xmlns:a16="http://schemas.microsoft.com/office/drawing/2014/main" id="{BC0041CD-D4F8-6ECC-A104-A945A55CF403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0" y="3695341"/>
            <a:ext cx="12193211" cy="3162659"/>
          </a:xfrm>
          <a:prstGeom prst="rect">
            <a:avLst/>
          </a:prstGeom>
          <a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1884800-C0A3-CE77-2AC4-08E7D1084356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523878" y="4704538"/>
            <a:ext cx="4175713" cy="931026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altLang="ja-JP"/>
              <a:t>Date, Name, or Content</a:t>
            </a:r>
          </a:p>
        </p:txBody>
      </p:sp>
      <p:sp>
        <p:nvSpPr>
          <p:cNvPr id="17" name="Logo ISUZU GROUP">
            <a:extLst>
              <a:ext uri="{FF2B5EF4-FFF2-40B4-BE49-F238E27FC236}">
                <a16:creationId xmlns:a16="http://schemas.microsoft.com/office/drawing/2014/main" id="{949EAAC2-57E6-F525-52DE-8E3C83C69A59}"/>
              </a:ext>
            </a:extLst>
          </p:cNvPr>
          <p:cNvSpPr>
            <a:spLocks noGrp="1"/>
          </p:cNvSpPr>
          <p:nvPr>
            <p:ph type="body" sz="quarter" idx="24" hasCustomPrompt="1"/>
            <p:custDataLst>
              <p:tags r:id="rId6"/>
            </p:custDataLst>
          </p:nvPr>
        </p:nvSpPr>
        <p:spPr>
          <a:xfrm>
            <a:off x="9548761" y="6276138"/>
            <a:ext cx="2206625" cy="2736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007763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8 Intro - Blue, img. R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4EE9E310-5BC5-6D27-EEF1-F9B1F9AB5E1D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20" name="Swirl Locked">
            <a:extLst>
              <a:ext uri="{FF2B5EF4-FFF2-40B4-BE49-F238E27FC236}">
                <a16:creationId xmlns:a16="http://schemas.microsoft.com/office/drawing/2014/main" id="{9E7F9BD1-2AAD-9AD7-E744-920B665A26F6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0" y="3695341"/>
            <a:ext cx="12193211" cy="3162659"/>
          </a:xfrm>
          <a:prstGeom prst="rect">
            <a:avLst/>
          </a:prstGeom>
          <a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B21EF43C-7AA3-80AA-41C1-0DF3D7839AAB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523878" y="1209054"/>
            <a:ext cx="8348792" cy="1609862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A07FFA31-14D2-411A-D689-C6278B667FEC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23878" y="4704538"/>
            <a:ext cx="4175713" cy="931026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altLang="ja-JP"/>
              <a:t>Date, Name, or Content</a:t>
            </a:r>
          </a:p>
        </p:txBody>
      </p:sp>
      <p:sp>
        <p:nvSpPr>
          <p:cNvPr id="19" name="Logo">
            <a:extLst>
              <a:ext uri="{FF2B5EF4-FFF2-40B4-BE49-F238E27FC236}">
                <a16:creationId xmlns:a16="http://schemas.microsoft.com/office/drawing/2014/main" id="{246AC234-BC84-6DFE-2DF0-9132B93BE0D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454798" y="303421"/>
            <a:ext cx="2025604" cy="352508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25" name="Logo ISUZU GROUP">
            <a:extLst>
              <a:ext uri="{FF2B5EF4-FFF2-40B4-BE49-F238E27FC236}">
                <a16:creationId xmlns:a16="http://schemas.microsoft.com/office/drawing/2014/main" id="{2C880B51-0569-901F-B9D9-48E6FCA3488C}"/>
              </a:ext>
            </a:extLst>
          </p:cNvPr>
          <p:cNvSpPr>
            <a:spLocks noGrp="1"/>
          </p:cNvSpPr>
          <p:nvPr>
            <p:ph type="body" sz="quarter" idx="24" hasCustomPrompt="1"/>
            <p:custDataLst>
              <p:tags r:id="rId6"/>
            </p:custDataLst>
          </p:nvPr>
        </p:nvSpPr>
        <p:spPr>
          <a:xfrm>
            <a:off x="9548761" y="6276138"/>
            <a:ext cx="2206625" cy="2736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6941389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9 Intro - Blue, img.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D91F24B3-F07E-E64C-A785-3CCB0344DB4F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16" name="Swirl Locked">
            <a:extLst>
              <a:ext uri="{FF2B5EF4-FFF2-40B4-BE49-F238E27FC236}">
                <a16:creationId xmlns:a16="http://schemas.microsoft.com/office/drawing/2014/main" id="{E0F15026-6184-A986-FF59-9369B74E9BA3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0" y="3695341"/>
            <a:ext cx="12193211" cy="3162659"/>
          </a:xfrm>
          <a:prstGeom prst="rect">
            <a:avLst/>
          </a:prstGeom>
          <a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55F10EBB-9A88-B7A7-1B08-8884C5512638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523878" y="1209054"/>
            <a:ext cx="8348792" cy="1609862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7" name="Logo">
            <a:extLst>
              <a:ext uri="{FF2B5EF4-FFF2-40B4-BE49-F238E27FC236}">
                <a16:creationId xmlns:a16="http://schemas.microsoft.com/office/drawing/2014/main" id="{B5EB7971-0020-30F5-0DD1-28E1FC106BC4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454798" y="303421"/>
            <a:ext cx="2025604" cy="352508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D4E89846-739C-C28F-B6B1-B9C87B66716B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523878" y="4704538"/>
            <a:ext cx="4175713" cy="931026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altLang="ja-JP"/>
              <a:t>Date, Name, or Content</a:t>
            </a:r>
          </a:p>
        </p:txBody>
      </p:sp>
      <p:sp>
        <p:nvSpPr>
          <p:cNvPr id="25" name="Logo ISUZU GROUP">
            <a:extLst>
              <a:ext uri="{FF2B5EF4-FFF2-40B4-BE49-F238E27FC236}">
                <a16:creationId xmlns:a16="http://schemas.microsoft.com/office/drawing/2014/main" id="{0EA28C34-5276-ED46-6CA9-92B3A9F1AB82}"/>
              </a:ext>
            </a:extLst>
          </p:cNvPr>
          <p:cNvSpPr>
            <a:spLocks noGrp="1"/>
          </p:cNvSpPr>
          <p:nvPr>
            <p:ph type="body" sz="quarter" idx="24" hasCustomPrompt="1"/>
            <p:custDataLst>
              <p:tags r:id="rId6"/>
            </p:custDataLst>
          </p:nvPr>
        </p:nvSpPr>
        <p:spPr>
          <a:xfrm>
            <a:off x="9548761" y="6276138"/>
            <a:ext cx="2206625" cy="2736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7470079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1 ToC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3868D06-771D-4147-3C89-0A5D61881531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3" name="Lines Locked">
            <a:extLst>
              <a:ext uri="{FF2B5EF4-FFF2-40B4-BE49-F238E27FC236}">
                <a16:creationId xmlns:a16="http://schemas.microsoft.com/office/drawing/2014/main" id="{6497DA9D-4B07-7DAF-6752-29F401ED7997}"/>
              </a:ext>
            </a:extLst>
          </p:cNvPr>
          <p:cNvPicPr/>
          <p:nvPr userDrawn="1"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-2279642" y="2567027"/>
            <a:ext cx="6857999" cy="1723951"/>
          </a:xfrm>
          <a:prstGeom prst="rect">
            <a:avLst/>
          </a:prstGeom>
        </p:spPr>
      </p:pic>
      <p:sp>
        <p:nvSpPr>
          <p:cNvPr id="11" name="Title 6">
            <a:extLst>
              <a:ext uri="{FF2B5EF4-FFF2-40B4-BE49-F238E27FC236}">
                <a16:creationId xmlns:a16="http://schemas.microsoft.com/office/drawing/2014/main" id="{D4C8BC0D-535F-1CA2-14D5-8BC02A47E200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2213214" y="593893"/>
            <a:ext cx="8498300" cy="1244437"/>
          </a:xfrm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06263B7D-4CB1-8A08-53FA-61EBDE584673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3"/>
            </p:custDataLst>
          </p:nvPr>
        </p:nvSpPr>
        <p:spPr>
          <a:xfrm>
            <a:off x="2212563" y="2070100"/>
            <a:ext cx="8498300" cy="34004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F667F77-52E8-2872-DE79-26B333A91218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557665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2 ToC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Swirl Locked">
            <a:extLst>
              <a:ext uri="{FF2B5EF4-FFF2-40B4-BE49-F238E27FC236}">
                <a16:creationId xmlns:a16="http://schemas.microsoft.com/office/drawing/2014/main" id="{568E3E55-F4A5-3FA9-4E00-4E7534A19CBA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0" y="0"/>
            <a:ext cx="1778745" cy="6858000"/>
            <a:chOff x="0" y="0"/>
            <a:chExt cx="1778745" cy="6858000"/>
          </a:xfrm>
        </p:grpSpPr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209B29BD-3EA5-FA35-6E92-54D58354920C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 rot="5400000">
              <a:off x="-3182497" y="3182497"/>
              <a:ext cx="6857866" cy="492871"/>
            </a:xfrm>
            <a:custGeom>
              <a:avLst/>
              <a:gdLst>
                <a:gd name="connsiteX0" fmla="*/ 0 w 4859940"/>
                <a:gd name="connsiteY0" fmla="*/ 0 h 349281"/>
                <a:gd name="connsiteX1" fmla="*/ 4859941 w 4859940"/>
                <a:gd name="connsiteY1" fmla="*/ 0 h 349281"/>
                <a:gd name="connsiteX2" fmla="*/ 4859941 w 4859940"/>
                <a:gd name="connsiteY2" fmla="*/ 349282 h 349281"/>
                <a:gd name="connsiteX3" fmla="*/ 0 w 4859940"/>
                <a:gd name="connsiteY3" fmla="*/ 349282 h 349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59940" h="349281">
                  <a:moveTo>
                    <a:pt x="0" y="0"/>
                  </a:moveTo>
                  <a:lnTo>
                    <a:pt x="4859941" y="0"/>
                  </a:lnTo>
                  <a:lnTo>
                    <a:pt x="4859941" y="349282"/>
                  </a:lnTo>
                  <a:lnTo>
                    <a:pt x="0" y="349282"/>
                  </a:lnTo>
                  <a:close/>
                </a:path>
              </a:pathLst>
            </a:custGeom>
            <a:solidFill>
              <a:srgbClr val="C74657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14">
              <a:extLst>
                <a:ext uri="{FF2B5EF4-FFF2-40B4-BE49-F238E27FC236}">
                  <a16:creationId xmlns:a16="http://schemas.microsoft.com/office/drawing/2014/main" id="{665D82C6-5E46-A233-A86C-52E900CC23C8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64246" y="0"/>
              <a:ext cx="428625" cy="2283580"/>
            </a:xfrm>
            <a:custGeom>
              <a:avLst/>
              <a:gdLst>
                <a:gd name="connsiteX0" fmla="*/ 303752 w 303752"/>
                <a:gd name="connsiteY0" fmla="*/ 1618298 h 1618297"/>
                <a:gd name="connsiteX1" fmla="*/ 0 w 303752"/>
                <a:gd name="connsiteY1" fmla="*/ 0 h 1618297"/>
                <a:gd name="connsiteX2" fmla="*/ 303752 w 303752"/>
                <a:gd name="connsiteY2" fmla="*/ 0 h 1618297"/>
                <a:gd name="connsiteX3" fmla="*/ 303752 w 303752"/>
                <a:gd name="connsiteY3" fmla="*/ 1618298 h 1618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752" h="1618297">
                  <a:moveTo>
                    <a:pt x="303752" y="1618298"/>
                  </a:moveTo>
                  <a:cubicBezTo>
                    <a:pt x="129445" y="1104233"/>
                    <a:pt x="20955" y="543687"/>
                    <a:pt x="0" y="0"/>
                  </a:cubicBezTo>
                  <a:lnTo>
                    <a:pt x="303752" y="0"/>
                  </a:lnTo>
                  <a:lnTo>
                    <a:pt x="303752" y="1618298"/>
                  </a:lnTo>
                  <a:close/>
                </a:path>
              </a:pathLst>
            </a:custGeom>
            <a:solidFill>
              <a:srgbClr val="B5091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eform: Shape 15">
              <a:extLst>
                <a:ext uri="{FF2B5EF4-FFF2-40B4-BE49-F238E27FC236}">
                  <a16:creationId xmlns:a16="http://schemas.microsoft.com/office/drawing/2014/main" id="{99C363D3-4FE8-9360-32BC-00CA39F52BE4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492871" y="2283580"/>
              <a:ext cx="1285874" cy="4574420"/>
            </a:xfrm>
            <a:custGeom>
              <a:avLst/>
              <a:gdLst>
                <a:gd name="connsiteX0" fmla="*/ 0 w 911256"/>
                <a:gd name="connsiteY0" fmla="*/ 754190 h 3241738"/>
                <a:gd name="connsiteX1" fmla="*/ 0 w 911256"/>
                <a:gd name="connsiteY1" fmla="*/ 3241739 h 3241738"/>
                <a:gd name="connsiteX2" fmla="*/ 911257 w 911256"/>
                <a:gd name="connsiteY2" fmla="*/ 3241739 h 3241738"/>
                <a:gd name="connsiteX3" fmla="*/ 607505 w 911256"/>
                <a:gd name="connsiteY3" fmla="*/ 1622965 h 3241738"/>
                <a:gd name="connsiteX4" fmla="*/ 0 w 911256"/>
                <a:gd name="connsiteY4" fmla="*/ 0 h 3241738"/>
                <a:gd name="connsiteX5" fmla="*/ 0 w 911256"/>
                <a:gd name="connsiteY5" fmla="*/ 754190 h 3241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1256" h="3241738">
                  <a:moveTo>
                    <a:pt x="0" y="754190"/>
                  </a:moveTo>
                  <a:lnTo>
                    <a:pt x="0" y="3241739"/>
                  </a:lnTo>
                  <a:cubicBezTo>
                    <a:pt x="0" y="3241739"/>
                    <a:pt x="911257" y="3241739"/>
                    <a:pt x="911257" y="3241739"/>
                  </a:cubicBezTo>
                  <a:cubicBezTo>
                    <a:pt x="882301" y="2665476"/>
                    <a:pt x="756761" y="2123313"/>
                    <a:pt x="607505" y="1622965"/>
                  </a:cubicBezTo>
                  <a:cubicBezTo>
                    <a:pt x="446151" y="1082135"/>
                    <a:pt x="104299" y="307562"/>
                    <a:pt x="0" y="0"/>
                  </a:cubicBezTo>
                  <a:lnTo>
                    <a:pt x="0" y="754190"/>
                  </a:lnTo>
                  <a:close/>
                </a:path>
              </a:pathLst>
            </a:custGeom>
            <a:solidFill>
              <a:srgbClr val="D36B79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7" name="Title 6">
            <a:extLst>
              <a:ext uri="{FF2B5EF4-FFF2-40B4-BE49-F238E27FC236}">
                <a16:creationId xmlns:a16="http://schemas.microsoft.com/office/drawing/2014/main" id="{2C806783-2618-0C42-985C-78FA2C084355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2213214" y="593893"/>
            <a:ext cx="8498300" cy="1244437"/>
          </a:xfrm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CCA7D30C-B39C-6E45-2110-A4B5009FFFDF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3"/>
            </p:custDataLst>
          </p:nvPr>
        </p:nvSpPr>
        <p:spPr>
          <a:xfrm>
            <a:off x="2212563" y="2070100"/>
            <a:ext cx="8498300" cy="3400425"/>
          </a:xfrm>
        </p:spPr>
        <p:txBody>
          <a:bodyPr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E1595F35-D759-104A-554A-B232AFBA5447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953294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3 ToC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Swirl Locked">
            <a:extLst>
              <a:ext uri="{FF2B5EF4-FFF2-40B4-BE49-F238E27FC236}">
                <a16:creationId xmlns:a16="http://schemas.microsoft.com/office/drawing/2014/main" id="{E0974985-8BDB-B28D-F193-B71979F13D05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0" y="0"/>
            <a:ext cx="1778745" cy="6858000"/>
            <a:chOff x="0" y="0"/>
            <a:chExt cx="1778745" cy="6858000"/>
          </a:xfrm>
        </p:grpSpPr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65C72D6B-2A48-0A69-C499-B32087456990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 rot="5400000">
              <a:off x="-3182497" y="3182497"/>
              <a:ext cx="6857866" cy="492871"/>
            </a:xfrm>
            <a:custGeom>
              <a:avLst/>
              <a:gdLst>
                <a:gd name="connsiteX0" fmla="*/ 0 w 4859940"/>
                <a:gd name="connsiteY0" fmla="*/ 0 h 349281"/>
                <a:gd name="connsiteX1" fmla="*/ 4859941 w 4859940"/>
                <a:gd name="connsiteY1" fmla="*/ 0 h 349281"/>
                <a:gd name="connsiteX2" fmla="*/ 4859941 w 4859940"/>
                <a:gd name="connsiteY2" fmla="*/ 349282 h 349281"/>
                <a:gd name="connsiteX3" fmla="*/ 0 w 4859940"/>
                <a:gd name="connsiteY3" fmla="*/ 349282 h 349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59940" h="349281">
                  <a:moveTo>
                    <a:pt x="0" y="0"/>
                  </a:moveTo>
                  <a:lnTo>
                    <a:pt x="4859941" y="0"/>
                  </a:lnTo>
                  <a:lnTo>
                    <a:pt x="4859941" y="349282"/>
                  </a:lnTo>
                  <a:lnTo>
                    <a:pt x="0" y="349282"/>
                  </a:lnTo>
                  <a:close/>
                </a:path>
              </a:pathLst>
            </a:custGeom>
            <a:solidFill>
              <a:srgbClr val="405C8B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" name="Freeform: Shape 14">
              <a:extLst>
                <a:ext uri="{FF2B5EF4-FFF2-40B4-BE49-F238E27FC236}">
                  <a16:creationId xmlns:a16="http://schemas.microsoft.com/office/drawing/2014/main" id="{3E2BB04E-0434-6A5F-5BC4-739D377C4EA2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64246" y="0"/>
              <a:ext cx="428625" cy="2283580"/>
            </a:xfrm>
            <a:custGeom>
              <a:avLst/>
              <a:gdLst>
                <a:gd name="connsiteX0" fmla="*/ 303752 w 303752"/>
                <a:gd name="connsiteY0" fmla="*/ 1618298 h 1618297"/>
                <a:gd name="connsiteX1" fmla="*/ 0 w 303752"/>
                <a:gd name="connsiteY1" fmla="*/ 0 h 1618297"/>
                <a:gd name="connsiteX2" fmla="*/ 303752 w 303752"/>
                <a:gd name="connsiteY2" fmla="*/ 0 h 1618297"/>
                <a:gd name="connsiteX3" fmla="*/ 303752 w 303752"/>
                <a:gd name="connsiteY3" fmla="*/ 1618298 h 1618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752" h="1618297">
                  <a:moveTo>
                    <a:pt x="303752" y="1618298"/>
                  </a:moveTo>
                  <a:cubicBezTo>
                    <a:pt x="129445" y="1104233"/>
                    <a:pt x="20955" y="543687"/>
                    <a:pt x="0" y="0"/>
                  </a:cubicBezTo>
                  <a:lnTo>
                    <a:pt x="303752" y="0"/>
                  </a:lnTo>
                  <a:lnTo>
                    <a:pt x="303752" y="1618298"/>
                  </a:lnTo>
                  <a:close/>
                </a:path>
              </a:pathLst>
            </a:custGeom>
            <a:solidFill>
              <a:srgbClr val="0026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" name="Freeform: Shape 15">
              <a:extLst>
                <a:ext uri="{FF2B5EF4-FFF2-40B4-BE49-F238E27FC236}">
                  <a16:creationId xmlns:a16="http://schemas.microsoft.com/office/drawing/2014/main" id="{B96AD288-79D7-65DA-78D4-6BACB4C47CBE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492871" y="2283580"/>
              <a:ext cx="1285874" cy="4574420"/>
            </a:xfrm>
            <a:custGeom>
              <a:avLst/>
              <a:gdLst>
                <a:gd name="connsiteX0" fmla="*/ 0 w 911256"/>
                <a:gd name="connsiteY0" fmla="*/ 754190 h 3241738"/>
                <a:gd name="connsiteX1" fmla="*/ 0 w 911256"/>
                <a:gd name="connsiteY1" fmla="*/ 3241739 h 3241738"/>
                <a:gd name="connsiteX2" fmla="*/ 911257 w 911256"/>
                <a:gd name="connsiteY2" fmla="*/ 3241739 h 3241738"/>
                <a:gd name="connsiteX3" fmla="*/ 607505 w 911256"/>
                <a:gd name="connsiteY3" fmla="*/ 1622965 h 3241738"/>
                <a:gd name="connsiteX4" fmla="*/ 0 w 911256"/>
                <a:gd name="connsiteY4" fmla="*/ 0 h 3241738"/>
                <a:gd name="connsiteX5" fmla="*/ 0 w 911256"/>
                <a:gd name="connsiteY5" fmla="*/ 754190 h 3241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1256" h="3241738">
                  <a:moveTo>
                    <a:pt x="0" y="754190"/>
                  </a:moveTo>
                  <a:lnTo>
                    <a:pt x="0" y="3241739"/>
                  </a:lnTo>
                  <a:cubicBezTo>
                    <a:pt x="0" y="3241739"/>
                    <a:pt x="911257" y="3241739"/>
                    <a:pt x="911257" y="3241739"/>
                  </a:cubicBezTo>
                  <a:cubicBezTo>
                    <a:pt x="882301" y="2665476"/>
                    <a:pt x="756761" y="2123313"/>
                    <a:pt x="607505" y="1622965"/>
                  </a:cubicBezTo>
                  <a:cubicBezTo>
                    <a:pt x="446151" y="1082135"/>
                    <a:pt x="104299" y="307562"/>
                    <a:pt x="0" y="0"/>
                  </a:cubicBezTo>
                  <a:lnTo>
                    <a:pt x="0" y="754190"/>
                  </a:lnTo>
                  <a:close/>
                </a:path>
              </a:pathLst>
            </a:custGeom>
            <a:solidFill>
              <a:srgbClr val="667DA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sp>
        <p:nvSpPr>
          <p:cNvPr id="18" name="Title 6">
            <a:extLst>
              <a:ext uri="{FF2B5EF4-FFF2-40B4-BE49-F238E27FC236}">
                <a16:creationId xmlns:a16="http://schemas.microsoft.com/office/drawing/2014/main" id="{E5C851E5-C86C-60A3-0A02-2429FF7933BF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2213214" y="593893"/>
            <a:ext cx="8498300" cy="1244437"/>
          </a:xfrm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C8B85A9D-30D5-A72B-03F1-65DE470A115D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3"/>
            </p:custDataLst>
          </p:nvPr>
        </p:nvSpPr>
        <p:spPr>
          <a:xfrm>
            <a:off x="2212563" y="2070100"/>
            <a:ext cx="8498300" cy="3400425"/>
          </a:xfrm>
        </p:spPr>
        <p:txBody>
          <a:bodyPr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ECE8FA6-8A43-3817-6BD3-1E715D9EDE1B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2961737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1 Chapter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olor 4">
            <a:extLst>
              <a:ext uri="{FF2B5EF4-FFF2-40B4-BE49-F238E27FC236}">
                <a16:creationId xmlns:a16="http://schemas.microsoft.com/office/drawing/2014/main" id="{5C17AE5C-CA5D-29BA-2770-6135ABBF1768}"/>
              </a:ext>
            </a:extLst>
          </p:cNvPr>
          <p:cNvSpPr>
            <a:spLocks noGrp="1"/>
          </p:cNvSpPr>
          <p:nvPr>
            <p:ph type="body" sz="quarter" idx="16" hasCustomPrompt="1"/>
            <p:custDataLst>
              <p:tags r:id="rId1"/>
            </p:custDataLst>
          </p:nvPr>
        </p:nvSpPr>
        <p:spPr>
          <a:xfrm>
            <a:off x="0" y="0"/>
            <a:ext cx="12193211" cy="6857999"/>
          </a:xfrm>
          <a:prstGeom prst="rect">
            <a:avLst/>
          </a:prstGeom>
          <a:solidFill>
            <a:srgbClr val="B5091F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2" name="SmartArt Placeholder 3">
            <a:extLst>
              <a:ext uri="{FF2B5EF4-FFF2-40B4-BE49-F238E27FC236}">
                <a16:creationId xmlns:a16="http://schemas.microsoft.com/office/drawing/2014/main" id="{DFB1040D-CC45-E18B-6DDD-D7306EB09FF7}"/>
              </a:ext>
            </a:extLst>
          </p:cNvPr>
          <p:cNvSpPr>
            <a:spLocks noGrp="1"/>
          </p:cNvSpPr>
          <p:nvPr>
            <p:ph type="dgm" sz="quarter" idx="22" hasCustomPrompt="1"/>
          </p:nvPr>
        </p:nvSpPr>
        <p:spPr>
          <a:xfrm>
            <a:off x="0" y="0"/>
            <a:ext cx="12207383" cy="6120000"/>
          </a:xfrm>
          <a:prstGeom prst="rect">
            <a:avLst/>
          </a:prstGeom>
          <a:blipFill dpi="0" rotWithShape="1">
            <a:blip r:embed="rId4"/>
            <a:srcRect/>
            <a:stretch>
              <a:fillRect t="2" b="-12060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74E7BC9-9FD5-9217-6AD6-4196B54CA652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831850" y="1057747"/>
            <a:ext cx="7872763" cy="2339984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752418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2 Chapter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olor 4">
            <a:extLst>
              <a:ext uri="{FF2B5EF4-FFF2-40B4-BE49-F238E27FC236}">
                <a16:creationId xmlns:a16="http://schemas.microsoft.com/office/drawing/2014/main" id="{3DA5557C-E058-9A1B-D5B0-733BC1700FD5}"/>
              </a:ext>
            </a:extLst>
          </p:cNvPr>
          <p:cNvSpPr>
            <a:spLocks noGrp="1"/>
          </p:cNvSpPr>
          <p:nvPr>
            <p:ph type="body" sz="quarter" idx="16" hasCustomPrompt="1"/>
            <p:custDataLst>
              <p:tags r:id="rId1"/>
            </p:custDataLst>
          </p:nvPr>
        </p:nvSpPr>
        <p:spPr>
          <a:xfrm>
            <a:off x="0" y="0"/>
            <a:ext cx="12193211" cy="6857999"/>
          </a:xfrm>
          <a:prstGeom prst="rect">
            <a:avLst/>
          </a:prstGeom>
          <a:solidFill>
            <a:srgbClr val="002664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2" name="SmartArt Placeholder 3">
            <a:extLst>
              <a:ext uri="{FF2B5EF4-FFF2-40B4-BE49-F238E27FC236}">
                <a16:creationId xmlns:a16="http://schemas.microsoft.com/office/drawing/2014/main" id="{C0233031-230C-DA82-EEF2-7B26FAEFCE3B}"/>
              </a:ext>
            </a:extLst>
          </p:cNvPr>
          <p:cNvSpPr>
            <a:spLocks noGrp="1"/>
          </p:cNvSpPr>
          <p:nvPr>
            <p:ph type="dgm" sz="quarter" idx="22" hasCustomPrompt="1"/>
          </p:nvPr>
        </p:nvSpPr>
        <p:spPr>
          <a:xfrm>
            <a:off x="-15383" y="0"/>
            <a:ext cx="12207383" cy="6120000"/>
          </a:xfrm>
          <a:prstGeom prst="rect">
            <a:avLst/>
          </a:prstGeom>
          <a:blipFill dpi="0" rotWithShape="1">
            <a:blip r:embed="rId4"/>
            <a:srcRect/>
            <a:stretch>
              <a:fillRect t="2" b="-12060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37691C5-9D1D-97C3-835A-61A1FCA1BB9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831850" y="1057747"/>
            <a:ext cx="7872763" cy="2339984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0274659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3 Chapter - Red, img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CC0FB7F5-5864-79B4-142F-D30C62FAE3EC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43A4C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ja-JP" altLang="en-US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2CF6419C-CB04-3BB8-CCB2-635AC3F35A12}"/>
              </a:ext>
            </a:extLst>
          </p:cNvPr>
          <p:cNvSpPr>
            <a:spLocks noGrp="1"/>
          </p:cNvSpPr>
          <p:nvPr>
            <p:ph type="pic" sz="quarter" idx="17" hasCustomPrompt="1"/>
            <p:custDataLst>
              <p:tags r:id="rId2"/>
            </p:custDataLst>
          </p:nvPr>
        </p:nvSpPr>
        <p:spPr>
          <a:xfrm>
            <a:off x="8016000" y="0"/>
            <a:ext cx="4176000" cy="6858000"/>
          </a:xfrm>
          <a:prstGeom prst="rect">
            <a:avLst/>
          </a:prstGeo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wrap="square" tIns="1260000" anchor="ctr" anchorCtr="0">
            <a:no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8E54720B-F73A-A501-42D0-21E6A07CE4E0}"/>
              </a:ext>
            </a:extLst>
          </p:cNvPr>
          <p:cNvSpPr>
            <a:spLocks noGrp="1"/>
          </p:cNvSpPr>
          <p:nvPr>
            <p:ph type="body" sz="quarter" idx="19" hasCustomPrompt="1"/>
            <p:custDataLst>
              <p:tags r:id="rId3"/>
            </p:custDataLst>
          </p:nvPr>
        </p:nvSpPr>
        <p:spPr>
          <a:xfrm>
            <a:off x="831852" y="2879319"/>
            <a:ext cx="5875282" cy="253516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223837" indent="0">
              <a:buFontTx/>
              <a:buNone/>
              <a:defRPr>
                <a:solidFill>
                  <a:schemeClr val="bg1"/>
                </a:solidFill>
              </a:defRPr>
            </a:lvl2pPr>
            <a:lvl3pPr marL="457200" indent="0">
              <a:buFontTx/>
              <a:buNone/>
              <a:defRPr/>
            </a:lvl3pPr>
            <a:lvl4pPr marL="669925" indent="0">
              <a:buFontTx/>
              <a:buNone/>
              <a:defRPr/>
            </a:lvl4pPr>
            <a:lvl5pPr marL="914400" indent="0">
              <a:buFontTx/>
              <a:buNone/>
              <a:defRPr/>
            </a:lvl5pPr>
          </a:lstStyle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B3D184C-527C-EC75-4AA5-0AC7E6C5D2E6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831851" y="1057747"/>
            <a:ext cx="5866900" cy="1295131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2" name="Swirl">
            <a:extLst>
              <a:ext uri="{FF2B5EF4-FFF2-40B4-BE49-F238E27FC236}">
                <a16:creationId xmlns:a16="http://schemas.microsoft.com/office/drawing/2014/main" id="{9FE5F715-89EB-A8FB-2D2E-EA8BEC9AD334}"/>
              </a:ext>
            </a:extLst>
          </p:cNvPr>
          <p:cNvSpPr>
            <a:spLocks noGrp="1"/>
          </p:cNvSpPr>
          <p:nvPr>
            <p:ph type="body" sz="quarter" idx="24" hasCustomPrompt="1"/>
            <p:custDataLst>
              <p:tags r:id="rId5"/>
            </p:custDataLst>
          </p:nvPr>
        </p:nvSpPr>
        <p:spPr>
          <a:xfrm>
            <a:off x="6739173" y="0"/>
            <a:ext cx="1699200" cy="6858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22680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2pPr>
            <a:lvl3pPr marL="46080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3pPr>
            <a:lvl4pPr marL="68760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4pPr>
            <a:lvl5pPr marL="91440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ja-JP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008312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4 Chapter - Blue, img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D98A11EE-460D-6559-0017-5D84D545E447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35183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ja-JP" altLang="en-US"/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03A479DD-95E5-1C8B-D864-0AB29400F4B9}"/>
              </a:ext>
            </a:extLst>
          </p:cNvPr>
          <p:cNvSpPr>
            <a:spLocks noGrp="1"/>
          </p:cNvSpPr>
          <p:nvPr>
            <p:ph type="pic" sz="quarter" idx="17" hasCustomPrompt="1"/>
            <p:custDataLst>
              <p:tags r:id="rId2"/>
            </p:custDataLst>
          </p:nvPr>
        </p:nvSpPr>
        <p:spPr>
          <a:xfrm>
            <a:off x="8016000" y="0"/>
            <a:ext cx="4176000" cy="6858000"/>
          </a:xfrm>
          <a:prstGeom prst="rect">
            <a:avLst/>
          </a:prstGeo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wrap="square" tIns="1260000" anchor="ctr" anchorCtr="0">
            <a:no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A4A571C4-4D31-D173-F041-72701864667F}"/>
              </a:ext>
            </a:extLst>
          </p:cNvPr>
          <p:cNvSpPr>
            <a:spLocks noGrp="1"/>
          </p:cNvSpPr>
          <p:nvPr>
            <p:ph type="body" sz="quarter" idx="19" hasCustomPrompt="1"/>
            <p:custDataLst>
              <p:tags r:id="rId3"/>
            </p:custDataLst>
          </p:nvPr>
        </p:nvSpPr>
        <p:spPr>
          <a:xfrm>
            <a:off x="831852" y="2879319"/>
            <a:ext cx="5875282" cy="253516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223837" indent="0">
              <a:buFontTx/>
              <a:buNone/>
              <a:defRPr>
                <a:solidFill>
                  <a:schemeClr val="bg1"/>
                </a:solidFill>
              </a:defRPr>
            </a:lvl2pPr>
            <a:lvl3pPr marL="457200" indent="0">
              <a:buFontTx/>
              <a:buNone/>
              <a:defRPr/>
            </a:lvl3pPr>
            <a:lvl4pPr marL="669925" indent="0">
              <a:buFontTx/>
              <a:buNone/>
              <a:defRPr/>
            </a:lvl4pPr>
            <a:lvl5pPr marL="914400" indent="0">
              <a:buFontTx/>
              <a:buNone/>
              <a:defRPr/>
            </a:lvl5pPr>
          </a:lstStyle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3584D62-8455-C6C5-2C94-2413CA6CD425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831851" y="1057747"/>
            <a:ext cx="5866900" cy="1295131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2" name="Swirl">
            <a:extLst>
              <a:ext uri="{FF2B5EF4-FFF2-40B4-BE49-F238E27FC236}">
                <a16:creationId xmlns:a16="http://schemas.microsoft.com/office/drawing/2014/main" id="{85F825F1-AE64-3E33-509B-7194EDEA298F}"/>
              </a:ext>
            </a:extLst>
          </p:cNvPr>
          <p:cNvSpPr>
            <a:spLocks noGrp="1"/>
          </p:cNvSpPr>
          <p:nvPr>
            <p:ph type="body" sz="quarter" idx="24" hasCustomPrompt="1"/>
            <p:custDataLst>
              <p:tags r:id="rId5"/>
            </p:custDataLst>
          </p:nvPr>
        </p:nvSpPr>
        <p:spPr>
          <a:xfrm>
            <a:off x="6739173" y="0"/>
            <a:ext cx="1699200" cy="6858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22680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2pPr>
            <a:lvl3pPr marL="46080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3pPr>
            <a:lvl4pPr marL="68760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4pPr>
            <a:lvl5pPr marL="91440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ja-JP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744747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 Content - Red Title, Text_Top symb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2E7154BA-BA7F-A234-44F8-8341BE7D4DFB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1"/>
            </p:custDataLst>
          </p:nvPr>
        </p:nvSpPr>
        <p:spPr>
          <a:xfrm>
            <a:off x="457200" y="1196975"/>
            <a:ext cx="11280002" cy="5111750"/>
          </a:xfrm>
        </p:spPr>
        <p:txBody>
          <a:bodyPr lIns="0"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grpSp>
        <p:nvGrpSpPr>
          <p:cNvPr id="3" name="LOGO RED">
            <a:extLst>
              <a:ext uri="{FF2B5EF4-FFF2-40B4-BE49-F238E27FC236}">
                <a16:creationId xmlns:a16="http://schemas.microsoft.com/office/drawing/2014/main" id="{60770129-267A-C977-51EF-8652222538C9}"/>
              </a:ext>
            </a:extLst>
          </p:cNvPr>
          <p:cNvGrpSpPr/>
          <p:nvPr userDrawn="1">
            <p:custDataLst>
              <p:tags r:id="rId2"/>
            </p:custDataLst>
          </p:nvPr>
        </p:nvGrpSpPr>
        <p:grpSpPr>
          <a:xfrm>
            <a:off x="10326931" y="513671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4" name="Freeform: Shape 2">
              <a:extLst>
                <a:ext uri="{FF2B5EF4-FFF2-40B4-BE49-F238E27FC236}">
                  <a16:creationId xmlns:a16="http://schemas.microsoft.com/office/drawing/2014/main" id="{59F3EF14-2548-345B-DEF8-247C84141C43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590C1F0-3320-2F5F-7546-50D91CC68411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D32DC8B-9619-34B0-DA00-20E629D7AF18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CC07084-AFDE-2C8E-466E-BE2226D2F8F2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D7D464A-25F1-E274-D7DC-2C7D023E3FBE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4" name="Title 3">
            <a:extLst>
              <a:ext uri="{FF2B5EF4-FFF2-40B4-BE49-F238E27FC236}">
                <a16:creationId xmlns:a16="http://schemas.microsoft.com/office/drawing/2014/main" id="{7389B50F-A6C5-43DD-B54E-5911B9CD9B5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695400" y="376801"/>
            <a:ext cx="9180412" cy="518746"/>
          </a:xfrm>
        </p:spPr>
        <p:txBody>
          <a:bodyPr tIns="93600" anchor="t" anchorCtr="0"/>
          <a:lstStyle/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F91B5D1-4E0C-8668-FD18-7FFF163B3ECC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rgbClr val="B5091F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68CAD-FD0E-1DE9-7208-D34DEAD51D0E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703275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2 Content - Blue Title, Text_Top symb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652AE0B-7B9F-EB88-6744-8470770B8749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1"/>
            </p:custDataLst>
          </p:nvPr>
        </p:nvSpPr>
        <p:spPr>
          <a:xfrm>
            <a:off x="457200" y="1196975"/>
            <a:ext cx="11280002" cy="5111750"/>
          </a:xfrm>
        </p:spPr>
        <p:txBody>
          <a:bodyPr lIns="0"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grpSp>
        <p:nvGrpSpPr>
          <p:cNvPr id="3" name="LOGO RED">
            <a:extLst>
              <a:ext uri="{FF2B5EF4-FFF2-40B4-BE49-F238E27FC236}">
                <a16:creationId xmlns:a16="http://schemas.microsoft.com/office/drawing/2014/main" id="{9FC68AC8-56D4-5277-086D-EC798597B28C}"/>
              </a:ext>
            </a:extLst>
          </p:cNvPr>
          <p:cNvGrpSpPr/>
          <p:nvPr userDrawn="1">
            <p:custDataLst>
              <p:tags r:id="rId2"/>
            </p:custDataLst>
          </p:nvPr>
        </p:nvGrpSpPr>
        <p:grpSpPr>
          <a:xfrm>
            <a:off x="10326931" y="513671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4" name="Freeform: Shape 2">
              <a:extLst>
                <a:ext uri="{FF2B5EF4-FFF2-40B4-BE49-F238E27FC236}">
                  <a16:creationId xmlns:a16="http://schemas.microsoft.com/office/drawing/2014/main" id="{F1735E8D-E7F4-D4FF-A47E-7EF4F78E1C79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82D0A98-E556-5892-B381-503254ADADCE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E4B2AE9-7A1C-3EFA-A949-1E51887838F9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02B95D8-9587-2ED3-65BB-8C1910C417B9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3F9F478-9FD7-1328-6DA0-D75C316A3B54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4" name="Title 3">
            <a:extLst>
              <a:ext uri="{FF2B5EF4-FFF2-40B4-BE49-F238E27FC236}">
                <a16:creationId xmlns:a16="http://schemas.microsoft.com/office/drawing/2014/main" id="{0FED1AD4-4F49-2096-439E-F08E65A4C7AB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695400" y="376801"/>
            <a:ext cx="9180412" cy="518746"/>
          </a:xfrm>
        </p:spPr>
        <p:txBody>
          <a:bodyPr tIns="93600" anchor="t" anchorCtr="0"/>
          <a:lstStyle/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E260DF2-0D0D-FA9B-ABD9-FF88C229B359}"/>
              </a:ext>
            </a:extLst>
          </p:cNvPr>
          <p:cNvSpPr/>
          <p:nvPr userDrawn="1"/>
        </p:nvSpPr>
        <p:spPr>
          <a:xfrm>
            <a:off x="452401" y="361586"/>
            <a:ext cx="119133" cy="549176"/>
          </a:xfrm>
          <a:prstGeom prst="rect">
            <a:avLst/>
          </a:prstGeom>
          <a:solidFill>
            <a:srgbClr val="002664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FC57D0F-4723-D185-6E9A-571398BDA0B4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894849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3 Content - Red Title,Text 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30CB287-6B11-0281-2980-D7A58D79CDEB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grpSp>
        <p:nvGrpSpPr>
          <p:cNvPr id="6" name="LOGO RED">
            <a:extLst>
              <a:ext uri="{FF2B5EF4-FFF2-40B4-BE49-F238E27FC236}">
                <a16:creationId xmlns:a16="http://schemas.microsoft.com/office/drawing/2014/main" id="{A5AD8F80-FDC4-80D1-A16E-475748AA2880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7" name="Freeform: Shape 9">
              <a:extLst>
                <a:ext uri="{FF2B5EF4-FFF2-40B4-BE49-F238E27FC236}">
                  <a16:creationId xmlns:a16="http://schemas.microsoft.com/office/drawing/2014/main" id="{7BB938E9-0349-4FE9-A9D6-DFA3AC5BC947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" name="Freeform: Shape 10">
              <a:extLst>
                <a:ext uri="{FF2B5EF4-FFF2-40B4-BE49-F238E27FC236}">
                  <a16:creationId xmlns:a16="http://schemas.microsoft.com/office/drawing/2014/main" id="{CFC1F442-3AFE-EDB6-3088-A9FDDA6C34C7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" name="Freeform: Shape 11">
              <a:extLst>
                <a:ext uri="{FF2B5EF4-FFF2-40B4-BE49-F238E27FC236}">
                  <a16:creationId xmlns:a16="http://schemas.microsoft.com/office/drawing/2014/main" id="{1592F145-CB93-C7C3-C3DE-AAF77CFC5BDA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2">
              <a:extLst>
                <a:ext uri="{FF2B5EF4-FFF2-40B4-BE49-F238E27FC236}">
                  <a16:creationId xmlns:a16="http://schemas.microsoft.com/office/drawing/2014/main" id="{791AB978-C414-517B-E238-692F3094D192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13">
              <a:extLst>
                <a:ext uri="{FF2B5EF4-FFF2-40B4-BE49-F238E27FC236}">
                  <a16:creationId xmlns:a16="http://schemas.microsoft.com/office/drawing/2014/main" id="{428C5FAB-EFF3-E2B0-EE33-D50F3EAF511D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C58EC620-ED76-73A0-0C31-DA32AB154523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2"/>
            </p:custDataLst>
          </p:nvPr>
        </p:nvSpPr>
        <p:spPr>
          <a:xfrm>
            <a:off x="457200" y="1196975"/>
            <a:ext cx="5638800" cy="5111749"/>
          </a:xfrm>
        </p:spPr>
        <p:txBody>
          <a:bodyPr lIns="0" rIns="180000"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6D6AC434-CAA2-9DC4-E047-16D56760D405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3"/>
            </p:custDataLst>
          </p:nvPr>
        </p:nvSpPr>
        <p:spPr>
          <a:xfrm>
            <a:off x="6096000" y="1196975"/>
            <a:ext cx="5637000" cy="5111749"/>
          </a:xfrm>
        </p:spPr>
        <p:txBody>
          <a:bodyPr lIns="0" rIns="180000"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4895D6BE-CA90-C7FB-555B-4AEE30AAAA8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95400" y="376801"/>
            <a:ext cx="11037600" cy="518746"/>
          </a:xfrm>
        </p:spPr>
        <p:txBody>
          <a:bodyPr tIns="93600" anchor="t" anchorCtr="0"/>
          <a:lstStyle/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7C8B4A9E-ABE7-7412-0D2F-82D4C6999B23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rgbClr val="B5091F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8D06B6F-734F-2C4F-AFC4-E57AB2929DA3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5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803609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4 Content - Blue Title,Text 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BEB2FB9-0D78-9D89-F603-E214D2334DFE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grpSp>
        <p:nvGrpSpPr>
          <p:cNvPr id="6" name="LOGO RED">
            <a:extLst>
              <a:ext uri="{FF2B5EF4-FFF2-40B4-BE49-F238E27FC236}">
                <a16:creationId xmlns:a16="http://schemas.microsoft.com/office/drawing/2014/main" id="{A5AD8F80-FDC4-80D1-A16E-475748AA2880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7" name="Freeform: Shape 9">
              <a:extLst>
                <a:ext uri="{FF2B5EF4-FFF2-40B4-BE49-F238E27FC236}">
                  <a16:creationId xmlns:a16="http://schemas.microsoft.com/office/drawing/2014/main" id="{7BB938E9-0349-4FE9-A9D6-DFA3AC5BC947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" name="Freeform: Shape 10">
              <a:extLst>
                <a:ext uri="{FF2B5EF4-FFF2-40B4-BE49-F238E27FC236}">
                  <a16:creationId xmlns:a16="http://schemas.microsoft.com/office/drawing/2014/main" id="{CFC1F442-3AFE-EDB6-3088-A9FDDA6C34C7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" name="Freeform: Shape 11">
              <a:extLst>
                <a:ext uri="{FF2B5EF4-FFF2-40B4-BE49-F238E27FC236}">
                  <a16:creationId xmlns:a16="http://schemas.microsoft.com/office/drawing/2014/main" id="{1592F145-CB93-C7C3-C3DE-AAF77CFC5BDA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2">
              <a:extLst>
                <a:ext uri="{FF2B5EF4-FFF2-40B4-BE49-F238E27FC236}">
                  <a16:creationId xmlns:a16="http://schemas.microsoft.com/office/drawing/2014/main" id="{791AB978-C414-517B-E238-692F3094D192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13">
              <a:extLst>
                <a:ext uri="{FF2B5EF4-FFF2-40B4-BE49-F238E27FC236}">
                  <a16:creationId xmlns:a16="http://schemas.microsoft.com/office/drawing/2014/main" id="{428C5FAB-EFF3-E2B0-EE33-D50F3EAF511D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C58EC620-ED76-73A0-0C31-DA32AB154523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2"/>
            </p:custDataLst>
          </p:nvPr>
        </p:nvSpPr>
        <p:spPr>
          <a:xfrm>
            <a:off x="457200" y="1196975"/>
            <a:ext cx="5638800" cy="5111749"/>
          </a:xfrm>
        </p:spPr>
        <p:txBody>
          <a:bodyPr lIns="0" rIns="180000"/>
          <a:lstStyle>
            <a:lvl1pPr>
              <a:defRPr/>
            </a:lvl1pPr>
          </a:lstStyle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6D6AC434-CAA2-9DC4-E047-16D56760D405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3"/>
            </p:custDataLst>
          </p:nvPr>
        </p:nvSpPr>
        <p:spPr>
          <a:xfrm>
            <a:off x="6096000" y="1196975"/>
            <a:ext cx="5637000" cy="5111749"/>
          </a:xfrm>
        </p:spPr>
        <p:txBody>
          <a:bodyPr lIns="0" rIns="180000"/>
          <a:lstStyle>
            <a:lvl1pPr>
              <a:defRPr/>
            </a:lvl1pPr>
          </a:lstStyle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sp>
        <p:nvSpPr>
          <p:cNvPr id="13" name="Title 3">
            <a:extLst>
              <a:ext uri="{FF2B5EF4-FFF2-40B4-BE49-F238E27FC236}">
                <a16:creationId xmlns:a16="http://schemas.microsoft.com/office/drawing/2014/main" id="{0F328A3C-A6C7-7893-2917-7B6DF46496F7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95400" y="376801"/>
            <a:ext cx="11037600" cy="518746"/>
          </a:xfrm>
        </p:spPr>
        <p:txBody>
          <a:bodyPr tIns="93600" anchor="t" anchorCtr="0"/>
          <a:lstStyle>
            <a:lvl1pPr>
              <a:defRPr/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28CD858-7918-EFA6-44C2-FBD282B6F5B6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FEB5280-9E5F-3974-1807-5836370C06B0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5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483738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5 Content - Red Title, Text, img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60AF86E-1EC9-D3FD-1F00-49AE6C22B0AB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32E3B6BA-F758-3D5E-5F55-41F02DCAA90A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6096000" y="0"/>
            <a:ext cx="6096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grpSp>
        <p:nvGrpSpPr>
          <p:cNvPr id="20" name="LOGO RED">
            <a:extLst>
              <a:ext uri="{FF2B5EF4-FFF2-40B4-BE49-F238E27FC236}">
                <a16:creationId xmlns:a16="http://schemas.microsoft.com/office/drawing/2014/main" id="{5CAE5929-D15F-38A7-AA5E-89958F2AC86B}"/>
              </a:ext>
            </a:extLst>
          </p:cNvPr>
          <p:cNvGrpSpPr/>
          <p:nvPr userDrawn="1">
            <p:custDataLst>
              <p:tags r:id="rId2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21" name="Freeform: Shape 9">
              <a:extLst>
                <a:ext uri="{FF2B5EF4-FFF2-40B4-BE49-F238E27FC236}">
                  <a16:creationId xmlns:a16="http://schemas.microsoft.com/office/drawing/2014/main" id="{3AC62D4E-1069-6EB0-79C9-6C82F48E7057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10">
              <a:extLst>
                <a:ext uri="{FF2B5EF4-FFF2-40B4-BE49-F238E27FC236}">
                  <a16:creationId xmlns:a16="http://schemas.microsoft.com/office/drawing/2014/main" id="{7F5762D3-8F19-A86F-0A2A-AD5F99951941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Freeform: Shape 11">
              <a:extLst>
                <a:ext uri="{FF2B5EF4-FFF2-40B4-BE49-F238E27FC236}">
                  <a16:creationId xmlns:a16="http://schemas.microsoft.com/office/drawing/2014/main" id="{D1F9DFD6-DC24-7B8C-9D0D-92E8A6769F6B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" name="Freeform: Shape 12">
              <a:extLst>
                <a:ext uri="{FF2B5EF4-FFF2-40B4-BE49-F238E27FC236}">
                  <a16:creationId xmlns:a16="http://schemas.microsoft.com/office/drawing/2014/main" id="{DE91A95E-49B1-62A7-B6EF-31DD83A6E291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Freeform: Shape 13">
              <a:extLst>
                <a:ext uri="{FF2B5EF4-FFF2-40B4-BE49-F238E27FC236}">
                  <a16:creationId xmlns:a16="http://schemas.microsoft.com/office/drawing/2014/main" id="{C6D5FA6F-9167-D231-9C77-D78236E8B047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F1EA1618-506C-22D4-BF96-48271B214ED6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3"/>
            </p:custDataLst>
          </p:nvPr>
        </p:nvSpPr>
        <p:spPr>
          <a:xfrm>
            <a:off x="457200" y="1196975"/>
            <a:ext cx="5184002" cy="5111749"/>
          </a:xfrm>
        </p:spPr>
        <p:txBody>
          <a:bodyPr lIns="0"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423D74A6-54D4-CDDF-FF12-E7FE260D7CA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95400" y="376801"/>
            <a:ext cx="4945802" cy="518746"/>
          </a:xfrm>
        </p:spPr>
        <p:txBody>
          <a:bodyPr tIns="93600" anchor="t" anchorCtr="0"/>
          <a:lstStyle/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2103593-214C-B16F-1D1D-5312189A5F27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rgbClr val="B5091F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27195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6 Content - Blue Title, Text, img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1B1A7B4-C90B-5174-1E18-489F4C9F1216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C640D543-9FD2-04C8-8230-253D9B4D8D32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6096000" y="0"/>
            <a:ext cx="6096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grpSp>
        <p:nvGrpSpPr>
          <p:cNvPr id="20" name="LOGO RED">
            <a:extLst>
              <a:ext uri="{FF2B5EF4-FFF2-40B4-BE49-F238E27FC236}">
                <a16:creationId xmlns:a16="http://schemas.microsoft.com/office/drawing/2014/main" id="{27E896B1-DDFF-2917-33A4-41974FF41CAA}"/>
              </a:ext>
            </a:extLst>
          </p:cNvPr>
          <p:cNvGrpSpPr/>
          <p:nvPr userDrawn="1">
            <p:custDataLst>
              <p:tags r:id="rId2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21" name="Freeform: Shape 9">
              <a:extLst>
                <a:ext uri="{FF2B5EF4-FFF2-40B4-BE49-F238E27FC236}">
                  <a16:creationId xmlns:a16="http://schemas.microsoft.com/office/drawing/2014/main" id="{E88779C5-8006-E264-C412-A6D4D8331B64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10">
              <a:extLst>
                <a:ext uri="{FF2B5EF4-FFF2-40B4-BE49-F238E27FC236}">
                  <a16:creationId xmlns:a16="http://schemas.microsoft.com/office/drawing/2014/main" id="{C411DA21-17AA-E315-72C6-0FCF4A9EB364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Freeform: Shape 11">
              <a:extLst>
                <a:ext uri="{FF2B5EF4-FFF2-40B4-BE49-F238E27FC236}">
                  <a16:creationId xmlns:a16="http://schemas.microsoft.com/office/drawing/2014/main" id="{636FB7E2-7087-8579-7E48-BB43079D3767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" name="Freeform: Shape 12">
              <a:extLst>
                <a:ext uri="{FF2B5EF4-FFF2-40B4-BE49-F238E27FC236}">
                  <a16:creationId xmlns:a16="http://schemas.microsoft.com/office/drawing/2014/main" id="{954D36C4-63EF-F55E-8E18-848E87B8CED9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Freeform: Shape 13">
              <a:extLst>
                <a:ext uri="{FF2B5EF4-FFF2-40B4-BE49-F238E27FC236}">
                  <a16:creationId xmlns:a16="http://schemas.microsoft.com/office/drawing/2014/main" id="{38D6AF16-2077-10B4-321E-E591A0BC0B83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B6CBA4E6-9222-A131-2B39-13F835593223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3"/>
            </p:custDataLst>
          </p:nvPr>
        </p:nvSpPr>
        <p:spPr>
          <a:xfrm>
            <a:off x="457200" y="1196975"/>
            <a:ext cx="5184002" cy="5111749"/>
          </a:xfrm>
        </p:spPr>
        <p:txBody>
          <a:bodyPr lIns="0"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8D8EC7F7-71D9-BB94-7D9B-CDF63FE08697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95400" y="376801"/>
            <a:ext cx="4945802" cy="518746"/>
          </a:xfrm>
        </p:spPr>
        <p:txBody>
          <a:bodyPr tIns="93600" anchor="t" anchorCtr="0"/>
          <a:lstStyle/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4009649-17B7-3ED0-CF23-A3B4C108B76E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26427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7 Content - 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9AC64CF-1299-C15C-FC48-420729449EFD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grpSp>
        <p:nvGrpSpPr>
          <p:cNvPr id="16" name="LOGO RED">
            <a:extLst>
              <a:ext uri="{FF2B5EF4-FFF2-40B4-BE49-F238E27FC236}">
                <a16:creationId xmlns:a16="http://schemas.microsoft.com/office/drawing/2014/main" id="{EFC0F43E-3187-0C9B-4850-8079E4A838D2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17" name="Freeform: Shape 6">
              <a:extLst>
                <a:ext uri="{FF2B5EF4-FFF2-40B4-BE49-F238E27FC236}">
                  <a16:creationId xmlns:a16="http://schemas.microsoft.com/office/drawing/2014/main" id="{2AAFDEAE-1A99-5DB9-801C-798CA9CA0FED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reeform: Shape 8">
              <a:extLst>
                <a:ext uri="{FF2B5EF4-FFF2-40B4-BE49-F238E27FC236}">
                  <a16:creationId xmlns:a16="http://schemas.microsoft.com/office/drawing/2014/main" id="{38360DB9-2039-F224-83A2-05E319B49278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Freeform: Shape 9">
              <a:extLst>
                <a:ext uri="{FF2B5EF4-FFF2-40B4-BE49-F238E27FC236}">
                  <a16:creationId xmlns:a16="http://schemas.microsoft.com/office/drawing/2014/main" id="{E377815F-FD13-8E44-7C90-F69CA0024926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" name="Freeform: Shape 10">
              <a:extLst>
                <a:ext uri="{FF2B5EF4-FFF2-40B4-BE49-F238E27FC236}">
                  <a16:creationId xmlns:a16="http://schemas.microsoft.com/office/drawing/2014/main" id="{BC096D12-1469-4702-5122-1BF481D021BD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11">
              <a:extLst>
                <a:ext uri="{FF2B5EF4-FFF2-40B4-BE49-F238E27FC236}">
                  <a16:creationId xmlns:a16="http://schemas.microsoft.com/office/drawing/2014/main" id="{A83E24C6-9106-E91F-417C-663D75582D1E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Title 3">
            <a:extLst>
              <a:ext uri="{FF2B5EF4-FFF2-40B4-BE49-F238E27FC236}">
                <a16:creationId xmlns:a16="http://schemas.microsoft.com/office/drawing/2014/main" id="{0E3DA47C-B0BE-7CBE-67AC-5203509064C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400" y="376801"/>
            <a:ext cx="11037600" cy="518746"/>
          </a:xfrm>
        </p:spPr>
        <p:txBody>
          <a:bodyPr tIns="93600" anchor="t" anchorCtr="0"/>
          <a:lstStyle/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3455B15-4F69-02F2-00C1-CB4527EF23A8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rgbClr val="B5091F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E7577CDC-5F30-9BCB-642A-A8BD3604738F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457200" y="1196975"/>
            <a:ext cx="11280002" cy="5111750"/>
          </a:xfrm>
        </p:spPr>
        <p:txBody>
          <a:bodyPr lIns="0"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7A0846D-97D9-9368-4536-C40678C606BD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398253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8 Content - Blu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DCC747F-C021-9627-1002-F20551B96F5C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grpSp>
        <p:nvGrpSpPr>
          <p:cNvPr id="16" name="LOGO RED">
            <a:extLst>
              <a:ext uri="{FF2B5EF4-FFF2-40B4-BE49-F238E27FC236}">
                <a16:creationId xmlns:a16="http://schemas.microsoft.com/office/drawing/2014/main" id="{B2B548E9-28F5-0D3B-2956-58AD4706B64B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17" name="Freeform: Shape 6">
              <a:extLst>
                <a:ext uri="{FF2B5EF4-FFF2-40B4-BE49-F238E27FC236}">
                  <a16:creationId xmlns:a16="http://schemas.microsoft.com/office/drawing/2014/main" id="{5D022BFB-1C44-185F-D0FE-0BC991B012B3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reeform: Shape 8">
              <a:extLst>
                <a:ext uri="{FF2B5EF4-FFF2-40B4-BE49-F238E27FC236}">
                  <a16:creationId xmlns:a16="http://schemas.microsoft.com/office/drawing/2014/main" id="{38CFE24F-391A-96C0-AA31-696793FCC33A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Freeform: Shape 9">
              <a:extLst>
                <a:ext uri="{FF2B5EF4-FFF2-40B4-BE49-F238E27FC236}">
                  <a16:creationId xmlns:a16="http://schemas.microsoft.com/office/drawing/2014/main" id="{F21CBE1F-6DA1-B80A-4A90-6BE141AEA491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" name="Freeform: Shape 10">
              <a:extLst>
                <a:ext uri="{FF2B5EF4-FFF2-40B4-BE49-F238E27FC236}">
                  <a16:creationId xmlns:a16="http://schemas.microsoft.com/office/drawing/2014/main" id="{72BBCD8B-B836-5AB1-4D92-0355B2AECA44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11">
              <a:extLst>
                <a:ext uri="{FF2B5EF4-FFF2-40B4-BE49-F238E27FC236}">
                  <a16:creationId xmlns:a16="http://schemas.microsoft.com/office/drawing/2014/main" id="{0C42678C-061F-48E4-E13F-05FF8967780E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Title 3">
            <a:extLst>
              <a:ext uri="{FF2B5EF4-FFF2-40B4-BE49-F238E27FC236}">
                <a16:creationId xmlns:a16="http://schemas.microsoft.com/office/drawing/2014/main" id="{554A9659-5F49-427B-70DD-355785CD8DE2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400" y="376801"/>
            <a:ext cx="11037600" cy="518746"/>
          </a:xfrm>
        </p:spPr>
        <p:txBody>
          <a:bodyPr tIns="93600" anchor="t" anchorCtr="0"/>
          <a:lstStyle/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2B5DBA0-4A39-6FEC-C950-D4B80820EC54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D7121083-B5B5-85EC-DDBF-0899173E6143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457200" y="1196975"/>
            <a:ext cx="11280002" cy="5111750"/>
          </a:xfrm>
        </p:spPr>
        <p:txBody>
          <a:bodyPr lIns="0"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E9A462E-B13B-F36B-B938-6565B5A1501B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4876850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9 Content -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E8D586E-96A9-7AD5-B507-819C045271B5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grpSp>
        <p:nvGrpSpPr>
          <p:cNvPr id="14" name="LOGO RED">
            <a:extLst>
              <a:ext uri="{FF2B5EF4-FFF2-40B4-BE49-F238E27FC236}">
                <a16:creationId xmlns:a16="http://schemas.microsoft.com/office/drawing/2014/main" id="{75A73315-05DF-960C-CA3D-2EA4C9D25312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15" name="Freeform: Shape 2">
              <a:extLst>
                <a:ext uri="{FF2B5EF4-FFF2-40B4-BE49-F238E27FC236}">
                  <a16:creationId xmlns:a16="http://schemas.microsoft.com/office/drawing/2014/main" id="{DC5EFCEC-C45D-50C9-2C4A-8A39DD9D92EF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6">
              <a:extLst>
                <a:ext uri="{FF2B5EF4-FFF2-40B4-BE49-F238E27FC236}">
                  <a16:creationId xmlns:a16="http://schemas.microsoft.com/office/drawing/2014/main" id="{525CC2C4-8DBA-B64E-AC9A-F9FFE7543051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Freeform: Shape 7">
              <a:extLst>
                <a:ext uri="{FF2B5EF4-FFF2-40B4-BE49-F238E27FC236}">
                  <a16:creationId xmlns:a16="http://schemas.microsoft.com/office/drawing/2014/main" id="{DDF28C2A-5CC8-5527-4056-78E1AEDAEA12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reeform: Shape 8">
              <a:extLst>
                <a:ext uri="{FF2B5EF4-FFF2-40B4-BE49-F238E27FC236}">
                  <a16:creationId xmlns:a16="http://schemas.microsoft.com/office/drawing/2014/main" id="{02249847-FA22-A46F-BB41-E0B3BCB438DD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Freeform: Shape 9">
              <a:extLst>
                <a:ext uri="{FF2B5EF4-FFF2-40B4-BE49-F238E27FC236}">
                  <a16:creationId xmlns:a16="http://schemas.microsoft.com/office/drawing/2014/main" id="{815FCFBF-2035-00B9-1735-A3695C4847D1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2B337B6-F6BB-5847-E1E4-C4DE60B654D8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033500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0 Content - Red, 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AEB08F3-EA50-E32B-B5BE-63A53DD3D5A0}"/>
              </a:ext>
            </a:extLst>
          </p:cNvPr>
          <p:cNvSpPr/>
          <p:nvPr userDrawn="1"/>
        </p:nvSpPr>
        <p:spPr>
          <a:xfrm>
            <a:off x="10349001" y="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7" name="Freeform: Shape 8">
            <a:extLst>
              <a:ext uri="{FF2B5EF4-FFF2-40B4-BE49-F238E27FC236}">
                <a16:creationId xmlns:a16="http://schemas.microsoft.com/office/drawing/2014/main" id="{38DEDB97-F1F9-7A36-8CFC-00AC051ACD08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 rot="16200000" flipH="1">
            <a:off x="8516631" y="3182631"/>
            <a:ext cx="6857866" cy="492871"/>
          </a:xfrm>
          <a:custGeom>
            <a:avLst/>
            <a:gdLst>
              <a:gd name="connsiteX0" fmla="*/ 0 w 4859940"/>
              <a:gd name="connsiteY0" fmla="*/ 0 h 349281"/>
              <a:gd name="connsiteX1" fmla="*/ 4859941 w 4859940"/>
              <a:gd name="connsiteY1" fmla="*/ 0 h 349281"/>
              <a:gd name="connsiteX2" fmla="*/ 4859941 w 4859940"/>
              <a:gd name="connsiteY2" fmla="*/ 349282 h 349281"/>
              <a:gd name="connsiteX3" fmla="*/ 0 w 4859940"/>
              <a:gd name="connsiteY3" fmla="*/ 349282 h 349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59940" h="349281">
                <a:moveTo>
                  <a:pt x="0" y="0"/>
                </a:moveTo>
                <a:lnTo>
                  <a:pt x="4859941" y="0"/>
                </a:lnTo>
                <a:lnTo>
                  <a:pt x="4859941" y="349282"/>
                </a:lnTo>
                <a:lnTo>
                  <a:pt x="0" y="349282"/>
                </a:lnTo>
                <a:close/>
              </a:path>
            </a:pathLst>
          </a:custGeom>
          <a:solidFill>
            <a:srgbClr val="C7465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8FA3B11-8BF7-9E80-2AF4-346AAECFE62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 flipH="1">
            <a:off x="11699129" y="0"/>
            <a:ext cx="428625" cy="2283580"/>
          </a:xfrm>
          <a:custGeom>
            <a:avLst/>
            <a:gdLst>
              <a:gd name="connsiteX0" fmla="*/ 303752 w 303752"/>
              <a:gd name="connsiteY0" fmla="*/ 1618298 h 1618297"/>
              <a:gd name="connsiteX1" fmla="*/ 0 w 303752"/>
              <a:gd name="connsiteY1" fmla="*/ 0 h 1618297"/>
              <a:gd name="connsiteX2" fmla="*/ 303752 w 303752"/>
              <a:gd name="connsiteY2" fmla="*/ 0 h 1618297"/>
              <a:gd name="connsiteX3" fmla="*/ 303752 w 303752"/>
              <a:gd name="connsiteY3" fmla="*/ 1618298 h 1618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3752" h="1618297">
                <a:moveTo>
                  <a:pt x="303752" y="1618298"/>
                </a:moveTo>
                <a:cubicBezTo>
                  <a:pt x="129445" y="1104233"/>
                  <a:pt x="20955" y="543687"/>
                  <a:pt x="0" y="0"/>
                </a:cubicBezTo>
                <a:lnTo>
                  <a:pt x="303752" y="0"/>
                </a:lnTo>
                <a:lnTo>
                  <a:pt x="303752" y="1618298"/>
                </a:lnTo>
                <a:close/>
              </a:path>
            </a:pathLst>
          </a:custGeom>
          <a:solidFill>
            <a:srgbClr val="B5091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10" name="Freeform: Shape 18">
            <a:extLst>
              <a:ext uri="{FF2B5EF4-FFF2-40B4-BE49-F238E27FC236}">
                <a16:creationId xmlns:a16="http://schemas.microsoft.com/office/drawing/2014/main" id="{8A1B6884-A343-1B3C-BD01-9F530D8CB4AB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 flipH="1">
            <a:off x="10413255" y="2283580"/>
            <a:ext cx="1285874" cy="4574420"/>
          </a:xfrm>
          <a:custGeom>
            <a:avLst/>
            <a:gdLst>
              <a:gd name="connsiteX0" fmla="*/ 0 w 911256"/>
              <a:gd name="connsiteY0" fmla="*/ 754190 h 3241738"/>
              <a:gd name="connsiteX1" fmla="*/ 0 w 911256"/>
              <a:gd name="connsiteY1" fmla="*/ 3241739 h 3241738"/>
              <a:gd name="connsiteX2" fmla="*/ 911257 w 911256"/>
              <a:gd name="connsiteY2" fmla="*/ 3241739 h 3241738"/>
              <a:gd name="connsiteX3" fmla="*/ 607505 w 911256"/>
              <a:gd name="connsiteY3" fmla="*/ 1622965 h 3241738"/>
              <a:gd name="connsiteX4" fmla="*/ 0 w 911256"/>
              <a:gd name="connsiteY4" fmla="*/ 0 h 3241738"/>
              <a:gd name="connsiteX5" fmla="*/ 0 w 911256"/>
              <a:gd name="connsiteY5" fmla="*/ 754190 h 3241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1256" h="3241738">
                <a:moveTo>
                  <a:pt x="0" y="754190"/>
                </a:moveTo>
                <a:lnTo>
                  <a:pt x="0" y="3241739"/>
                </a:lnTo>
                <a:cubicBezTo>
                  <a:pt x="0" y="3241739"/>
                  <a:pt x="911257" y="3241739"/>
                  <a:pt x="911257" y="3241739"/>
                </a:cubicBezTo>
                <a:cubicBezTo>
                  <a:pt x="882301" y="2665476"/>
                  <a:pt x="756761" y="2123313"/>
                  <a:pt x="607505" y="1622965"/>
                </a:cubicBezTo>
                <a:cubicBezTo>
                  <a:pt x="446151" y="1082135"/>
                  <a:pt x="104299" y="307562"/>
                  <a:pt x="0" y="0"/>
                </a:cubicBezTo>
                <a:lnTo>
                  <a:pt x="0" y="754190"/>
                </a:lnTo>
                <a:close/>
              </a:path>
            </a:pathLst>
          </a:custGeom>
          <a:solidFill>
            <a:srgbClr val="D36B79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7C9450B-5DA7-E0B2-815D-F4809EB8C06D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grpSp>
        <p:nvGrpSpPr>
          <p:cNvPr id="23" name="LOGO RED">
            <a:extLst>
              <a:ext uri="{FF2B5EF4-FFF2-40B4-BE49-F238E27FC236}">
                <a16:creationId xmlns:a16="http://schemas.microsoft.com/office/drawing/2014/main" id="{BC70152F-A979-52FB-2AF5-D70B2428AA2D}"/>
              </a:ext>
            </a:extLst>
          </p:cNvPr>
          <p:cNvGrpSpPr/>
          <p:nvPr userDrawn="1">
            <p:custDataLst>
              <p:tags r:id="rId4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24" name="Freeform: Shape 11">
              <a:extLst>
                <a:ext uri="{FF2B5EF4-FFF2-40B4-BE49-F238E27FC236}">
                  <a16:creationId xmlns:a16="http://schemas.microsoft.com/office/drawing/2014/main" id="{2D27A781-81B4-9F12-D963-3CAD2ABBE6C8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Freeform: Shape 12">
              <a:extLst>
                <a:ext uri="{FF2B5EF4-FFF2-40B4-BE49-F238E27FC236}">
                  <a16:creationId xmlns:a16="http://schemas.microsoft.com/office/drawing/2014/main" id="{DC1DF749-A040-7B54-4423-6D551BBDBD3D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Freeform: Shape 13">
              <a:extLst>
                <a:ext uri="{FF2B5EF4-FFF2-40B4-BE49-F238E27FC236}">
                  <a16:creationId xmlns:a16="http://schemas.microsoft.com/office/drawing/2014/main" id="{B751A44A-502F-9127-51CE-989B31E654CA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Freeform: Shape 14">
              <a:extLst>
                <a:ext uri="{FF2B5EF4-FFF2-40B4-BE49-F238E27FC236}">
                  <a16:creationId xmlns:a16="http://schemas.microsoft.com/office/drawing/2014/main" id="{362E80C3-2171-509F-79BF-97B167AE80ED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" name="Freeform: Shape 15">
              <a:extLst>
                <a:ext uri="{FF2B5EF4-FFF2-40B4-BE49-F238E27FC236}">
                  <a16:creationId xmlns:a16="http://schemas.microsoft.com/office/drawing/2014/main" id="{D3569F7E-3EF9-DB35-5C90-F4F87A99C21C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3">
            <a:extLst>
              <a:ext uri="{FF2B5EF4-FFF2-40B4-BE49-F238E27FC236}">
                <a16:creationId xmlns:a16="http://schemas.microsoft.com/office/drawing/2014/main" id="{7FCD9F39-0AB0-8FA7-3115-957974C7277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95400" y="376801"/>
            <a:ext cx="9341554" cy="518746"/>
          </a:xfrm>
        </p:spPr>
        <p:txBody>
          <a:bodyPr tIns="93600" anchor="t" anchorCtr="0"/>
          <a:lstStyle/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48F7046-898E-BC31-63F3-9A65B751179C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rgbClr val="B5091F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3D950AC0-C8CD-83CD-62BE-B1AA0CEA35A8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457200" y="1196975"/>
            <a:ext cx="9579754" cy="5111750"/>
          </a:xfrm>
        </p:spPr>
        <p:txBody>
          <a:bodyPr lIns="0"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8152828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1 Content - Blue, 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A518AC1-210C-F4EC-57DD-33359881F0F8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F0510AF-D356-0E9D-BAD5-50552AF88CB2}"/>
              </a:ext>
            </a:extLst>
          </p:cNvPr>
          <p:cNvSpPr/>
          <p:nvPr userDrawn="1"/>
        </p:nvSpPr>
        <p:spPr>
          <a:xfrm>
            <a:off x="10344473" y="-135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grpSp>
        <p:nvGrpSpPr>
          <p:cNvPr id="7" name="Group 8">
            <a:extLst>
              <a:ext uri="{FF2B5EF4-FFF2-40B4-BE49-F238E27FC236}">
                <a16:creationId xmlns:a16="http://schemas.microsoft.com/office/drawing/2014/main" id="{852B7CE3-EE5F-3956-8582-45533859E0B2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 flipH="1">
            <a:off x="10413255" y="0"/>
            <a:ext cx="1778745" cy="6858000"/>
            <a:chOff x="0" y="0"/>
            <a:chExt cx="1778745" cy="6858000"/>
          </a:xfrm>
        </p:grpSpPr>
        <p:sp>
          <p:nvSpPr>
            <p:cNvPr id="8" name="Freeform: Shape 17">
              <a:extLst>
                <a:ext uri="{FF2B5EF4-FFF2-40B4-BE49-F238E27FC236}">
                  <a16:creationId xmlns:a16="http://schemas.microsoft.com/office/drawing/2014/main" id="{1D34ED51-DF7D-A873-4EB6-B7627C66DCE8}"/>
                </a:ext>
              </a:extLst>
            </p:cNvPr>
            <p:cNvSpPr/>
            <p:nvPr userDrawn="1"/>
          </p:nvSpPr>
          <p:spPr>
            <a:xfrm rot="5400000">
              <a:off x="-3182497" y="3182497"/>
              <a:ext cx="6857866" cy="492871"/>
            </a:xfrm>
            <a:custGeom>
              <a:avLst/>
              <a:gdLst>
                <a:gd name="connsiteX0" fmla="*/ 0 w 4859940"/>
                <a:gd name="connsiteY0" fmla="*/ 0 h 349281"/>
                <a:gd name="connsiteX1" fmla="*/ 4859941 w 4859940"/>
                <a:gd name="connsiteY1" fmla="*/ 0 h 349281"/>
                <a:gd name="connsiteX2" fmla="*/ 4859941 w 4859940"/>
                <a:gd name="connsiteY2" fmla="*/ 349282 h 349281"/>
                <a:gd name="connsiteX3" fmla="*/ 0 w 4859940"/>
                <a:gd name="connsiteY3" fmla="*/ 349282 h 349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59940" h="349281">
                  <a:moveTo>
                    <a:pt x="0" y="0"/>
                  </a:moveTo>
                  <a:lnTo>
                    <a:pt x="4859941" y="0"/>
                  </a:lnTo>
                  <a:lnTo>
                    <a:pt x="4859941" y="349282"/>
                  </a:lnTo>
                  <a:lnTo>
                    <a:pt x="0" y="349282"/>
                  </a:lnTo>
                  <a:close/>
                </a:path>
              </a:pathLst>
            </a:custGeom>
            <a:solidFill>
              <a:srgbClr val="405C8B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18">
              <a:extLst>
                <a:ext uri="{FF2B5EF4-FFF2-40B4-BE49-F238E27FC236}">
                  <a16:creationId xmlns:a16="http://schemas.microsoft.com/office/drawing/2014/main" id="{9CCB3507-F00F-4068-4C59-442388BAAA27}"/>
                </a:ext>
              </a:extLst>
            </p:cNvPr>
            <p:cNvSpPr/>
            <p:nvPr userDrawn="1"/>
          </p:nvSpPr>
          <p:spPr>
            <a:xfrm>
              <a:off x="64246" y="0"/>
              <a:ext cx="428625" cy="2283580"/>
            </a:xfrm>
            <a:custGeom>
              <a:avLst/>
              <a:gdLst>
                <a:gd name="connsiteX0" fmla="*/ 303752 w 303752"/>
                <a:gd name="connsiteY0" fmla="*/ 1618298 h 1618297"/>
                <a:gd name="connsiteX1" fmla="*/ 0 w 303752"/>
                <a:gd name="connsiteY1" fmla="*/ 0 h 1618297"/>
                <a:gd name="connsiteX2" fmla="*/ 303752 w 303752"/>
                <a:gd name="connsiteY2" fmla="*/ 0 h 1618297"/>
                <a:gd name="connsiteX3" fmla="*/ 303752 w 303752"/>
                <a:gd name="connsiteY3" fmla="*/ 1618298 h 1618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752" h="1618297">
                  <a:moveTo>
                    <a:pt x="303752" y="1618298"/>
                  </a:moveTo>
                  <a:cubicBezTo>
                    <a:pt x="129445" y="1104233"/>
                    <a:pt x="20955" y="543687"/>
                    <a:pt x="0" y="0"/>
                  </a:cubicBezTo>
                  <a:lnTo>
                    <a:pt x="303752" y="0"/>
                  </a:lnTo>
                  <a:lnTo>
                    <a:pt x="303752" y="1618298"/>
                  </a:lnTo>
                  <a:close/>
                </a:path>
              </a:pathLst>
            </a:custGeom>
            <a:solidFill>
              <a:srgbClr val="0026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19">
              <a:extLst>
                <a:ext uri="{FF2B5EF4-FFF2-40B4-BE49-F238E27FC236}">
                  <a16:creationId xmlns:a16="http://schemas.microsoft.com/office/drawing/2014/main" id="{BF371865-3772-5BFC-B112-D6B0D6D26D3D}"/>
                </a:ext>
              </a:extLst>
            </p:cNvPr>
            <p:cNvSpPr/>
            <p:nvPr userDrawn="1"/>
          </p:nvSpPr>
          <p:spPr>
            <a:xfrm>
              <a:off x="492871" y="2283580"/>
              <a:ext cx="1285874" cy="4574420"/>
            </a:xfrm>
            <a:custGeom>
              <a:avLst/>
              <a:gdLst>
                <a:gd name="connsiteX0" fmla="*/ 0 w 911256"/>
                <a:gd name="connsiteY0" fmla="*/ 754190 h 3241738"/>
                <a:gd name="connsiteX1" fmla="*/ 0 w 911256"/>
                <a:gd name="connsiteY1" fmla="*/ 3241739 h 3241738"/>
                <a:gd name="connsiteX2" fmla="*/ 911257 w 911256"/>
                <a:gd name="connsiteY2" fmla="*/ 3241739 h 3241738"/>
                <a:gd name="connsiteX3" fmla="*/ 607505 w 911256"/>
                <a:gd name="connsiteY3" fmla="*/ 1622965 h 3241738"/>
                <a:gd name="connsiteX4" fmla="*/ 0 w 911256"/>
                <a:gd name="connsiteY4" fmla="*/ 0 h 3241738"/>
                <a:gd name="connsiteX5" fmla="*/ 0 w 911256"/>
                <a:gd name="connsiteY5" fmla="*/ 754190 h 3241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1256" h="3241738">
                  <a:moveTo>
                    <a:pt x="0" y="754190"/>
                  </a:moveTo>
                  <a:lnTo>
                    <a:pt x="0" y="3241739"/>
                  </a:lnTo>
                  <a:cubicBezTo>
                    <a:pt x="0" y="3241739"/>
                    <a:pt x="911257" y="3241739"/>
                    <a:pt x="911257" y="3241739"/>
                  </a:cubicBezTo>
                  <a:cubicBezTo>
                    <a:pt x="882301" y="2665476"/>
                    <a:pt x="756761" y="2123313"/>
                    <a:pt x="607505" y="1622965"/>
                  </a:cubicBezTo>
                  <a:cubicBezTo>
                    <a:pt x="446151" y="1082135"/>
                    <a:pt x="104299" y="307562"/>
                    <a:pt x="0" y="0"/>
                  </a:cubicBezTo>
                  <a:lnTo>
                    <a:pt x="0" y="754190"/>
                  </a:lnTo>
                  <a:close/>
                </a:path>
              </a:pathLst>
            </a:custGeom>
            <a:solidFill>
              <a:srgbClr val="667DA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5" name="LOGO RED">
            <a:extLst>
              <a:ext uri="{FF2B5EF4-FFF2-40B4-BE49-F238E27FC236}">
                <a16:creationId xmlns:a16="http://schemas.microsoft.com/office/drawing/2014/main" id="{47C4783F-6471-A120-2B1F-D8BF38BD467E}"/>
              </a:ext>
            </a:extLst>
          </p:cNvPr>
          <p:cNvGrpSpPr/>
          <p:nvPr userDrawn="1">
            <p:custDataLst>
              <p:tags r:id="rId2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26" name="Freeform: Shape 11">
              <a:extLst>
                <a:ext uri="{FF2B5EF4-FFF2-40B4-BE49-F238E27FC236}">
                  <a16:creationId xmlns:a16="http://schemas.microsoft.com/office/drawing/2014/main" id="{B373D8FD-3947-C2D0-6A72-76B99B63E4D3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Freeform: Shape 12">
              <a:extLst>
                <a:ext uri="{FF2B5EF4-FFF2-40B4-BE49-F238E27FC236}">
                  <a16:creationId xmlns:a16="http://schemas.microsoft.com/office/drawing/2014/main" id="{E99D7D60-1CE5-72D8-B696-CE8922302A43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" name="Freeform: Shape 13">
              <a:extLst>
                <a:ext uri="{FF2B5EF4-FFF2-40B4-BE49-F238E27FC236}">
                  <a16:creationId xmlns:a16="http://schemas.microsoft.com/office/drawing/2014/main" id="{B7222C11-FA44-9163-A22F-A07508755CCC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" name="Freeform: Shape 14">
              <a:extLst>
                <a:ext uri="{FF2B5EF4-FFF2-40B4-BE49-F238E27FC236}">
                  <a16:creationId xmlns:a16="http://schemas.microsoft.com/office/drawing/2014/main" id="{D93E4D58-FFDB-09C5-4E30-4654A74F8930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15">
              <a:extLst>
                <a:ext uri="{FF2B5EF4-FFF2-40B4-BE49-F238E27FC236}">
                  <a16:creationId xmlns:a16="http://schemas.microsoft.com/office/drawing/2014/main" id="{9EBFD03A-BEBC-2E40-C1A1-DA75A282C9B8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Title 3">
            <a:extLst>
              <a:ext uri="{FF2B5EF4-FFF2-40B4-BE49-F238E27FC236}">
                <a16:creationId xmlns:a16="http://schemas.microsoft.com/office/drawing/2014/main" id="{B36BA760-8215-7C18-C4BB-7B2054831366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695400" y="376801"/>
            <a:ext cx="9341554" cy="518746"/>
          </a:xfrm>
        </p:spPr>
        <p:txBody>
          <a:bodyPr tIns="93600" anchor="t" anchorCtr="0"/>
          <a:lstStyle/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0490C9E-D8E0-ED65-B609-3E25D80451BB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A698E78-8A6B-5ADF-8568-3DF6D68EB053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457200" y="1196975"/>
            <a:ext cx="9579754" cy="5111750"/>
          </a:xfrm>
        </p:spPr>
        <p:txBody>
          <a:bodyPr lIns="0"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279011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2 Content - Title, Text, Red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Swirl Locled">
            <a:extLst>
              <a:ext uri="{FF2B5EF4-FFF2-40B4-BE49-F238E27FC236}">
                <a16:creationId xmlns:a16="http://schemas.microsoft.com/office/drawing/2014/main" id="{7041ADA1-E2DA-EB91-B1CB-BCDB6A9C489B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0" y="6308725"/>
            <a:ext cx="12192605" cy="576659"/>
            <a:chOff x="0" y="6308684"/>
            <a:chExt cx="12192605" cy="549316"/>
          </a:xfrm>
          <a:solidFill>
            <a:srgbClr val="B5091F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552F2145-BEE8-DC47-42CB-C2C5B3D152B8}"/>
                </a:ext>
              </a:extLst>
            </p:cNvPr>
            <p:cNvSpPr/>
            <p:nvPr userDrawn="1">
              <p:custDataLst>
                <p:tags r:id="rId6"/>
              </p:custDataLst>
            </p:nvPr>
          </p:nvSpPr>
          <p:spPr>
            <a:xfrm>
              <a:off x="605" y="6308684"/>
              <a:ext cx="12192000" cy="549316"/>
            </a:xfrm>
            <a:custGeom>
              <a:avLst/>
              <a:gdLst>
                <a:gd name="connsiteX0" fmla="*/ 0 w 12193209"/>
                <a:gd name="connsiteY0" fmla="*/ 0 h 876425"/>
                <a:gd name="connsiteX1" fmla="*/ 12193210 w 12193209"/>
                <a:gd name="connsiteY1" fmla="*/ 0 h 876425"/>
                <a:gd name="connsiteX2" fmla="*/ 12193210 w 12193209"/>
                <a:gd name="connsiteY2" fmla="*/ 876426 h 876425"/>
                <a:gd name="connsiteX3" fmla="*/ 0 w 12193209"/>
                <a:gd name="connsiteY3" fmla="*/ 876426 h 876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3209" h="876425">
                  <a:moveTo>
                    <a:pt x="0" y="0"/>
                  </a:moveTo>
                  <a:lnTo>
                    <a:pt x="12193210" y="0"/>
                  </a:lnTo>
                  <a:lnTo>
                    <a:pt x="12193210" y="876426"/>
                  </a:lnTo>
                  <a:lnTo>
                    <a:pt x="0" y="87642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" name="Freeform: Shape 8">
              <a:extLst>
                <a:ext uri="{FF2B5EF4-FFF2-40B4-BE49-F238E27FC236}">
                  <a16:creationId xmlns:a16="http://schemas.microsoft.com/office/drawing/2014/main" id="{12762F33-AE97-3CE8-D409-61A8A98C5EE2}"/>
                </a:ext>
              </a:extLst>
            </p:cNvPr>
            <p:cNvSpPr/>
            <p:nvPr userDrawn="1">
              <p:custDataLst>
                <p:tags r:id="rId7"/>
              </p:custDataLst>
            </p:nvPr>
          </p:nvSpPr>
          <p:spPr>
            <a:xfrm>
              <a:off x="0" y="6308684"/>
              <a:ext cx="2317315" cy="434924"/>
            </a:xfrm>
            <a:custGeom>
              <a:avLst/>
              <a:gdLst>
                <a:gd name="connsiteX0" fmla="*/ 4060191 w 4060191"/>
                <a:gd name="connsiteY0" fmla="*/ 0 h 762033"/>
                <a:gd name="connsiteX1" fmla="*/ 0 w 4060191"/>
                <a:gd name="connsiteY1" fmla="*/ 762034 h 762033"/>
                <a:gd name="connsiteX2" fmla="*/ 0 w 4060191"/>
                <a:gd name="connsiteY2" fmla="*/ 0 h 762033"/>
                <a:gd name="connsiteX3" fmla="*/ 4060191 w 4060191"/>
                <a:gd name="connsiteY3" fmla="*/ 0 h 76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0191" h="762033">
                  <a:moveTo>
                    <a:pt x="4060191" y="0"/>
                  </a:moveTo>
                  <a:cubicBezTo>
                    <a:pt x="2770286" y="437272"/>
                    <a:pt x="1364106" y="709475"/>
                    <a:pt x="0" y="762034"/>
                  </a:cubicBezTo>
                  <a:lnTo>
                    <a:pt x="0" y="0"/>
                  </a:lnTo>
                  <a:lnTo>
                    <a:pt x="406019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0" name="LOGO RED">
            <a:extLst>
              <a:ext uri="{FF2B5EF4-FFF2-40B4-BE49-F238E27FC236}">
                <a16:creationId xmlns:a16="http://schemas.microsoft.com/office/drawing/2014/main" id="{892D3793-E0F5-CF71-7D19-38D290FFD1FF}"/>
              </a:ext>
            </a:extLst>
          </p:cNvPr>
          <p:cNvGrpSpPr/>
          <p:nvPr userDrawn="1">
            <p:custDataLst>
              <p:tags r:id="rId2"/>
            </p:custDataLst>
          </p:nvPr>
        </p:nvGrpSpPr>
        <p:grpSpPr>
          <a:xfrm>
            <a:off x="10344711" y="4267371"/>
            <a:ext cx="1407869" cy="245006"/>
            <a:chOff x="3245241" y="3110528"/>
            <a:chExt cx="5696307" cy="991307"/>
          </a:xfrm>
          <a:solidFill>
            <a:srgbClr val="FFFFFF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8257C6D-BED5-26F9-7C5F-4608532BBBD6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C3A285E-6638-96E5-92AD-2F6F61F80CD5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474CB8F-39A3-8E56-FE69-7F5D0390F0C7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CD6EAB8-CBFC-C3D0-AF4B-280BC1968630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4697AC1-1B46-01CE-9540-AE69A16DDA5C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8" name="LOGO RED">
            <a:extLst>
              <a:ext uri="{FF2B5EF4-FFF2-40B4-BE49-F238E27FC236}">
                <a16:creationId xmlns:a16="http://schemas.microsoft.com/office/drawing/2014/main" id="{4CEF6F39-B053-C199-0BBA-3D706843C140}"/>
              </a:ext>
            </a:extLst>
          </p:cNvPr>
          <p:cNvGrpSpPr/>
          <p:nvPr userDrawn="1">
            <p:custDataLst>
              <p:tags r:id="rId3"/>
            </p:custDataLst>
          </p:nvPr>
        </p:nvGrpSpPr>
        <p:grpSpPr>
          <a:xfrm>
            <a:off x="10326931" y="513671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16" name="Freeform: Shape 2">
              <a:extLst>
                <a:ext uri="{FF2B5EF4-FFF2-40B4-BE49-F238E27FC236}">
                  <a16:creationId xmlns:a16="http://schemas.microsoft.com/office/drawing/2014/main" id="{9CF1AF8E-ADCA-BE00-73E9-3D1805801F29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Freeform: Shape 9">
              <a:extLst>
                <a:ext uri="{FF2B5EF4-FFF2-40B4-BE49-F238E27FC236}">
                  <a16:creationId xmlns:a16="http://schemas.microsoft.com/office/drawing/2014/main" id="{733A9E80-F5AE-1F7F-32C0-77D5D10B4AC8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reeform: Shape 10">
              <a:extLst>
                <a:ext uri="{FF2B5EF4-FFF2-40B4-BE49-F238E27FC236}">
                  <a16:creationId xmlns:a16="http://schemas.microsoft.com/office/drawing/2014/main" id="{717040FA-D1CD-471E-2B11-94E190164493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" name="Freeform: Shape 11">
              <a:extLst>
                <a:ext uri="{FF2B5EF4-FFF2-40B4-BE49-F238E27FC236}">
                  <a16:creationId xmlns:a16="http://schemas.microsoft.com/office/drawing/2014/main" id="{2A8B17BD-3928-03F8-2DCF-9E2A2D548AEC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12">
              <a:extLst>
                <a:ext uri="{FF2B5EF4-FFF2-40B4-BE49-F238E27FC236}">
                  <a16:creationId xmlns:a16="http://schemas.microsoft.com/office/drawing/2014/main" id="{60AAAD6C-6AE9-EDFA-C999-51289D76423F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2" name="Title 3">
            <a:extLst>
              <a:ext uri="{FF2B5EF4-FFF2-40B4-BE49-F238E27FC236}">
                <a16:creationId xmlns:a16="http://schemas.microsoft.com/office/drawing/2014/main" id="{691554F2-45CA-0293-704D-2FD437776C8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95400" y="376801"/>
            <a:ext cx="9180412" cy="518746"/>
          </a:xfrm>
        </p:spPr>
        <p:txBody>
          <a:bodyPr tIns="93600" anchor="t" anchorCtr="0"/>
          <a:lstStyle/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64A9553C-F58F-E1C5-03F3-80D5183BAC5E}"/>
              </a:ext>
            </a:extLst>
          </p:cNvPr>
          <p:cNvSpPr/>
          <p:nvPr userDrawn="1"/>
        </p:nvSpPr>
        <p:spPr>
          <a:xfrm>
            <a:off x="452401" y="361586"/>
            <a:ext cx="119133" cy="549176"/>
          </a:xfrm>
          <a:prstGeom prst="rect">
            <a:avLst/>
          </a:prstGeom>
          <a:solidFill>
            <a:srgbClr val="B5091F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762C2398-E1FA-1EED-A095-106BA766B9B1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5"/>
            </p:custDataLst>
          </p:nvPr>
        </p:nvSpPr>
        <p:spPr>
          <a:xfrm>
            <a:off x="457200" y="1196975"/>
            <a:ext cx="11280001" cy="4940891"/>
          </a:xfrm>
        </p:spPr>
        <p:txBody>
          <a:bodyPr lIns="0"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228975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3 Content - Title, Text, Red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Swirl Locked">
            <a:extLst>
              <a:ext uri="{FF2B5EF4-FFF2-40B4-BE49-F238E27FC236}">
                <a16:creationId xmlns:a16="http://schemas.microsoft.com/office/drawing/2014/main" id="{59BE98FB-BA27-5A5A-5861-2FE7BFF791C1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0" y="6308725"/>
            <a:ext cx="12192605" cy="576659"/>
            <a:chOff x="0" y="6308684"/>
            <a:chExt cx="12192605" cy="549316"/>
          </a:xfrm>
          <a:solidFill>
            <a:srgbClr val="002664"/>
          </a:solidFill>
        </p:grpSpPr>
        <p:sp>
          <p:nvSpPr>
            <p:cNvPr id="4" name="Freeform: Shape 10">
              <a:extLst>
                <a:ext uri="{FF2B5EF4-FFF2-40B4-BE49-F238E27FC236}">
                  <a16:creationId xmlns:a16="http://schemas.microsoft.com/office/drawing/2014/main" id="{EA7645E0-1173-5175-BD54-BD17A4B24B8E}"/>
                </a:ext>
              </a:extLst>
            </p:cNvPr>
            <p:cNvSpPr/>
            <p:nvPr userDrawn="1">
              <p:custDataLst>
                <p:tags r:id="rId5"/>
              </p:custDataLst>
            </p:nvPr>
          </p:nvSpPr>
          <p:spPr>
            <a:xfrm>
              <a:off x="605" y="6308684"/>
              <a:ext cx="12192000" cy="549316"/>
            </a:xfrm>
            <a:custGeom>
              <a:avLst/>
              <a:gdLst>
                <a:gd name="connsiteX0" fmla="*/ 0 w 12193209"/>
                <a:gd name="connsiteY0" fmla="*/ 0 h 876425"/>
                <a:gd name="connsiteX1" fmla="*/ 12193210 w 12193209"/>
                <a:gd name="connsiteY1" fmla="*/ 0 h 876425"/>
                <a:gd name="connsiteX2" fmla="*/ 12193210 w 12193209"/>
                <a:gd name="connsiteY2" fmla="*/ 876426 h 876425"/>
                <a:gd name="connsiteX3" fmla="*/ 0 w 12193209"/>
                <a:gd name="connsiteY3" fmla="*/ 876426 h 876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3209" h="876425">
                  <a:moveTo>
                    <a:pt x="0" y="0"/>
                  </a:moveTo>
                  <a:lnTo>
                    <a:pt x="12193210" y="0"/>
                  </a:lnTo>
                  <a:lnTo>
                    <a:pt x="12193210" y="876426"/>
                  </a:lnTo>
                  <a:lnTo>
                    <a:pt x="0" y="87642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" name="Freeform: Shape 11">
              <a:extLst>
                <a:ext uri="{FF2B5EF4-FFF2-40B4-BE49-F238E27FC236}">
                  <a16:creationId xmlns:a16="http://schemas.microsoft.com/office/drawing/2014/main" id="{32CB8E9C-790C-017F-C721-1685D601B63B}"/>
                </a:ext>
              </a:extLst>
            </p:cNvPr>
            <p:cNvSpPr/>
            <p:nvPr userDrawn="1">
              <p:custDataLst>
                <p:tags r:id="rId6"/>
              </p:custDataLst>
            </p:nvPr>
          </p:nvSpPr>
          <p:spPr>
            <a:xfrm>
              <a:off x="0" y="6308684"/>
              <a:ext cx="2317315" cy="434924"/>
            </a:xfrm>
            <a:custGeom>
              <a:avLst/>
              <a:gdLst>
                <a:gd name="connsiteX0" fmla="*/ 4060191 w 4060191"/>
                <a:gd name="connsiteY0" fmla="*/ 0 h 762033"/>
                <a:gd name="connsiteX1" fmla="*/ 0 w 4060191"/>
                <a:gd name="connsiteY1" fmla="*/ 762034 h 762033"/>
                <a:gd name="connsiteX2" fmla="*/ 0 w 4060191"/>
                <a:gd name="connsiteY2" fmla="*/ 0 h 762033"/>
                <a:gd name="connsiteX3" fmla="*/ 4060191 w 4060191"/>
                <a:gd name="connsiteY3" fmla="*/ 0 h 76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0191" h="762033">
                  <a:moveTo>
                    <a:pt x="4060191" y="0"/>
                  </a:moveTo>
                  <a:cubicBezTo>
                    <a:pt x="2770286" y="437272"/>
                    <a:pt x="1364106" y="709475"/>
                    <a:pt x="0" y="762034"/>
                  </a:cubicBezTo>
                  <a:lnTo>
                    <a:pt x="0" y="0"/>
                  </a:lnTo>
                  <a:lnTo>
                    <a:pt x="406019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A2C23386-E17B-5BDE-FF1E-6974B1394342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2"/>
            </p:custDataLst>
          </p:nvPr>
        </p:nvSpPr>
        <p:spPr>
          <a:xfrm>
            <a:off x="457200" y="1196975"/>
            <a:ext cx="11280001" cy="4940891"/>
          </a:xfrm>
        </p:spPr>
        <p:txBody>
          <a:bodyPr lIns="0"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grpSp>
        <p:nvGrpSpPr>
          <p:cNvPr id="3" name="LOGO RED">
            <a:extLst>
              <a:ext uri="{FF2B5EF4-FFF2-40B4-BE49-F238E27FC236}">
                <a16:creationId xmlns:a16="http://schemas.microsoft.com/office/drawing/2014/main" id="{EB90C65B-7A37-94D3-7CFC-CD436EDC214B}"/>
              </a:ext>
            </a:extLst>
          </p:cNvPr>
          <p:cNvGrpSpPr/>
          <p:nvPr userDrawn="1">
            <p:custDataLst>
              <p:tags r:id="rId3"/>
            </p:custDataLst>
          </p:nvPr>
        </p:nvGrpSpPr>
        <p:grpSpPr>
          <a:xfrm>
            <a:off x="10326931" y="513671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6" name="Freeform: Shape 2">
              <a:extLst>
                <a:ext uri="{FF2B5EF4-FFF2-40B4-BE49-F238E27FC236}">
                  <a16:creationId xmlns:a16="http://schemas.microsoft.com/office/drawing/2014/main" id="{47E64FA9-2A54-9848-E911-78B128796AF8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" name="Freeform: Shape 9">
              <a:extLst>
                <a:ext uri="{FF2B5EF4-FFF2-40B4-BE49-F238E27FC236}">
                  <a16:creationId xmlns:a16="http://schemas.microsoft.com/office/drawing/2014/main" id="{DB656FC0-04BE-35C7-9FD7-7C9FF4EC0EBF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" name="Freeform: Shape 10">
              <a:extLst>
                <a:ext uri="{FF2B5EF4-FFF2-40B4-BE49-F238E27FC236}">
                  <a16:creationId xmlns:a16="http://schemas.microsoft.com/office/drawing/2014/main" id="{D8FB9D93-1453-A489-4C16-FD7D3D474BC7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11">
              <a:extLst>
                <a:ext uri="{FF2B5EF4-FFF2-40B4-BE49-F238E27FC236}">
                  <a16:creationId xmlns:a16="http://schemas.microsoft.com/office/drawing/2014/main" id="{8815ECDD-5159-3E07-2917-E952DBB67A5C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A3D83ADA-E36D-D9AC-9E91-E7C849DBA274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2" name="Title 3">
            <a:extLst>
              <a:ext uri="{FF2B5EF4-FFF2-40B4-BE49-F238E27FC236}">
                <a16:creationId xmlns:a16="http://schemas.microsoft.com/office/drawing/2014/main" id="{8B8B531D-6501-7ED0-6D56-3497E8922272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95400" y="376801"/>
            <a:ext cx="9180412" cy="518746"/>
          </a:xfrm>
        </p:spPr>
        <p:txBody>
          <a:bodyPr tIns="93600" anchor="t" anchorCtr="0"/>
          <a:lstStyle/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36C51B6-DCAC-C041-7838-582A628F5A5F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80885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4 Content - Title, text, Red line, img.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BCF1BC17-B5AD-47F5-434F-024B4536D8FE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0" y="2511"/>
            <a:ext cx="12192000" cy="6865523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5" name="Swirl Locked">
            <a:extLst>
              <a:ext uri="{FF2B5EF4-FFF2-40B4-BE49-F238E27FC236}">
                <a16:creationId xmlns:a16="http://schemas.microsoft.com/office/drawing/2014/main" id="{2F27E30C-1902-35A9-B820-A2C9E73B5AA8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2"/>
            </p:custDataLst>
          </p:nvPr>
        </p:nvSpPr>
        <p:spPr>
          <a:xfrm>
            <a:off x="0" y="3697853"/>
            <a:ext cx="12193211" cy="3170181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12C076AA-9D18-030E-05F2-18040F76C755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57200" y="2040875"/>
            <a:ext cx="11277600" cy="51874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5" name="Logo">
            <a:extLst>
              <a:ext uri="{FF2B5EF4-FFF2-40B4-BE49-F238E27FC236}">
                <a16:creationId xmlns:a16="http://schemas.microsoft.com/office/drawing/2014/main" id="{0FE8E743-D32F-E2CE-860D-EDCD146629D4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4"/>
            </p:custDataLst>
          </p:nvPr>
        </p:nvSpPr>
        <p:spPr>
          <a:xfrm>
            <a:off x="454798" y="419954"/>
            <a:ext cx="1407869" cy="24500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71158491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5 Content - Title, text, Red line, img.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BCF1BC17-B5AD-47F5-434F-024B4536D8FE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0" y="-1"/>
            <a:ext cx="12192000" cy="6865523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5" name="Swirl Locked">
            <a:extLst>
              <a:ext uri="{FF2B5EF4-FFF2-40B4-BE49-F238E27FC236}">
                <a16:creationId xmlns:a16="http://schemas.microsoft.com/office/drawing/2014/main" id="{2F27E30C-1902-35A9-B820-A2C9E73B5AA8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2"/>
            </p:custDataLst>
          </p:nvPr>
        </p:nvSpPr>
        <p:spPr>
          <a:xfrm>
            <a:off x="0" y="3695341"/>
            <a:ext cx="12193211" cy="3170181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12C076AA-9D18-030E-05F2-18040F76C755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57200" y="2040875"/>
            <a:ext cx="11277600" cy="51874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5" name="Logo">
            <a:extLst>
              <a:ext uri="{FF2B5EF4-FFF2-40B4-BE49-F238E27FC236}">
                <a16:creationId xmlns:a16="http://schemas.microsoft.com/office/drawing/2014/main" id="{0FE8E743-D32F-E2CE-860D-EDCD146629D4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4"/>
            </p:custDataLst>
          </p:nvPr>
        </p:nvSpPr>
        <p:spPr>
          <a:xfrm>
            <a:off x="454798" y="419954"/>
            <a:ext cx="1407869" cy="24500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56802599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6 Content - Title, text, Blue line, img.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42E147B2-818D-E65C-DD3B-D6833174E1BE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0" y="-19954"/>
            <a:ext cx="12192000" cy="6865523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7" name="Swirl Locked">
            <a:extLst>
              <a:ext uri="{FF2B5EF4-FFF2-40B4-BE49-F238E27FC236}">
                <a16:creationId xmlns:a16="http://schemas.microsoft.com/office/drawing/2014/main" id="{9529BE88-19E6-B8D3-0A3C-95E0FA13AA4C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2"/>
            </p:custDataLst>
          </p:nvPr>
        </p:nvSpPr>
        <p:spPr>
          <a:xfrm>
            <a:off x="0" y="3697200"/>
            <a:ext cx="12193211" cy="3170181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FA4A66B7-5B37-0944-F05A-D86DF74D410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57199" y="2040875"/>
            <a:ext cx="11276389" cy="51874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2" name="Logo">
            <a:extLst>
              <a:ext uri="{FF2B5EF4-FFF2-40B4-BE49-F238E27FC236}">
                <a16:creationId xmlns:a16="http://schemas.microsoft.com/office/drawing/2014/main" id="{AE58B3A6-DE59-D3AD-631B-7104D5A5BFC9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4"/>
            </p:custDataLst>
          </p:nvPr>
        </p:nvSpPr>
        <p:spPr>
          <a:xfrm>
            <a:off x="454798" y="419954"/>
            <a:ext cx="1407869" cy="24500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4853039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7 Content - Title, text, Blue line, img.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42E147B2-818D-E65C-DD3B-D6833174E1BE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0" y="-1"/>
            <a:ext cx="12192000" cy="6865523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7" name="Swirl Locked">
            <a:extLst>
              <a:ext uri="{FF2B5EF4-FFF2-40B4-BE49-F238E27FC236}">
                <a16:creationId xmlns:a16="http://schemas.microsoft.com/office/drawing/2014/main" id="{9529BE88-19E6-B8D3-0A3C-95E0FA13AA4C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2"/>
            </p:custDataLst>
          </p:nvPr>
        </p:nvSpPr>
        <p:spPr>
          <a:xfrm>
            <a:off x="0" y="3697200"/>
            <a:ext cx="12193211" cy="3170181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FA4A66B7-5B37-0944-F05A-D86DF74D410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57199" y="2040875"/>
            <a:ext cx="11276389" cy="51874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2" name="Logo">
            <a:extLst>
              <a:ext uri="{FF2B5EF4-FFF2-40B4-BE49-F238E27FC236}">
                <a16:creationId xmlns:a16="http://schemas.microsoft.com/office/drawing/2014/main" id="{73D3D20E-C554-E371-F3FA-FFA2DAACD4E9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4"/>
            </p:custDataLst>
          </p:nvPr>
        </p:nvSpPr>
        <p:spPr>
          <a:xfrm>
            <a:off x="454798" y="419954"/>
            <a:ext cx="1407869" cy="24500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78575459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8 Content - Title, img.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59606763-2CD6-E259-2525-CC3E8FE857A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2486346" y="6356350"/>
            <a:ext cx="1552254" cy="365125"/>
          </a:xfrm>
          <a:prstGeom prst="rect">
            <a:avLst/>
          </a:prstGeom>
        </p:spPr>
        <p:txBody>
          <a:bodyPr/>
          <a:lstStyle/>
          <a:p>
            <a:fld id="{66B0B57A-D896-45C0-B8AE-3A127CD02F0A}" type="datetime1">
              <a:rPr lang="en-US" altLang="ja-JP" smtClean="0"/>
              <a:t>8/13/2026</a:t>
            </a:fld>
            <a:endParaRPr lang="ja-JP" alt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0A05BBA4-B4E2-DF9B-8B10-9A39E78EC2D0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lang="ja-JP" altLang="en-US" dirty="0"/>
            </a:lvl1pPr>
          </a:lstStyle>
          <a:p>
            <a:endParaRPr lang="en-SE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552DFD8-D83C-81F3-5514-CD5B9D99497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56350"/>
            <a:ext cx="3124200" cy="365125"/>
          </a:xfrm>
          <a:prstGeom prst="rect">
            <a:avLst/>
          </a:prstGeom>
        </p:spPr>
        <p:txBody>
          <a:bodyPr/>
          <a:lstStyle/>
          <a:p>
            <a:fld id="{35EA36FB-EA35-45B6-87A5-93E7705983EC}" type="slidenum">
              <a:rPr lang="en-US" altLang="ja-JP" smtClean="0"/>
              <a:t>‹#›</a:t>
            </a:fld>
            <a:endParaRPr lang="ja-JP" altLang="en-US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5678909F-9F6A-B381-154C-E92D8EDFB50F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81E2369A-A7AD-A118-819D-07886D39E77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789940" y="1957750"/>
            <a:ext cx="10612120" cy="51874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3" name="Logo">
            <a:extLst>
              <a:ext uri="{FF2B5EF4-FFF2-40B4-BE49-F238E27FC236}">
                <a16:creationId xmlns:a16="http://schemas.microsoft.com/office/drawing/2014/main" id="{BE57F742-2E2F-1439-78F6-8DFB15B4A074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454798" y="6444000"/>
            <a:ext cx="1407869" cy="24500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38270018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9 Content - Title, img.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59606763-2CD6-E259-2525-CC3E8FE857A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2486346" y="6356350"/>
            <a:ext cx="1552254" cy="365125"/>
          </a:xfrm>
          <a:prstGeom prst="rect">
            <a:avLst/>
          </a:prstGeom>
        </p:spPr>
        <p:txBody>
          <a:bodyPr/>
          <a:lstStyle/>
          <a:p>
            <a:fld id="{66B0B57A-D896-45C0-B8AE-3A127CD02F0A}" type="datetime1">
              <a:rPr lang="en-US" altLang="ja-JP" smtClean="0"/>
              <a:t>8/13/2026</a:t>
            </a:fld>
            <a:endParaRPr lang="ja-JP" alt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0A05BBA4-B4E2-DF9B-8B10-9A39E78EC2D0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lang="ja-JP" altLang="en-US" dirty="0"/>
            </a:lvl1pPr>
          </a:lstStyle>
          <a:p>
            <a:endParaRPr lang="en-SE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552DFD8-D83C-81F3-5514-CD5B9D99497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56350"/>
            <a:ext cx="3124200" cy="365125"/>
          </a:xfrm>
          <a:prstGeom prst="rect">
            <a:avLst/>
          </a:prstGeom>
        </p:spPr>
        <p:txBody>
          <a:bodyPr/>
          <a:lstStyle/>
          <a:p>
            <a:fld id="{35EA36FB-EA35-45B6-87A5-93E7705983EC}" type="slidenum">
              <a:rPr lang="en-US" altLang="ja-JP" smtClean="0"/>
              <a:t>‹#›</a:t>
            </a:fld>
            <a:endParaRPr lang="ja-JP" altLang="en-US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5678909F-9F6A-B381-154C-E92D8EDFB50F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81E2369A-A7AD-A118-819D-07886D39E77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789940" y="1957750"/>
            <a:ext cx="10612120" cy="51874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3" name="Logo">
            <a:extLst>
              <a:ext uri="{FF2B5EF4-FFF2-40B4-BE49-F238E27FC236}">
                <a16:creationId xmlns:a16="http://schemas.microsoft.com/office/drawing/2014/main" id="{BE57F742-2E2F-1439-78F6-8DFB15B4A074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454798" y="6444000"/>
            <a:ext cx="1407869" cy="24500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14423515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20 Content - Title, Wave, img. R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E071C35F-172A-5B90-5976-EE7BB7124641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2486346" y="6356350"/>
            <a:ext cx="1552254" cy="365125"/>
          </a:xfrm>
          <a:prstGeom prst="rect">
            <a:avLst/>
          </a:prstGeom>
        </p:spPr>
        <p:txBody>
          <a:bodyPr/>
          <a:lstStyle/>
          <a:p>
            <a:fld id="{9260A7CF-A23C-41F4-8B29-AF541EA4584E}" type="datetime1">
              <a:rPr lang="en-US" altLang="ja-JP" smtClean="0"/>
              <a:t>8/13/2026</a:t>
            </a:fld>
            <a:endParaRPr lang="ja-JP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292E925-F8EB-D193-F3DD-B954B717E80C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lang="ja-JP" altLang="en-US" dirty="0"/>
            </a:lvl1pPr>
          </a:lstStyle>
          <a:p>
            <a:endParaRPr lang="en-SE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6B36530-686C-8B0E-0177-02C28259FC28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56350"/>
            <a:ext cx="3124200" cy="365125"/>
          </a:xfrm>
          <a:prstGeom prst="rect">
            <a:avLst/>
          </a:prstGeom>
        </p:spPr>
        <p:txBody>
          <a:bodyPr/>
          <a:lstStyle/>
          <a:p>
            <a:fld id="{35EA36FB-EA35-45B6-87A5-93E7705983EC}" type="slidenum">
              <a:rPr lang="en-US" altLang="ja-JP" smtClean="0"/>
              <a:t>‹#›</a:t>
            </a:fld>
            <a:endParaRPr lang="ja-JP" altLang="en-US"/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C18B1A80-4895-0D85-082B-F3D036A1FB16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2988000" anchor="t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1B97806A-E3F7-05F2-C694-BE501DF82C3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454798" y="1569727"/>
            <a:ext cx="10612120" cy="51874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7" name="Recolor 3">
            <a:extLst>
              <a:ext uri="{FF2B5EF4-FFF2-40B4-BE49-F238E27FC236}">
                <a16:creationId xmlns:a16="http://schemas.microsoft.com/office/drawing/2014/main" id="{B744EFA9-74E3-DAE9-718E-269A7E74B22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4060192" y="3022384"/>
            <a:ext cx="8133019" cy="2286235"/>
          </a:xfrm>
          <a:custGeom>
            <a:avLst/>
            <a:gdLst>
              <a:gd name="connsiteX0" fmla="*/ 8133019 w 8133019"/>
              <a:gd name="connsiteY0" fmla="*/ 0 h 2286235"/>
              <a:gd name="connsiteX1" fmla="*/ 8133019 w 8133019"/>
              <a:gd name="connsiteY1" fmla="*/ 2286235 h 2286235"/>
              <a:gd name="connsiteX2" fmla="*/ 1892113 w 8133019"/>
              <a:gd name="connsiteY2" fmla="*/ 2286235 h 2286235"/>
              <a:gd name="connsiteX3" fmla="*/ 0 w 8133019"/>
              <a:gd name="connsiteY3" fmla="*/ 2286235 h 2286235"/>
              <a:gd name="connsiteX4" fmla="*/ 4071752 w 8133019"/>
              <a:gd name="connsiteY4" fmla="*/ 762034 h 2286235"/>
              <a:gd name="connsiteX5" fmla="*/ 8133019 w 8133019"/>
              <a:gd name="connsiteY5" fmla="*/ 0 h 2286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33019" h="2286235">
                <a:moveTo>
                  <a:pt x="8133019" y="0"/>
                </a:moveTo>
                <a:cubicBezTo>
                  <a:pt x="8133019" y="0"/>
                  <a:pt x="8133019" y="2286235"/>
                  <a:pt x="8133019" y="2286235"/>
                </a:cubicBezTo>
                <a:lnTo>
                  <a:pt x="1892113" y="2286235"/>
                </a:lnTo>
                <a:lnTo>
                  <a:pt x="0" y="2286235"/>
                </a:lnTo>
                <a:cubicBezTo>
                  <a:pt x="771578" y="2024651"/>
                  <a:pt x="2715039" y="1166910"/>
                  <a:pt x="4071752" y="762034"/>
                </a:cubicBezTo>
                <a:cubicBezTo>
                  <a:pt x="5326977" y="387536"/>
                  <a:pt x="6687319" y="72587"/>
                  <a:pt x="8133019" y="0"/>
                </a:cubicBezTo>
                <a:close/>
              </a:path>
            </a:pathLst>
          </a:custGeom>
          <a:solidFill>
            <a:srgbClr val="63717E">
              <a:alpha val="30000"/>
            </a:srgbClr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8" name="Recolor 1">
            <a:extLst>
              <a:ext uri="{FF2B5EF4-FFF2-40B4-BE49-F238E27FC236}">
                <a16:creationId xmlns:a16="http://schemas.microsoft.com/office/drawing/2014/main" id="{D3B8D502-F0F1-50F5-DDED-3773CBAE1DB4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7"/>
            </p:custDataLst>
          </p:nvPr>
        </p:nvSpPr>
        <p:spPr>
          <a:xfrm>
            <a:off x="0" y="5308618"/>
            <a:ext cx="4060191" cy="762034"/>
          </a:xfrm>
          <a:custGeom>
            <a:avLst/>
            <a:gdLst>
              <a:gd name="connsiteX0" fmla="*/ 0 w 4060191"/>
              <a:gd name="connsiteY0" fmla="*/ 0 h 762034"/>
              <a:gd name="connsiteX1" fmla="*/ 4060191 w 4060191"/>
              <a:gd name="connsiteY1" fmla="*/ 0 h 762034"/>
              <a:gd name="connsiteX2" fmla="*/ 0 w 4060191"/>
              <a:gd name="connsiteY2" fmla="*/ 762034 h 762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60191" h="762034">
                <a:moveTo>
                  <a:pt x="0" y="0"/>
                </a:moveTo>
                <a:lnTo>
                  <a:pt x="4060191" y="0"/>
                </a:lnTo>
                <a:cubicBezTo>
                  <a:pt x="2770286" y="437272"/>
                  <a:pt x="1364106" y="709475"/>
                  <a:pt x="0" y="762034"/>
                </a:cubicBezTo>
                <a:close/>
              </a:path>
            </a:pathLst>
          </a:custGeom>
          <a:solidFill>
            <a:srgbClr val="63717E">
              <a:alpha val="30000"/>
            </a:srgbClr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0" name="Logo">
            <a:extLst>
              <a:ext uri="{FF2B5EF4-FFF2-40B4-BE49-F238E27FC236}">
                <a16:creationId xmlns:a16="http://schemas.microsoft.com/office/drawing/2014/main" id="{DC2627B8-99FA-AAFE-12EB-643F5BEB86D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8"/>
            </p:custDataLst>
          </p:nvPr>
        </p:nvSpPr>
        <p:spPr>
          <a:xfrm>
            <a:off x="454798" y="6444000"/>
            <a:ext cx="1407869" cy="24500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04553946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21 Content - Title, Wave, img.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6E34577E-A1C1-5B33-43E5-EC4352D82D7C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2486346" y="6356350"/>
            <a:ext cx="1552254" cy="365125"/>
          </a:xfrm>
          <a:prstGeom prst="rect">
            <a:avLst/>
          </a:prstGeom>
        </p:spPr>
        <p:txBody>
          <a:bodyPr/>
          <a:lstStyle/>
          <a:p>
            <a:fld id="{9260A7CF-A23C-41F4-8B29-AF541EA4584E}" type="datetime1">
              <a:rPr lang="en-US" altLang="ja-JP" smtClean="0"/>
              <a:t>8/13/2026</a:t>
            </a:fld>
            <a:endParaRPr lang="ja-JP" alt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B922D0F4-CCC3-90A6-8996-9FB13364D803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lang="ja-JP" altLang="en-US" dirty="0"/>
            </a:lvl1pPr>
          </a:lstStyle>
          <a:p>
            <a:endParaRPr lang="en-SE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AA943FF-0115-2296-3AF6-766B74ADEC5F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56350"/>
            <a:ext cx="3124200" cy="365125"/>
          </a:xfrm>
          <a:prstGeom prst="rect">
            <a:avLst/>
          </a:prstGeom>
        </p:spPr>
        <p:txBody>
          <a:bodyPr/>
          <a:lstStyle/>
          <a:p>
            <a:fld id="{35EA36FB-EA35-45B6-87A5-93E7705983EC}" type="slidenum">
              <a:rPr lang="en-US" altLang="ja-JP" smtClean="0"/>
              <a:t>‹#›</a:t>
            </a:fld>
            <a:endParaRPr lang="ja-JP" altLang="en-US"/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73C672A2-160A-A13D-741D-793ACB9CAEF6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2988000" anchor="t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A31C1398-4AF9-9766-30F1-B8A82607E857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454798" y="1569727"/>
            <a:ext cx="10612120" cy="51874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5" name="Recolor 3">
            <a:extLst>
              <a:ext uri="{FF2B5EF4-FFF2-40B4-BE49-F238E27FC236}">
                <a16:creationId xmlns:a16="http://schemas.microsoft.com/office/drawing/2014/main" id="{0EB27B04-F8B3-1F2C-11EA-1264AE4C842F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4060192" y="3022384"/>
            <a:ext cx="8133019" cy="2286235"/>
          </a:xfrm>
          <a:custGeom>
            <a:avLst/>
            <a:gdLst>
              <a:gd name="connsiteX0" fmla="*/ 8133019 w 8133019"/>
              <a:gd name="connsiteY0" fmla="*/ 0 h 2286235"/>
              <a:gd name="connsiteX1" fmla="*/ 8133019 w 8133019"/>
              <a:gd name="connsiteY1" fmla="*/ 2286235 h 2286235"/>
              <a:gd name="connsiteX2" fmla="*/ 1892113 w 8133019"/>
              <a:gd name="connsiteY2" fmla="*/ 2286235 h 2286235"/>
              <a:gd name="connsiteX3" fmla="*/ 0 w 8133019"/>
              <a:gd name="connsiteY3" fmla="*/ 2286235 h 2286235"/>
              <a:gd name="connsiteX4" fmla="*/ 4071752 w 8133019"/>
              <a:gd name="connsiteY4" fmla="*/ 762034 h 2286235"/>
              <a:gd name="connsiteX5" fmla="*/ 8133019 w 8133019"/>
              <a:gd name="connsiteY5" fmla="*/ 0 h 2286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33019" h="2286235">
                <a:moveTo>
                  <a:pt x="8133019" y="0"/>
                </a:moveTo>
                <a:cubicBezTo>
                  <a:pt x="8133019" y="0"/>
                  <a:pt x="8133019" y="2286235"/>
                  <a:pt x="8133019" y="2286235"/>
                </a:cubicBezTo>
                <a:lnTo>
                  <a:pt x="1892113" y="2286235"/>
                </a:lnTo>
                <a:lnTo>
                  <a:pt x="0" y="2286235"/>
                </a:lnTo>
                <a:cubicBezTo>
                  <a:pt x="771578" y="2024651"/>
                  <a:pt x="2715039" y="1166910"/>
                  <a:pt x="4071752" y="762034"/>
                </a:cubicBezTo>
                <a:cubicBezTo>
                  <a:pt x="5326977" y="387536"/>
                  <a:pt x="6687319" y="72587"/>
                  <a:pt x="8133019" y="0"/>
                </a:cubicBezTo>
                <a:close/>
              </a:path>
            </a:pathLst>
          </a:custGeom>
          <a:solidFill>
            <a:srgbClr val="63717E">
              <a:alpha val="30000"/>
            </a:srgbClr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6" name="Recolor 1">
            <a:extLst>
              <a:ext uri="{FF2B5EF4-FFF2-40B4-BE49-F238E27FC236}">
                <a16:creationId xmlns:a16="http://schemas.microsoft.com/office/drawing/2014/main" id="{9BCCF247-FB88-324E-1B31-9A0DB9D88257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7"/>
            </p:custDataLst>
          </p:nvPr>
        </p:nvSpPr>
        <p:spPr>
          <a:xfrm>
            <a:off x="0" y="5308618"/>
            <a:ext cx="4060191" cy="762034"/>
          </a:xfrm>
          <a:custGeom>
            <a:avLst/>
            <a:gdLst>
              <a:gd name="connsiteX0" fmla="*/ 0 w 4060191"/>
              <a:gd name="connsiteY0" fmla="*/ 0 h 762034"/>
              <a:gd name="connsiteX1" fmla="*/ 4060191 w 4060191"/>
              <a:gd name="connsiteY1" fmla="*/ 0 h 762034"/>
              <a:gd name="connsiteX2" fmla="*/ 0 w 4060191"/>
              <a:gd name="connsiteY2" fmla="*/ 762034 h 762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60191" h="762034">
                <a:moveTo>
                  <a:pt x="0" y="0"/>
                </a:moveTo>
                <a:lnTo>
                  <a:pt x="4060191" y="0"/>
                </a:lnTo>
                <a:cubicBezTo>
                  <a:pt x="2770286" y="437272"/>
                  <a:pt x="1364106" y="709475"/>
                  <a:pt x="0" y="762034"/>
                </a:cubicBezTo>
                <a:close/>
              </a:path>
            </a:pathLst>
          </a:custGeom>
          <a:solidFill>
            <a:srgbClr val="63717E">
              <a:alpha val="30000"/>
            </a:srgbClr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7" name="Logo">
            <a:extLst>
              <a:ext uri="{FF2B5EF4-FFF2-40B4-BE49-F238E27FC236}">
                <a16:creationId xmlns:a16="http://schemas.microsoft.com/office/drawing/2014/main" id="{F63C480B-FAB5-C846-C250-17FA4293E40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8"/>
            </p:custDataLst>
          </p:nvPr>
        </p:nvSpPr>
        <p:spPr>
          <a:xfrm>
            <a:off x="454798" y="6444000"/>
            <a:ext cx="1407869" cy="24500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7622868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1 END - Red symbol JP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 descr="黒い背景に白い文字がある&#10;&#10;中程度の精度で自動的に生成された説明">
            <a:extLst>
              <a:ext uri="{FF2B5EF4-FFF2-40B4-BE49-F238E27FC236}">
                <a16:creationId xmlns:a16="http://schemas.microsoft.com/office/drawing/2014/main" id="{79FCF0F0-71C4-F66E-6475-D16BE4E344F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1644" y="1984902"/>
            <a:ext cx="6408712" cy="2308194"/>
          </a:xfrm>
          <a:prstGeom prst="rect">
            <a:avLst/>
          </a:prstGeom>
        </p:spPr>
      </p:pic>
      <p:sp>
        <p:nvSpPr>
          <p:cNvPr id="24" name="Logo ISUZU GROUP">
            <a:extLst>
              <a:ext uri="{FF2B5EF4-FFF2-40B4-BE49-F238E27FC236}">
                <a16:creationId xmlns:a16="http://schemas.microsoft.com/office/drawing/2014/main" id="{AD326F4F-D3B6-F36C-6E9E-FC0B88F937E1}"/>
              </a:ext>
            </a:extLst>
          </p:cNvPr>
          <p:cNvSpPr>
            <a:spLocks noGrp="1"/>
          </p:cNvSpPr>
          <p:nvPr>
            <p:ph type="body" sz="quarter" idx="19" hasCustomPrompt="1"/>
            <p:custDataLst>
              <p:tags r:id="rId1"/>
            </p:custDataLst>
          </p:nvPr>
        </p:nvSpPr>
        <p:spPr>
          <a:xfrm>
            <a:off x="5002296" y="6276138"/>
            <a:ext cx="2206625" cy="2736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3A71724-42DF-B905-839D-8F0AEDD5561B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1B78643E-3E1A-2209-C85D-B43450DB205C}"/>
              </a:ext>
            </a:extLst>
          </p:cNvPr>
          <p:cNvSpPr/>
          <p:nvPr userDrawn="1"/>
        </p:nvSpPr>
        <p:spPr>
          <a:xfrm>
            <a:off x="10344472" y="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48365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2 END - Red symbol E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Logo ISUZU GROUP">
            <a:extLst>
              <a:ext uri="{FF2B5EF4-FFF2-40B4-BE49-F238E27FC236}">
                <a16:creationId xmlns:a16="http://schemas.microsoft.com/office/drawing/2014/main" id="{AD326F4F-D3B6-F36C-6E9E-FC0B88F937E1}"/>
              </a:ext>
            </a:extLst>
          </p:cNvPr>
          <p:cNvSpPr>
            <a:spLocks noGrp="1"/>
          </p:cNvSpPr>
          <p:nvPr>
            <p:ph type="body" sz="quarter" idx="19" hasCustomPrompt="1"/>
            <p:custDataLst>
              <p:tags r:id="rId1"/>
            </p:custDataLst>
          </p:nvPr>
        </p:nvSpPr>
        <p:spPr>
          <a:xfrm>
            <a:off x="5002296" y="6276138"/>
            <a:ext cx="2206625" cy="2736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CA5E05D-E336-E5D3-5C64-34EC347C7077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DAD7A53-D4FC-2E1B-0ED3-B14502BA94D1}"/>
              </a:ext>
            </a:extLst>
          </p:cNvPr>
          <p:cNvSpPr/>
          <p:nvPr userDrawn="1"/>
        </p:nvSpPr>
        <p:spPr>
          <a:xfrm>
            <a:off x="10344472" y="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9" name="図 8" descr="黒い背景に白い文字がある&#10;&#10;低い精度で自動的に生成された説明">
            <a:extLst>
              <a:ext uri="{FF2B5EF4-FFF2-40B4-BE49-F238E27FC236}">
                <a16:creationId xmlns:a16="http://schemas.microsoft.com/office/drawing/2014/main" id="{F8D8EBF6-C225-DAA2-8FD5-D2AEFAFFA07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1644" y="2004743"/>
            <a:ext cx="6408712" cy="226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2972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3 END -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ogo">
            <a:extLst>
              <a:ext uri="{FF2B5EF4-FFF2-40B4-BE49-F238E27FC236}">
                <a16:creationId xmlns:a16="http://schemas.microsoft.com/office/drawing/2014/main" id="{11378A08-C6BE-6D65-4DE3-3839DE2B5AE4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"/>
            </p:custDataLst>
          </p:nvPr>
        </p:nvSpPr>
        <p:spPr>
          <a:xfrm>
            <a:off x="453587" y="717860"/>
            <a:ext cx="3259619" cy="567259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8D5C54E-9D44-AF42-3D5A-2EA9540DDB41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6" name="Lines locked">
            <a:extLst>
              <a:ext uri="{FF2B5EF4-FFF2-40B4-BE49-F238E27FC236}">
                <a16:creationId xmlns:a16="http://schemas.microsoft.com/office/drawing/2014/main" id="{2648F619-0335-3E65-6113-E86D6437ED43}"/>
              </a:ext>
            </a:extLst>
          </p:cNvPr>
          <p:cNvPicPr/>
          <p:nvPr userDrawn="1">
            <p:custDataLst>
              <p:tags r:id="rId2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0" y="3691253"/>
            <a:ext cx="12192000" cy="3064803"/>
          </a:xfrm>
          <a:prstGeom prst="rect">
            <a:avLst/>
          </a:prstGeom>
        </p:spPr>
      </p:pic>
      <p:sp>
        <p:nvSpPr>
          <p:cNvPr id="10" name="Logo ISUZU GROUP">
            <a:extLst>
              <a:ext uri="{FF2B5EF4-FFF2-40B4-BE49-F238E27FC236}">
                <a16:creationId xmlns:a16="http://schemas.microsoft.com/office/drawing/2014/main" id="{3D8D0F4E-6E36-3CB8-A800-8A84F5F522D0}"/>
              </a:ext>
            </a:extLst>
          </p:cNvPr>
          <p:cNvSpPr>
            <a:spLocks noGrp="1"/>
          </p:cNvSpPr>
          <p:nvPr>
            <p:ph type="body" sz="quarter" idx="19" hasCustomPrompt="1"/>
            <p:custDataLst>
              <p:tags r:id="rId3"/>
            </p:custDataLst>
          </p:nvPr>
        </p:nvSpPr>
        <p:spPr>
          <a:xfrm>
            <a:off x="9548761" y="6276138"/>
            <a:ext cx="2206625" cy="2736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8" name="テキスト プレースホルダー 3">
            <a:extLst>
              <a:ext uri="{FF2B5EF4-FFF2-40B4-BE49-F238E27FC236}">
                <a16:creationId xmlns:a16="http://schemas.microsoft.com/office/drawing/2014/main" id="{98806B19-72E7-AB86-4EA0-13418424690B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4"/>
            </p:custDataLst>
          </p:nvPr>
        </p:nvSpPr>
        <p:spPr>
          <a:xfrm>
            <a:off x="453587" y="1958799"/>
            <a:ext cx="5076688" cy="414625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>
              <a:buFontTx/>
              <a:buNone/>
              <a:defRPr sz="2200" b="0" i="0">
                <a:solidFill>
                  <a:schemeClr val="tx1"/>
                </a:solidFill>
                <a:latin typeface="+mn-lt"/>
                <a:cs typeface="+mn-cs"/>
              </a:defRPr>
            </a:lvl1pPr>
            <a:lvl3pPr marL="1219095" indent="0" algn="l">
              <a:buFontTx/>
              <a:buNone/>
              <a:defRPr b="0" i="0">
                <a:latin typeface="+mn-lt"/>
                <a:cs typeface="+mn-cs"/>
              </a:defRPr>
            </a:lvl3pPr>
          </a:lstStyle>
          <a:p>
            <a:pPr lvl="0"/>
            <a:r>
              <a:rPr kumimoji="1" lang="en-GB" altLang="ja-JP"/>
              <a:t>Contact address</a:t>
            </a:r>
          </a:p>
        </p:txBody>
      </p:sp>
      <p:sp>
        <p:nvSpPr>
          <p:cNvPr id="19" name="テキスト プレースホルダー 3">
            <a:extLst>
              <a:ext uri="{FF2B5EF4-FFF2-40B4-BE49-F238E27FC236}">
                <a16:creationId xmlns:a16="http://schemas.microsoft.com/office/drawing/2014/main" id="{EABEF0F1-6631-18B7-22FB-78A972082F05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5"/>
            </p:custDataLst>
          </p:nvPr>
        </p:nvSpPr>
        <p:spPr>
          <a:xfrm>
            <a:off x="453587" y="2453635"/>
            <a:ext cx="5076688" cy="414625"/>
          </a:xfrm>
          <a:prstGeom prst="rect">
            <a:avLst/>
          </a:prstGeom>
        </p:spPr>
        <p:txBody>
          <a:bodyPr lIns="0" tIns="108000" rIns="0" bIns="0"/>
          <a:lstStyle>
            <a:lvl1pPr marL="0" indent="0" algn="l">
              <a:buFontTx/>
              <a:buNone/>
              <a:defRPr sz="2000" b="0" i="0">
                <a:solidFill>
                  <a:schemeClr val="tx1"/>
                </a:solidFill>
                <a:latin typeface="+mn-lt"/>
                <a:cs typeface="+mn-cs"/>
              </a:defRPr>
            </a:lvl1pPr>
            <a:lvl3pPr marL="1219095" indent="0" algn="l">
              <a:buFontTx/>
              <a:buNone/>
              <a:defRPr b="0" i="0">
                <a:latin typeface="+mn-lt"/>
                <a:cs typeface="+mn-cs"/>
              </a:defRPr>
            </a:lvl3pPr>
          </a:lstStyle>
          <a:p>
            <a:pPr lvl="0"/>
            <a:r>
              <a:rPr kumimoji="1" lang="en-GB" altLang="ja-JP"/>
              <a:t>Full Name</a:t>
            </a:r>
            <a:endParaRPr kumimoji="1" lang="ja-JP" altLang="en-US"/>
          </a:p>
        </p:txBody>
      </p:sp>
      <p:sp>
        <p:nvSpPr>
          <p:cNvPr id="20" name="テキスト プレースホルダー 3">
            <a:extLst>
              <a:ext uri="{FF2B5EF4-FFF2-40B4-BE49-F238E27FC236}">
                <a16:creationId xmlns:a16="http://schemas.microsoft.com/office/drawing/2014/main" id="{A56789F0-9B9E-2AAD-12FB-A04118D8C121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6"/>
            </p:custDataLst>
          </p:nvPr>
        </p:nvSpPr>
        <p:spPr>
          <a:xfrm>
            <a:off x="453587" y="2930499"/>
            <a:ext cx="5076688" cy="414625"/>
          </a:xfrm>
          <a:prstGeom prst="rect">
            <a:avLst/>
          </a:prstGeom>
        </p:spPr>
        <p:txBody>
          <a:bodyPr lIns="0" tIns="108000" rIns="0" bIns="0"/>
          <a:lstStyle>
            <a:lvl1pPr marL="0" indent="0" algn="l">
              <a:buFontTx/>
              <a:buNone/>
              <a:defRPr sz="2000" b="0" i="0">
                <a:solidFill>
                  <a:schemeClr val="tx1"/>
                </a:solidFill>
                <a:latin typeface="+mn-lt"/>
                <a:cs typeface="+mn-cs"/>
              </a:defRPr>
            </a:lvl1pPr>
            <a:lvl3pPr marL="1219095" indent="0" algn="l">
              <a:buFontTx/>
              <a:buNone/>
              <a:defRPr b="0" i="0">
                <a:latin typeface="+mn-lt"/>
                <a:cs typeface="+mn-cs"/>
              </a:defRPr>
            </a:lvl3pPr>
          </a:lstStyle>
          <a:p>
            <a:pPr lvl="0"/>
            <a:r>
              <a:rPr kumimoji="1" lang="en-GB" altLang="ja-JP"/>
              <a:t>Phone</a:t>
            </a:r>
            <a:endParaRPr kumimoji="1" lang="ja-JP" altLang="en-US"/>
          </a:p>
        </p:txBody>
      </p:sp>
      <p:sp>
        <p:nvSpPr>
          <p:cNvPr id="21" name="テキスト プレースホルダー 3">
            <a:extLst>
              <a:ext uri="{FF2B5EF4-FFF2-40B4-BE49-F238E27FC236}">
                <a16:creationId xmlns:a16="http://schemas.microsoft.com/office/drawing/2014/main" id="{6FC3E352-2D9B-226F-802E-F4484031C5A5}"/>
              </a:ext>
            </a:extLst>
          </p:cNvPr>
          <p:cNvSpPr>
            <a:spLocks noGrp="1"/>
          </p:cNvSpPr>
          <p:nvPr>
            <p:ph type="body" sz="quarter" idx="23" hasCustomPrompt="1"/>
            <p:custDataLst>
              <p:tags r:id="rId7"/>
            </p:custDataLst>
          </p:nvPr>
        </p:nvSpPr>
        <p:spPr>
          <a:xfrm>
            <a:off x="453587" y="3407364"/>
            <a:ext cx="5076688" cy="414625"/>
          </a:xfrm>
          <a:prstGeom prst="rect">
            <a:avLst/>
          </a:prstGeom>
        </p:spPr>
        <p:txBody>
          <a:bodyPr lIns="0" tIns="108000" rIns="0" bIns="0"/>
          <a:lstStyle>
            <a:lvl1pPr marL="0" indent="0" algn="l">
              <a:buFontTx/>
              <a:buNone/>
              <a:defRPr sz="2000" b="0" i="0">
                <a:solidFill>
                  <a:schemeClr val="tx1"/>
                </a:solidFill>
                <a:latin typeface="+mn-lt"/>
                <a:cs typeface="+mn-cs"/>
              </a:defRPr>
            </a:lvl1pPr>
            <a:lvl3pPr marL="1219095" indent="0" algn="l">
              <a:buFontTx/>
              <a:buNone/>
              <a:defRPr b="0" i="0">
                <a:latin typeface="+mn-lt"/>
                <a:cs typeface="+mn-cs"/>
              </a:defRPr>
            </a:lvl3pPr>
          </a:lstStyle>
          <a:p>
            <a:pPr lvl="0"/>
            <a:r>
              <a:rPr kumimoji="1" lang="en-GB" altLang="ja-JP"/>
              <a:t>E-Mail</a:t>
            </a:r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F9C18C4-731B-F286-4B32-F6EF4C43453A}"/>
              </a:ext>
            </a:extLst>
          </p:cNvPr>
          <p:cNvSpPr/>
          <p:nvPr userDrawn="1"/>
        </p:nvSpPr>
        <p:spPr>
          <a:xfrm>
            <a:off x="10344472" y="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95943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.9 Content - Red, Title, Text, img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CDAF7-0CFF-63E6-C5B6-39AC172CF70C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DACD458E-6DF0-47C5-B367-BFE8153D2A09}" type="datetime1">
              <a:rPr lang="en-US" smtClean="0"/>
              <a:t>8/13/2026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BF6C78-CB1A-9841-2E87-D5E93664BC14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 lang="en-US" dirty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SE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F5FC8D54-C7E8-ADDC-49C0-EA212AF060F0}"/>
              </a:ext>
            </a:extLst>
          </p:cNvPr>
          <p:cNvSpPr>
            <a:spLocks noGrp="1"/>
          </p:cNvSpPr>
          <p:nvPr>
            <p:ph type="pic" sz="quarter" idx="17" hasCustomPrompt="1"/>
            <p:custDataLst>
              <p:tags r:id="rId3"/>
            </p:custDataLst>
          </p:nvPr>
        </p:nvSpPr>
        <p:spPr>
          <a:xfrm>
            <a:off x="8016000" y="0"/>
            <a:ext cx="4176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98A95-7A82-11FF-EEE1-A9BAA23FD51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35EA36FB-EA35-45B6-87A5-93E7705983EC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2" name="LOGO RED">
            <a:extLst>
              <a:ext uri="{FF2B5EF4-FFF2-40B4-BE49-F238E27FC236}">
                <a16:creationId xmlns:a16="http://schemas.microsoft.com/office/drawing/2014/main" id="{03A8A8B6-DDB7-8BF4-9EE0-BE3C51713173}"/>
              </a:ext>
            </a:extLst>
          </p:cNvPr>
          <p:cNvGrpSpPr/>
          <p:nvPr userDrawn="1">
            <p:custDataLst>
              <p:tags r:id="rId5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683CB0A-C4DA-13D2-CDBB-FB40A62D7C3F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8198D47-9CD4-0141-0572-412B7C7E3025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01FFC8C-4752-C65D-C8C0-FEEE8E1A484C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1DD9917-D946-A2F1-AD1C-721079DBF454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BD519E9-8AC8-4423-CD78-966EC81D918A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8" name="Swirl">
            <a:extLst>
              <a:ext uri="{FF2B5EF4-FFF2-40B4-BE49-F238E27FC236}">
                <a16:creationId xmlns:a16="http://schemas.microsoft.com/office/drawing/2014/main" id="{7D2CF1AA-308B-80F9-002D-8E15F606E86B}"/>
              </a:ext>
            </a:extLst>
          </p:cNvPr>
          <p:cNvSpPr>
            <a:spLocks noGrp="1"/>
          </p:cNvSpPr>
          <p:nvPr>
            <p:ph type="body" sz="quarter" idx="24" hasCustomPrompt="1"/>
            <p:custDataLst>
              <p:tags r:id="rId6"/>
            </p:custDataLst>
          </p:nvPr>
        </p:nvSpPr>
        <p:spPr>
          <a:xfrm>
            <a:off x="6739173" y="0"/>
            <a:ext cx="1699200" cy="6858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22680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2pPr>
            <a:lvl3pPr marL="46080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3pPr>
            <a:lvl4pPr marL="68760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4pPr>
            <a:lvl5pPr marL="91440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2E9EC317-F009-80DC-4997-E14711B85C1B}"/>
              </a:ext>
            </a:extLst>
          </p:cNvPr>
          <p:cNvSpPr>
            <a:spLocks noGrp="1"/>
          </p:cNvSpPr>
          <p:nvPr>
            <p:ph type="body" sz="quarter" idx="18"/>
            <p:custDataLst>
              <p:tags r:id="rId7"/>
            </p:custDataLst>
          </p:nvPr>
        </p:nvSpPr>
        <p:spPr>
          <a:xfrm>
            <a:off x="457200" y="1196975"/>
            <a:ext cx="6046208" cy="5111749"/>
          </a:xfrm>
        </p:spPr>
        <p:txBody>
          <a:bodyPr lIns="0"/>
          <a:lstStyle/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A6A5F45-9EF8-D384-7F08-1E7DBE6C0B50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457200" y="419954"/>
            <a:ext cx="6046210" cy="518746"/>
          </a:xfrm>
        </p:spPr>
        <p:txBody>
          <a:bodyPr tIns="93600" anchor="t" anchorCtr="0"/>
          <a:lstStyle/>
          <a:p>
            <a:r>
              <a:rPr lang="en-US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2392553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ags" Target="../tags/tag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ags" Target="../tags/tag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ags" Target="../tags/tag2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AE600-C2A6-1EDB-B246-A18C04F0670A}"/>
              </a:ext>
            </a:extLst>
          </p:cNvPr>
          <p:cNvSpPr>
            <a:spLocks noGrp="1"/>
          </p:cNvSpPr>
          <p:nvPr>
            <p:ph type="title"/>
            <p:custDataLst>
              <p:tags r:id="rId43"/>
            </p:custDataLst>
          </p:nvPr>
        </p:nvSpPr>
        <p:spPr>
          <a:xfrm>
            <a:off x="457200" y="419954"/>
            <a:ext cx="11277600" cy="518746"/>
          </a:xfrm>
          <a:prstGeom prst="rect">
            <a:avLst/>
          </a:prstGeom>
        </p:spPr>
        <p:txBody>
          <a:bodyPr vert="horz" lIns="0" tIns="108000" rIns="0" bIns="0" rtlCol="0" anchor="ctr">
            <a:noAutofit/>
          </a:bodyPr>
          <a:lstStyle/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2097CC-E049-FF7A-0DA3-BE73850E959E}"/>
              </a:ext>
            </a:extLst>
          </p:cNvPr>
          <p:cNvSpPr>
            <a:spLocks noGrp="1"/>
          </p:cNvSpPr>
          <p:nvPr>
            <p:ph type="body" idx="1"/>
            <p:custDataLst>
              <p:tags r:id="rId44"/>
            </p:custDataLst>
          </p:nvPr>
        </p:nvSpPr>
        <p:spPr>
          <a:xfrm>
            <a:off x="457200" y="1196975"/>
            <a:ext cx="11277600" cy="5111750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/>
          <a:p>
            <a:pPr lvl="0"/>
            <a:r>
              <a:rPr lang="en-GB" altLang="ja-JP"/>
              <a:t>Text</a:t>
            </a:r>
            <a:endParaRPr lang="ja-JP" altLang="en-US"/>
          </a:p>
          <a:p>
            <a:pPr lvl="1"/>
            <a:r>
              <a:rPr lang="en-GB" altLang="ja-JP"/>
              <a:t>Text</a:t>
            </a:r>
          </a:p>
          <a:p>
            <a:pPr lvl="2"/>
            <a:r>
              <a:rPr lang="en-GB" altLang="ja-JP"/>
              <a:t>Text</a:t>
            </a:r>
          </a:p>
          <a:p>
            <a:pPr lvl="3"/>
            <a:r>
              <a:rPr lang="en-GB" altLang="ja-JP"/>
              <a:t>Text</a:t>
            </a:r>
          </a:p>
          <a:p>
            <a:pPr lvl="4"/>
            <a:r>
              <a:rPr lang="en-GB" altLang="ja-JP"/>
              <a:t>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831B75F-BB6F-7E47-4AAE-6F750726F451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45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375290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0" r:id="rId3"/>
    <p:sldLayoutId id="2147483662" r:id="rId4"/>
    <p:sldLayoutId id="2147483690" r:id="rId5"/>
    <p:sldLayoutId id="2147483728" r:id="rId6"/>
    <p:sldLayoutId id="2147483731" r:id="rId7"/>
    <p:sldLayoutId id="2147483729" r:id="rId8"/>
    <p:sldLayoutId id="2147483730" r:id="rId9"/>
    <p:sldLayoutId id="2147483664" r:id="rId10"/>
    <p:sldLayoutId id="2147483691" r:id="rId11"/>
    <p:sldLayoutId id="2147483692" r:id="rId12"/>
    <p:sldLayoutId id="2147483651" r:id="rId13"/>
    <p:sldLayoutId id="2147483668" r:id="rId14"/>
    <p:sldLayoutId id="2147483733" r:id="rId15"/>
    <p:sldLayoutId id="2147483732" r:id="rId16"/>
    <p:sldLayoutId id="2147483689" r:id="rId17"/>
    <p:sldLayoutId id="2147483710" r:id="rId18"/>
    <p:sldLayoutId id="2147483669" r:id="rId19"/>
    <p:sldLayoutId id="2147483734" r:id="rId20"/>
    <p:sldLayoutId id="2147483670" r:id="rId21"/>
    <p:sldLayoutId id="2147483712" r:id="rId22"/>
    <p:sldLayoutId id="2147483671" r:id="rId23"/>
    <p:sldLayoutId id="2147483713" r:id="rId24"/>
    <p:sldLayoutId id="2147483672" r:id="rId25"/>
    <p:sldLayoutId id="2147483673" r:id="rId26"/>
    <p:sldLayoutId id="2147483674" r:id="rId27"/>
    <p:sldLayoutId id="2147483675" r:id="rId28"/>
    <p:sldLayoutId id="2147483714" r:id="rId29"/>
    <p:sldLayoutId id="2147483723" r:id="rId30"/>
    <p:sldLayoutId id="2147483724" r:id="rId31"/>
    <p:sldLayoutId id="2147483725" r:id="rId32"/>
    <p:sldLayoutId id="2147483726" r:id="rId33"/>
    <p:sldLayoutId id="2147483735" r:id="rId34"/>
    <p:sldLayoutId id="2147483717" r:id="rId35"/>
    <p:sldLayoutId id="2147483693" r:id="rId36"/>
    <p:sldLayoutId id="2147483718" r:id="rId37"/>
    <p:sldLayoutId id="2147483682" r:id="rId38"/>
    <p:sldLayoutId id="2147483727" r:id="rId39"/>
    <p:sldLayoutId id="2147483694" r:id="rId40"/>
    <p:sldLayoutId id="2147483736" r:id="rId4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6800" indent="-226800" algn="l" defTabSz="914400" rtl="0" eaLnBrk="1" latinLnBrk="0" hangingPunct="1">
        <a:lnSpc>
          <a:spcPct val="90000"/>
        </a:lnSpc>
        <a:spcBef>
          <a:spcPts val="1000"/>
        </a:spcBef>
        <a:buSzPct val="120000"/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64400" indent="-237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7600" indent="-226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6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–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41200" indent="-226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754" userDrawn="1">
          <p15:clr>
            <a:srgbClr val="F26B43"/>
          </p15:clr>
        </p15:guide>
        <p15:guide id="4" orient="horz" pos="397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41.xml"/><Relationship Id="rId1" Type="http://schemas.openxmlformats.org/officeDocument/2006/relationships/tags" Target="../tags/tag22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8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99E02-D02F-76A5-088E-BAA8F6392D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Periodic Maintenance Service (PMS)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00FB0C-108E-D693-57E6-D6E78737E7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18 August 2026</a:t>
            </a:r>
          </a:p>
          <a:p>
            <a:r>
              <a:rPr lang="en-US" dirty="0"/>
              <a:t>ISUZU TRUCK UK LTD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0BAACD-2830-5861-7AC3-7F3D6FD5E1D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25827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oup of parts and filters&#10;&#10;Description automatically generated with medium confidence">
            <a:extLst>
              <a:ext uri="{FF2B5EF4-FFF2-40B4-BE49-F238E27FC236}">
                <a16:creationId xmlns:a16="http://schemas.microsoft.com/office/drawing/2014/main" id="{E9D8DEE0-51E6-8380-3A32-8B9341D43EA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16000" y="10"/>
            <a:ext cx="4176000" cy="6857990"/>
          </a:xfrm>
          <a:prstGeom prst="rect">
            <a:avLst/>
          </a:prstGeom>
          <a:noFill/>
        </p:spPr>
      </p:pic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07210E31-C06E-D1AF-2F9B-19C9F12285B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739173" y="0"/>
            <a:ext cx="16992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320629-3C20-4ABE-8902-9C3C1AEC686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1196975"/>
            <a:ext cx="6046208" cy="5111749"/>
          </a:xfrm>
        </p:spPr>
        <p:txBody>
          <a:bodyPr>
            <a:normAutofit/>
          </a:bodyPr>
          <a:lstStyle/>
          <a:p>
            <a:r>
              <a:rPr lang="en-GB" dirty="0"/>
              <a:t>Maintenance Intervals</a:t>
            </a:r>
          </a:p>
          <a:p>
            <a:r>
              <a:rPr lang="en-GB" dirty="0"/>
              <a:t>PMS Project Outline</a:t>
            </a:r>
          </a:p>
          <a:p>
            <a:r>
              <a:rPr lang="en-GB" dirty="0"/>
              <a:t>Parts Categories</a:t>
            </a:r>
          </a:p>
          <a:p>
            <a:r>
              <a:rPr lang="en-GB" dirty="0"/>
              <a:t>Parts \ Service Flow</a:t>
            </a:r>
          </a:p>
          <a:p>
            <a:r>
              <a:rPr lang="en-GB" dirty="0"/>
              <a:t>ISZJ PMS Requests &amp; ITUK Response</a:t>
            </a:r>
          </a:p>
          <a:p>
            <a:r>
              <a:rPr lang="fr-FR" dirty="0"/>
              <a:t>Promotion Parts List – BVP Queries</a:t>
            </a:r>
            <a:endParaRPr lang="en-GB" dirty="0"/>
          </a:p>
          <a:p>
            <a:r>
              <a:rPr lang="en-GB" dirty="0"/>
              <a:t>Connected Pathway</a:t>
            </a:r>
          </a:p>
          <a:p>
            <a:r>
              <a:rPr lang="en-GB" dirty="0" err="1"/>
              <a:t>i</a:t>
            </a:r>
            <a:r>
              <a:rPr lang="en-GB" dirty="0"/>
              <a:t>-Vision Maintenance Packages &amp; KPI’s</a:t>
            </a:r>
          </a:p>
          <a:p>
            <a:r>
              <a:rPr lang="en-GB" dirty="0"/>
              <a:t>PMS KPI Proposal</a:t>
            </a:r>
          </a:p>
          <a:p>
            <a:r>
              <a:rPr lang="en-GB" dirty="0"/>
              <a:t>Implementation Roadmap</a:t>
            </a:r>
          </a:p>
          <a:p>
            <a:r>
              <a:rPr lang="en-GB" dirty="0"/>
              <a:t>PMS Part Numbers By Model</a:t>
            </a:r>
          </a:p>
          <a:p>
            <a:r>
              <a:rPr lang="en-GB" dirty="0"/>
              <a:t>Support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0B21D8E-77A8-47E1-88AC-3EA6BCB86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9954"/>
            <a:ext cx="6046210" cy="518746"/>
          </a:xfrm>
        </p:spPr>
        <p:txBody>
          <a:bodyPr anchor="t">
            <a:noAutofit/>
          </a:bodyPr>
          <a:lstStyle/>
          <a:p>
            <a:r>
              <a:rPr lang="en-US" dirty="0"/>
              <a:t>Contents</a:t>
            </a:r>
          </a:p>
        </p:txBody>
      </p:sp>
      <p:grpSp>
        <p:nvGrpSpPr>
          <p:cNvPr id="2" name="Group 8">
            <a:extLst>
              <a:ext uri="{FF2B5EF4-FFF2-40B4-BE49-F238E27FC236}">
                <a16:creationId xmlns:a16="http://schemas.microsoft.com/office/drawing/2014/main" id="{E0EBCBEE-3530-1C12-9F14-A8B94BED8A4A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 flipH="1">
            <a:off x="6693519" y="0"/>
            <a:ext cx="1778745" cy="6858000"/>
            <a:chOff x="0" y="0"/>
            <a:chExt cx="1778745" cy="6858000"/>
          </a:xfrm>
        </p:grpSpPr>
        <p:sp>
          <p:nvSpPr>
            <p:cNvPr id="3" name="Freeform: Shape 17">
              <a:extLst>
                <a:ext uri="{FF2B5EF4-FFF2-40B4-BE49-F238E27FC236}">
                  <a16:creationId xmlns:a16="http://schemas.microsoft.com/office/drawing/2014/main" id="{C9AB5119-5C07-ABAF-8957-542591383845}"/>
                </a:ext>
              </a:extLst>
            </p:cNvPr>
            <p:cNvSpPr/>
            <p:nvPr userDrawn="1"/>
          </p:nvSpPr>
          <p:spPr>
            <a:xfrm rot="5400000">
              <a:off x="-3182497" y="3182497"/>
              <a:ext cx="6857866" cy="492871"/>
            </a:xfrm>
            <a:custGeom>
              <a:avLst/>
              <a:gdLst>
                <a:gd name="connsiteX0" fmla="*/ 0 w 4859940"/>
                <a:gd name="connsiteY0" fmla="*/ 0 h 349281"/>
                <a:gd name="connsiteX1" fmla="*/ 4859941 w 4859940"/>
                <a:gd name="connsiteY1" fmla="*/ 0 h 349281"/>
                <a:gd name="connsiteX2" fmla="*/ 4859941 w 4859940"/>
                <a:gd name="connsiteY2" fmla="*/ 349282 h 349281"/>
                <a:gd name="connsiteX3" fmla="*/ 0 w 4859940"/>
                <a:gd name="connsiteY3" fmla="*/ 349282 h 349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59940" h="349281">
                  <a:moveTo>
                    <a:pt x="0" y="0"/>
                  </a:moveTo>
                  <a:lnTo>
                    <a:pt x="4859941" y="0"/>
                  </a:lnTo>
                  <a:lnTo>
                    <a:pt x="4859941" y="349282"/>
                  </a:lnTo>
                  <a:lnTo>
                    <a:pt x="0" y="349282"/>
                  </a:lnTo>
                  <a:close/>
                </a:path>
              </a:pathLst>
            </a:custGeom>
            <a:solidFill>
              <a:srgbClr val="405C8B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" name="Freeform: Shape 18">
              <a:extLst>
                <a:ext uri="{FF2B5EF4-FFF2-40B4-BE49-F238E27FC236}">
                  <a16:creationId xmlns:a16="http://schemas.microsoft.com/office/drawing/2014/main" id="{21A27B1A-7E6E-FB8B-B6C5-3E9B6EF9DCFB}"/>
                </a:ext>
              </a:extLst>
            </p:cNvPr>
            <p:cNvSpPr/>
            <p:nvPr userDrawn="1"/>
          </p:nvSpPr>
          <p:spPr>
            <a:xfrm>
              <a:off x="64246" y="0"/>
              <a:ext cx="428625" cy="2283580"/>
            </a:xfrm>
            <a:custGeom>
              <a:avLst/>
              <a:gdLst>
                <a:gd name="connsiteX0" fmla="*/ 303752 w 303752"/>
                <a:gd name="connsiteY0" fmla="*/ 1618298 h 1618297"/>
                <a:gd name="connsiteX1" fmla="*/ 0 w 303752"/>
                <a:gd name="connsiteY1" fmla="*/ 0 h 1618297"/>
                <a:gd name="connsiteX2" fmla="*/ 303752 w 303752"/>
                <a:gd name="connsiteY2" fmla="*/ 0 h 1618297"/>
                <a:gd name="connsiteX3" fmla="*/ 303752 w 303752"/>
                <a:gd name="connsiteY3" fmla="*/ 1618298 h 1618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752" h="1618297">
                  <a:moveTo>
                    <a:pt x="303752" y="1618298"/>
                  </a:moveTo>
                  <a:cubicBezTo>
                    <a:pt x="129445" y="1104233"/>
                    <a:pt x="20955" y="543687"/>
                    <a:pt x="0" y="0"/>
                  </a:cubicBezTo>
                  <a:lnTo>
                    <a:pt x="303752" y="0"/>
                  </a:lnTo>
                  <a:lnTo>
                    <a:pt x="303752" y="1618298"/>
                  </a:lnTo>
                  <a:close/>
                </a:path>
              </a:pathLst>
            </a:custGeom>
            <a:solidFill>
              <a:srgbClr val="0026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" name="Freeform: Shape 19">
              <a:extLst>
                <a:ext uri="{FF2B5EF4-FFF2-40B4-BE49-F238E27FC236}">
                  <a16:creationId xmlns:a16="http://schemas.microsoft.com/office/drawing/2014/main" id="{52103686-BB18-0B50-6472-7CF1AECB5368}"/>
                </a:ext>
              </a:extLst>
            </p:cNvPr>
            <p:cNvSpPr/>
            <p:nvPr userDrawn="1"/>
          </p:nvSpPr>
          <p:spPr>
            <a:xfrm>
              <a:off x="492871" y="2283580"/>
              <a:ext cx="1285874" cy="4574420"/>
            </a:xfrm>
            <a:custGeom>
              <a:avLst/>
              <a:gdLst>
                <a:gd name="connsiteX0" fmla="*/ 0 w 911256"/>
                <a:gd name="connsiteY0" fmla="*/ 754190 h 3241738"/>
                <a:gd name="connsiteX1" fmla="*/ 0 w 911256"/>
                <a:gd name="connsiteY1" fmla="*/ 3241739 h 3241738"/>
                <a:gd name="connsiteX2" fmla="*/ 911257 w 911256"/>
                <a:gd name="connsiteY2" fmla="*/ 3241739 h 3241738"/>
                <a:gd name="connsiteX3" fmla="*/ 607505 w 911256"/>
                <a:gd name="connsiteY3" fmla="*/ 1622965 h 3241738"/>
                <a:gd name="connsiteX4" fmla="*/ 0 w 911256"/>
                <a:gd name="connsiteY4" fmla="*/ 0 h 3241738"/>
                <a:gd name="connsiteX5" fmla="*/ 0 w 911256"/>
                <a:gd name="connsiteY5" fmla="*/ 754190 h 3241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1256" h="3241738">
                  <a:moveTo>
                    <a:pt x="0" y="754190"/>
                  </a:moveTo>
                  <a:lnTo>
                    <a:pt x="0" y="3241739"/>
                  </a:lnTo>
                  <a:cubicBezTo>
                    <a:pt x="0" y="3241739"/>
                    <a:pt x="911257" y="3241739"/>
                    <a:pt x="911257" y="3241739"/>
                  </a:cubicBezTo>
                  <a:cubicBezTo>
                    <a:pt x="882301" y="2665476"/>
                    <a:pt x="756761" y="2123313"/>
                    <a:pt x="607505" y="1622965"/>
                  </a:cubicBezTo>
                  <a:cubicBezTo>
                    <a:pt x="446151" y="1082135"/>
                    <a:pt x="104299" y="307562"/>
                    <a:pt x="0" y="0"/>
                  </a:cubicBezTo>
                  <a:lnTo>
                    <a:pt x="0" y="754190"/>
                  </a:lnTo>
                  <a:close/>
                </a:path>
              </a:pathLst>
            </a:custGeom>
            <a:solidFill>
              <a:srgbClr val="667DA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60001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71583-CDAF-BAD3-71B4-E971E1DE5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4B11C43-0578-FD3C-F095-32F26DEE7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Maintenance Intervals</a:t>
            </a:r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E71CDFF4-1087-2E50-13B2-73EB5CCA2F84}"/>
              </a:ext>
            </a:extLst>
          </p:cNvPr>
          <p:cNvSpPr/>
          <p:nvPr/>
        </p:nvSpPr>
        <p:spPr>
          <a:xfrm>
            <a:off x="768096" y="1764792"/>
            <a:ext cx="1417320" cy="347472"/>
          </a:xfrm>
          <a:prstGeom prst="rect">
            <a:avLst/>
          </a:prstGeom>
          <a:solidFill>
            <a:srgbClr val="002664"/>
          </a:solidFill>
          <a:ln>
            <a:solidFill>
              <a:srgbClr val="002664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</a:t>
            </a:r>
            <a:endParaRPr lang="en-US" sz="1400" dirty="0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5272C12E-D644-E54C-B6BB-C92322EBE6BD}"/>
              </a:ext>
            </a:extLst>
          </p:cNvPr>
          <p:cNvSpPr/>
          <p:nvPr/>
        </p:nvSpPr>
        <p:spPr>
          <a:xfrm>
            <a:off x="2478024" y="1764792"/>
            <a:ext cx="2103120" cy="347472"/>
          </a:xfrm>
          <a:prstGeom prst="rect">
            <a:avLst/>
          </a:prstGeom>
          <a:solidFill>
            <a:srgbClr val="002664"/>
          </a:solidFill>
          <a:ln>
            <a:solidFill>
              <a:srgbClr val="002664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/ engine</a:t>
            </a:r>
            <a:endParaRPr lang="en-US" sz="1400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2906F11E-DC2D-5E02-3859-DE63A7791C32}"/>
              </a:ext>
            </a:extLst>
          </p:cNvPr>
          <p:cNvSpPr/>
          <p:nvPr/>
        </p:nvSpPr>
        <p:spPr>
          <a:xfrm>
            <a:off x="4928616" y="1764792"/>
            <a:ext cx="1965960" cy="347472"/>
          </a:xfrm>
          <a:prstGeom prst="rect">
            <a:avLst/>
          </a:prstGeom>
          <a:solidFill>
            <a:srgbClr val="002664"/>
          </a:solidFill>
          <a:ln>
            <a:solidFill>
              <a:srgbClr val="002664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Interval basis</a:t>
            </a:r>
            <a:endParaRPr lang="en-US" sz="140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1874A2DE-4AC5-BD00-B008-5AC853229F46}"/>
              </a:ext>
            </a:extLst>
          </p:cNvPr>
          <p:cNvSpPr/>
          <p:nvPr/>
        </p:nvSpPr>
        <p:spPr>
          <a:xfrm>
            <a:off x="7214616" y="1764792"/>
            <a:ext cx="4206240" cy="347472"/>
          </a:xfrm>
          <a:prstGeom prst="rect">
            <a:avLst/>
          </a:prstGeom>
          <a:solidFill>
            <a:srgbClr val="002664"/>
          </a:solidFill>
          <a:ln>
            <a:solidFill>
              <a:srgbClr val="002664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Campaign</a:t>
            </a:r>
            <a:endParaRPr lang="en-US" sz="1400" dirty="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5A58D12D-4401-C43B-991D-0102BB8270E3}"/>
              </a:ext>
            </a:extLst>
          </p:cNvPr>
          <p:cNvSpPr/>
          <p:nvPr/>
        </p:nvSpPr>
        <p:spPr>
          <a:xfrm>
            <a:off x="768096" y="2194560"/>
            <a:ext cx="1417320" cy="512064"/>
          </a:xfrm>
          <a:prstGeom prst="rect">
            <a:avLst/>
          </a:prstGeom>
          <a:solidFill>
            <a:srgbClr val="F8FAFC"/>
          </a:solidFill>
          <a:ln w="6350">
            <a:solidFill>
              <a:srgbClr val="D8DE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42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N35.125</a:t>
            </a:r>
            <a:endParaRPr lang="en-US" sz="1200" dirty="0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FF7F5086-B5C6-CB90-8983-C5D6EAD3437E}"/>
              </a:ext>
            </a:extLst>
          </p:cNvPr>
          <p:cNvSpPr/>
          <p:nvPr/>
        </p:nvSpPr>
        <p:spPr>
          <a:xfrm>
            <a:off x="2478024" y="2194560"/>
            <a:ext cx="2103120" cy="512064"/>
          </a:xfrm>
          <a:prstGeom prst="rect">
            <a:avLst/>
          </a:prstGeom>
          <a:solidFill>
            <a:srgbClr val="F8FAFC"/>
          </a:solidFill>
          <a:ln w="6350">
            <a:solidFill>
              <a:srgbClr val="D8DE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442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NLR87 / RZ4E</a:t>
            </a:r>
            <a:endParaRPr lang="en-US" sz="12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D3A5C737-A83D-AAB9-1A2D-997C6B3E71C4}"/>
              </a:ext>
            </a:extLst>
          </p:cNvPr>
          <p:cNvSpPr/>
          <p:nvPr/>
        </p:nvSpPr>
        <p:spPr>
          <a:xfrm>
            <a:off x="4928616" y="2194560"/>
            <a:ext cx="1965960" cy="512064"/>
          </a:xfrm>
          <a:prstGeom prst="rect">
            <a:avLst/>
          </a:prstGeom>
          <a:solidFill>
            <a:srgbClr val="F8FAFC"/>
          </a:solidFill>
          <a:ln w="6350">
            <a:solidFill>
              <a:srgbClr val="D8DE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442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20,000 km</a:t>
            </a:r>
            <a:endParaRPr lang="en-US" sz="1200" dirty="0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8726FF82-2A6E-8E31-7BD2-FAB163B59924}"/>
              </a:ext>
            </a:extLst>
          </p:cNvPr>
          <p:cNvSpPr/>
          <p:nvPr/>
        </p:nvSpPr>
        <p:spPr>
          <a:xfrm>
            <a:off x="7214616" y="2194560"/>
            <a:ext cx="4206240" cy="512064"/>
          </a:xfrm>
          <a:prstGeom prst="rect">
            <a:avLst/>
          </a:prstGeom>
          <a:solidFill>
            <a:srgbClr val="F8FAFC"/>
          </a:solidFill>
          <a:ln w="6350">
            <a:solidFill>
              <a:srgbClr val="D8DE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442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2 </a:t>
            </a:r>
            <a:endParaRPr lang="en-US" sz="1200" dirty="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FFC51DBA-CEEF-5D3F-C96C-0A737339DD52}"/>
              </a:ext>
            </a:extLst>
          </p:cNvPr>
          <p:cNvSpPr/>
          <p:nvPr/>
        </p:nvSpPr>
        <p:spPr>
          <a:xfrm>
            <a:off x="768096" y="2852928"/>
            <a:ext cx="1417320" cy="512064"/>
          </a:xfrm>
          <a:prstGeom prst="rect">
            <a:avLst/>
          </a:prstGeom>
          <a:solidFill>
            <a:srgbClr val="F8FAFC"/>
          </a:solidFill>
          <a:ln w="6350">
            <a:solidFill>
              <a:srgbClr val="D8DE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42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N35.150</a:t>
            </a:r>
            <a:endParaRPr lang="en-US" sz="1200" dirty="0"/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F1EE2464-C849-380A-C248-4C007F151586}"/>
              </a:ext>
            </a:extLst>
          </p:cNvPr>
          <p:cNvSpPr/>
          <p:nvPr/>
        </p:nvSpPr>
        <p:spPr>
          <a:xfrm>
            <a:off x="2478024" y="2852928"/>
            <a:ext cx="2103120" cy="512064"/>
          </a:xfrm>
          <a:prstGeom prst="rect">
            <a:avLst/>
          </a:prstGeom>
          <a:solidFill>
            <a:srgbClr val="F8FAFC"/>
          </a:solidFill>
          <a:ln w="6350">
            <a:solidFill>
              <a:srgbClr val="D8DE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442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NLR88 / 4JZ1</a:t>
            </a:r>
            <a:endParaRPr lang="en-US" sz="1200" dirty="0"/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175FB7E3-31E5-E8F2-7AD9-2CD92F487E39}"/>
              </a:ext>
            </a:extLst>
          </p:cNvPr>
          <p:cNvSpPr/>
          <p:nvPr/>
        </p:nvSpPr>
        <p:spPr>
          <a:xfrm>
            <a:off x="4928616" y="2852928"/>
            <a:ext cx="1965960" cy="512064"/>
          </a:xfrm>
          <a:prstGeom prst="rect">
            <a:avLst/>
          </a:prstGeom>
          <a:solidFill>
            <a:srgbClr val="F8FAFC"/>
          </a:solidFill>
          <a:ln w="6350">
            <a:solidFill>
              <a:srgbClr val="D8DE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442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Flexible up to 40,000 km</a:t>
            </a:r>
            <a:endParaRPr lang="en-US" sz="1200" dirty="0"/>
          </a:p>
        </p:txBody>
      </p:sp>
      <p:sp>
        <p:nvSpPr>
          <p:cNvPr id="37" name="Text 15">
            <a:extLst>
              <a:ext uri="{FF2B5EF4-FFF2-40B4-BE49-F238E27FC236}">
                <a16:creationId xmlns:a16="http://schemas.microsoft.com/office/drawing/2014/main" id="{5584B52A-EB90-7993-5C85-49D41BEFE712}"/>
              </a:ext>
            </a:extLst>
          </p:cNvPr>
          <p:cNvSpPr/>
          <p:nvPr/>
        </p:nvSpPr>
        <p:spPr>
          <a:xfrm>
            <a:off x="7214616" y="2852928"/>
            <a:ext cx="4206240" cy="512064"/>
          </a:xfrm>
          <a:prstGeom prst="rect">
            <a:avLst/>
          </a:prstGeom>
          <a:solidFill>
            <a:srgbClr val="F8FAFC"/>
          </a:solidFill>
          <a:ln w="6350">
            <a:solidFill>
              <a:srgbClr val="D8DE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442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2</a:t>
            </a:r>
            <a:endParaRPr lang="en-US" sz="1200" dirty="0"/>
          </a:p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8A952D4B-4E8A-9B7C-37E4-EDA5F739556B}"/>
              </a:ext>
            </a:extLst>
          </p:cNvPr>
          <p:cNvSpPr/>
          <p:nvPr/>
        </p:nvSpPr>
        <p:spPr>
          <a:xfrm>
            <a:off x="768096" y="3511296"/>
            <a:ext cx="1417320" cy="512064"/>
          </a:xfrm>
          <a:prstGeom prst="rect">
            <a:avLst/>
          </a:prstGeom>
          <a:solidFill>
            <a:srgbClr val="EEF5FF"/>
          </a:solidFill>
          <a:ln w="6350">
            <a:solidFill>
              <a:srgbClr val="D8DE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42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N75</a:t>
            </a:r>
            <a:endParaRPr lang="en-US" sz="1200" dirty="0"/>
          </a:p>
        </p:txBody>
      </p:sp>
      <p:sp>
        <p:nvSpPr>
          <p:cNvPr id="39" name="Text 17">
            <a:extLst>
              <a:ext uri="{FF2B5EF4-FFF2-40B4-BE49-F238E27FC236}">
                <a16:creationId xmlns:a16="http://schemas.microsoft.com/office/drawing/2014/main" id="{68E2AF44-2DCB-29DD-0BD6-942016BB5F62}"/>
              </a:ext>
            </a:extLst>
          </p:cNvPr>
          <p:cNvSpPr/>
          <p:nvPr/>
        </p:nvSpPr>
        <p:spPr>
          <a:xfrm>
            <a:off x="2478024" y="3511296"/>
            <a:ext cx="2103120" cy="512064"/>
          </a:xfrm>
          <a:prstGeom prst="rect">
            <a:avLst/>
          </a:prstGeom>
          <a:solidFill>
            <a:srgbClr val="EEF5FF"/>
          </a:solidFill>
          <a:ln w="6350">
            <a:solidFill>
              <a:srgbClr val="D8DE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442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NPR75 / 4HK1</a:t>
            </a:r>
            <a:endParaRPr lang="en-US" sz="1200" dirty="0"/>
          </a:p>
        </p:txBody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DED672C7-A30B-E7F0-40C0-683A09B3CEB1}"/>
              </a:ext>
            </a:extLst>
          </p:cNvPr>
          <p:cNvSpPr/>
          <p:nvPr/>
        </p:nvSpPr>
        <p:spPr>
          <a:xfrm>
            <a:off x="4928616" y="3511296"/>
            <a:ext cx="1965960" cy="512064"/>
          </a:xfrm>
          <a:prstGeom prst="rect">
            <a:avLst/>
          </a:prstGeom>
          <a:solidFill>
            <a:srgbClr val="EEF5FF"/>
          </a:solidFill>
          <a:ln w="6350">
            <a:solidFill>
              <a:srgbClr val="D8DE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D1C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40,000 km</a:t>
            </a:r>
            <a:endParaRPr lang="en-US" sz="1200" dirty="0"/>
          </a:p>
        </p:txBody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6EF2D04B-4D39-838E-4768-B14A0E145F5B}"/>
              </a:ext>
            </a:extLst>
          </p:cNvPr>
          <p:cNvSpPr/>
          <p:nvPr/>
        </p:nvSpPr>
        <p:spPr>
          <a:xfrm>
            <a:off x="7214616" y="3511296"/>
            <a:ext cx="4206240" cy="512064"/>
          </a:xfrm>
          <a:prstGeom prst="rect">
            <a:avLst/>
          </a:prstGeom>
          <a:solidFill>
            <a:srgbClr val="EEF5FF"/>
          </a:solidFill>
          <a:ln w="6350">
            <a:solidFill>
              <a:srgbClr val="D8DE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442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 target – fleet.</a:t>
            </a:r>
            <a:endParaRPr lang="en-US" sz="1200" dirty="0"/>
          </a:p>
        </p:txBody>
      </p:sp>
      <p:sp>
        <p:nvSpPr>
          <p:cNvPr id="42" name="Text 20">
            <a:extLst>
              <a:ext uri="{FF2B5EF4-FFF2-40B4-BE49-F238E27FC236}">
                <a16:creationId xmlns:a16="http://schemas.microsoft.com/office/drawing/2014/main" id="{2DEE2EC0-A1C1-3706-7E85-B670621B6A60}"/>
              </a:ext>
            </a:extLst>
          </p:cNvPr>
          <p:cNvSpPr/>
          <p:nvPr/>
        </p:nvSpPr>
        <p:spPr>
          <a:xfrm>
            <a:off x="768096" y="4169664"/>
            <a:ext cx="1417320" cy="512064"/>
          </a:xfrm>
          <a:prstGeom prst="rect">
            <a:avLst/>
          </a:prstGeom>
          <a:solidFill>
            <a:srgbClr val="EEF5FF"/>
          </a:solidFill>
          <a:ln w="6350">
            <a:solidFill>
              <a:srgbClr val="D8DE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42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N75</a:t>
            </a:r>
            <a:endParaRPr lang="en-US" sz="1200" dirty="0"/>
          </a:p>
        </p:txBody>
      </p:sp>
      <p:sp>
        <p:nvSpPr>
          <p:cNvPr id="43" name="Text 21">
            <a:extLst>
              <a:ext uri="{FF2B5EF4-FFF2-40B4-BE49-F238E27FC236}">
                <a16:creationId xmlns:a16="http://schemas.microsoft.com/office/drawing/2014/main" id="{14007A3A-FB53-9E80-446E-63C8D2E07D94}"/>
              </a:ext>
            </a:extLst>
          </p:cNvPr>
          <p:cNvSpPr/>
          <p:nvPr/>
        </p:nvSpPr>
        <p:spPr>
          <a:xfrm>
            <a:off x="2478024" y="4169664"/>
            <a:ext cx="2103120" cy="512064"/>
          </a:xfrm>
          <a:prstGeom prst="rect">
            <a:avLst/>
          </a:prstGeom>
          <a:solidFill>
            <a:srgbClr val="EEF5FF"/>
          </a:solidFill>
          <a:ln w="6350">
            <a:solidFill>
              <a:srgbClr val="D8DE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442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NPR88 / 4JZ1</a:t>
            </a:r>
            <a:endParaRPr lang="en-US" sz="1200" dirty="0"/>
          </a:p>
        </p:txBody>
      </p:sp>
      <p:sp>
        <p:nvSpPr>
          <p:cNvPr id="44" name="Text 22">
            <a:extLst>
              <a:ext uri="{FF2B5EF4-FFF2-40B4-BE49-F238E27FC236}">
                <a16:creationId xmlns:a16="http://schemas.microsoft.com/office/drawing/2014/main" id="{47AB76DD-5B61-2029-C040-0CDE5F85FC15}"/>
              </a:ext>
            </a:extLst>
          </p:cNvPr>
          <p:cNvSpPr/>
          <p:nvPr/>
        </p:nvSpPr>
        <p:spPr>
          <a:xfrm>
            <a:off x="4928616" y="4169664"/>
            <a:ext cx="1965960" cy="512064"/>
          </a:xfrm>
          <a:prstGeom prst="rect">
            <a:avLst/>
          </a:prstGeom>
          <a:solidFill>
            <a:srgbClr val="EEF5FF"/>
          </a:solidFill>
          <a:ln w="6350">
            <a:solidFill>
              <a:srgbClr val="D8DE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D1C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40,000 km</a:t>
            </a:r>
            <a:endParaRPr lang="en-US" sz="1200" dirty="0"/>
          </a:p>
        </p:txBody>
      </p:sp>
      <p:sp>
        <p:nvSpPr>
          <p:cNvPr id="45" name="Text 23">
            <a:extLst>
              <a:ext uri="{FF2B5EF4-FFF2-40B4-BE49-F238E27FC236}">
                <a16:creationId xmlns:a16="http://schemas.microsoft.com/office/drawing/2014/main" id="{E5435093-96EF-3873-8855-96DAFDF1F511}"/>
              </a:ext>
            </a:extLst>
          </p:cNvPr>
          <p:cNvSpPr/>
          <p:nvPr/>
        </p:nvSpPr>
        <p:spPr>
          <a:xfrm>
            <a:off x="7214616" y="4169664"/>
            <a:ext cx="4206240" cy="512064"/>
          </a:xfrm>
          <a:prstGeom prst="rect">
            <a:avLst/>
          </a:prstGeom>
          <a:solidFill>
            <a:srgbClr val="EEF5FF"/>
          </a:solidFill>
          <a:ln w="6350">
            <a:solidFill>
              <a:srgbClr val="D8DE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442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 target – fleet.</a:t>
            </a:r>
            <a:endParaRPr lang="en-US" sz="1200" dirty="0"/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DF835E1E-9763-7EDE-EA97-16B3EE4DF425}"/>
              </a:ext>
            </a:extLst>
          </p:cNvPr>
          <p:cNvSpPr/>
          <p:nvPr/>
        </p:nvSpPr>
        <p:spPr>
          <a:xfrm>
            <a:off x="612648" y="4961763"/>
            <a:ext cx="3401568" cy="1219962"/>
          </a:xfrm>
          <a:prstGeom prst="rect">
            <a:avLst/>
          </a:prstGeom>
          <a:solidFill>
            <a:srgbClr val="E6F0F0"/>
          </a:solidFill>
          <a:ln w="12700">
            <a:solidFill>
              <a:srgbClr val="D7DEE5"/>
            </a:solidFill>
            <a:prstDash val="solid"/>
          </a:ln>
          <a:effectLst>
            <a:outerShdw blurRad="1524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EC239F5-2411-018C-2C8C-74F38E9F0570}"/>
              </a:ext>
            </a:extLst>
          </p:cNvPr>
          <p:cNvSpPr/>
          <p:nvPr/>
        </p:nvSpPr>
        <p:spPr>
          <a:xfrm>
            <a:off x="612648" y="4961762"/>
            <a:ext cx="45719" cy="1219961"/>
          </a:xfrm>
          <a:prstGeom prst="rect">
            <a:avLst/>
          </a:prstGeom>
          <a:solidFill>
            <a:srgbClr val="21585A"/>
          </a:solidFill>
          <a:ln w="12700">
            <a:solidFill>
              <a:srgbClr val="2158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BB80DE9C-6CBF-4557-D653-C3C0A3F327A7}"/>
              </a:ext>
            </a:extLst>
          </p:cNvPr>
          <p:cNvSpPr/>
          <p:nvPr/>
        </p:nvSpPr>
        <p:spPr>
          <a:xfrm>
            <a:off x="832104" y="5098923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ea typeface="Roboto Condensed" pitchFamily="34" charset="-122"/>
                <a:cs typeface="Roboto Condensed" pitchFamily="34" charset="-120"/>
              </a:rPr>
              <a:t>Why N75 first</a:t>
            </a:r>
            <a:endParaRPr lang="en-US" sz="14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7F80235B-23D4-6BE2-2CFC-0DA606EA6BE6}"/>
              </a:ext>
            </a:extLst>
          </p:cNvPr>
          <p:cNvSpPr/>
          <p:nvPr/>
        </p:nvSpPr>
        <p:spPr>
          <a:xfrm>
            <a:off x="822960" y="5492115"/>
            <a:ext cx="2980944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44251"/>
                </a:solidFill>
                <a:ea typeface="Roboto" pitchFamily="34" charset="-122"/>
                <a:cs typeface="Roboto" pitchFamily="34" charset="-120"/>
              </a:rPr>
              <a:t>Two principal engine families share a 40,000 km interval. Fleet is easier to target via CRM data.</a:t>
            </a:r>
            <a:endParaRPr lang="en-US" sz="120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C1105B1C-AB8B-0031-E9EC-18FB95A352DF}"/>
              </a:ext>
            </a:extLst>
          </p:cNvPr>
          <p:cNvSpPr/>
          <p:nvPr/>
        </p:nvSpPr>
        <p:spPr>
          <a:xfrm>
            <a:off x="4178808" y="4961763"/>
            <a:ext cx="3401568" cy="1219962"/>
          </a:xfrm>
          <a:prstGeom prst="rect">
            <a:avLst/>
          </a:prstGeom>
          <a:solidFill>
            <a:srgbClr val="E9EFF7"/>
          </a:solidFill>
          <a:ln w="12700">
            <a:solidFill>
              <a:srgbClr val="D7DEE5"/>
            </a:solidFill>
            <a:prstDash val="solid"/>
          </a:ln>
          <a:effectLst>
            <a:outerShdw blurRad="1524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13">
            <a:extLst>
              <a:ext uri="{FF2B5EF4-FFF2-40B4-BE49-F238E27FC236}">
                <a16:creationId xmlns:a16="http://schemas.microsoft.com/office/drawing/2014/main" id="{9EAE49AB-4187-FEFD-196A-CF824F9862E2}"/>
              </a:ext>
            </a:extLst>
          </p:cNvPr>
          <p:cNvSpPr/>
          <p:nvPr/>
        </p:nvSpPr>
        <p:spPr>
          <a:xfrm>
            <a:off x="4178808" y="4961762"/>
            <a:ext cx="45719" cy="1219961"/>
          </a:xfrm>
          <a:prstGeom prst="rect">
            <a:avLst/>
          </a:prstGeom>
          <a:solidFill>
            <a:srgbClr val="002664"/>
          </a:solidFill>
          <a:ln w="12700">
            <a:solidFill>
              <a:srgbClr val="00266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5DCABD1B-F4F9-EAF2-74E6-0320CC5A6864}"/>
              </a:ext>
            </a:extLst>
          </p:cNvPr>
          <p:cNvSpPr/>
          <p:nvPr/>
        </p:nvSpPr>
        <p:spPr>
          <a:xfrm>
            <a:off x="4398264" y="5098923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ea typeface="Roboto Condensed" pitchFamily="34" charset="-122"/>
                <a:cs typeface="Roboto Condensed" pitchFamily="34" charset="-120"/>
              </a:rPr>
              <a:t>Why N35 second</a:t>
            </a:r>
            <a:endParaRPr lang="en-US" sz="1400" dirty="0"/>
          </a:p>
        </p:txBody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90D05520-D6B6-26EC-26E7-98432091C4CE}"/>
              </a:ext>
            </a:extLst>
          </p:cNvPr>
          <p:cNvSpPr/>
          <p:nvPr/>
        </p:nvSpPr>
        <p:spPr>
          <a:xfrm>
            <a:off x="4389120" y="5492115"/>
            <a:ext cx="2980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44251"/>
                </a:solidFill>
                <a:ea typeface="Roboto" pitchFamily="34" charset="-122"/>
                <a:cs typeface="Roboto" pitchFamily="34" charset="-120"/>
              </a:rPr>
              <a:t>Different interval logic and less reliable customer/mileage visibility increases the risk of incorrect targeting.</a:t>
            </a:r>
            <a:endParaRPr lang="en-US" sz="1200" dirty="0"/>
          </a:p>
        </p:txBody>
      </p:sp>
      <p:sp>
        <p:nvSpPr>
          <p:cNvPr id="31" name="Shape 16">
            <a:extLst>
              <a:ext uri="{FF2B5EF4-FFF2-40B4-BE49-F238E27FC236}">
                <a16:creationId xmlns:a16="http://schemas.microsoft.com/office/drawing/2014/main" id="{40BC0DEF-149A-6F01-AFB9-226559F60FE5}"/>
              </a:ext>
            </a:extLst>
          </p:cNvPr>
          <p:cNvSpPr/>
          <p:nvPr/>
        </p:nvSpPr>
        <p:spPr>
          <a:xfrm>
            <a:off x="7744968" y="4961763"/>
            <a:ext cx="3822192" cy="1219962"/>
          </a:xfrm>
          <a:prstGeom prst="rect">
            <a:avLst/>
          </a:prstGeom>
          <a:solidFill>
            <a:srgbClr val="F7E8EA"/>
          </a:solidFill>
          <a:ln w="12700">
            <a:solidFill>
              <a:srgbClr val="D7DEE5"/>
            </a:solidFill>
            <a:prstDash val="solid"/>
          </a:ln>
          <a:effectLst>
            <a:outerShdw blurRad="1524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3" name="Shape 17">
            <a:extLst>
              <a:ext uri="{FF2B5EF4-FFF2-40B4-BE49-F238E27FC236}">
                <a16:creationId xmlns:a16="http://schemas.microsoft.com/office/drawing/2014/main" id="{EC5F0586-A9C1-E7E8-B55D-D6502D26BD1D}"/>
              </a:ext>
            </a:extLst>
          </p:cNvPr>
          <p:cNvSpPr/>
          <p:nvPr/>
        </p:nvSpPr>
        <p:spPr>
          <a:xfrm>
            <a:off x="7744968" y="4961762"/>
            <a:ext cx="45719" cy="1219961"/>
          </a:xfrm>
          <a:prstGeom prst="rect">
            <a:avLst/>
          </a:prstGeom>
          <a:solidFill>
            <a:srgbClr val="B5091F"/>
          </a:solidFill>
          <a:ln w="12700">
            <a:solidFill>
              <a:srgbClr val="B509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18">
            <a:extLst>
              <a:ext uri="{FF2B5EF4-FFF2-40B4-BE49-F238E27FC236}">
                <a16:creationId xmlns:a16="http://schemas.microsoft.com/office/drawing/2014/main" id="{04D02615-EF1D-F30A-4513-888D7C1B0B92}"/>
              </a:ext>
            </a:extLst>
          </p:cNvPr>
          <p:cNvSpPr/>
          <p:nvPr/>
        </p:nvSpPr>
        <p:spPr>
          <a:xfrm>
            <a:off x="7964424" y="5098923"/>
            <a:ext cx="3438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ea typeface="Roboto Condensed" pitchFamily="34" charset="-122"/>
                <a:cs typeface="Roboto Condensed" pitchFamily="34" charset="-120"/>
              </a:rPr>
              <a:t>Important </a:t>
            </a:r>
            <a:endParaRPr lang="en-US" sz="1400" dirty="0"/>
          </a:p>
        </p:txBody>
      </p:sp>
      <p:sp>
        <p:nvSpPr>
          <p:cNvPr id="46" name="Text 19">
            <a:extLst>
              <a:ext uri="{FF2B5EF4-FFF2-40B4-BE49-F238E27FC236}">
                <a16:creationId xmlns:a16="http://schemas.microsoft.com/office/drawing/2014/main" id="{770DBF47-F937-5F80-A397-F3F553D34B02}"/>
              </a:ext>
            </a:extLst>
          </p:cNvPr>
          <p:cNvSpPr/>
          <p:nvPr/>
        </p:nvSpPr>
        <p:spPr>
          <a:xfrm>
            <a:off x="7955280" y="5492115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44251"/>
                </a:solidFill>
                <a:ea typeface="Roboto" pitchFamily="34" charset="-122"/>
                <a:cs typeface="Roboto" pitchFamily="34" charset="-120"/>
              </a:rPr>
              <a:t>Do not use the previous NLR85 / 4JJ1 assumptions as the basis for the launch plan.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020138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F65B0-6B49-734C-F65D-7FA1D8899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3E61837-8488-9EB4-981A-3F119A0CC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PMS Project Outline - Protect Uptime and TCO</a:t>
            </a:r>
          </a:p>
        </p:txBody>
      </p:sp>
      <p:sp>
        <p:nvSpPr>
          <p:cNvPr id="4" name="Shape 8">
            <a:extLst>
              <a:ext uri="{FF2B5EF4-FFF2-40B4-BE49-F238E27FC236}">
                <a16:creationId xmlns:a16="http://schemas.microsoft.com/office/drawing/2014/main" id="{D34CEE57-C274-C3FA-E8D1-95CA27623836}"/>
              </a:ext>
            </a:extLst>
          </p:cNvPr>
          <p:cNvSpPr/>
          <p:nvPr/>
        </p:nvSpPr>
        <p:spPr>
          <a:xfrm>
            <a:off x="501223" y="1702451"/>
            <a:ext cx="2697480" cy="2032818"/>
          </a:xfrm>
          <a:prstGeom prst="rect">
            <a:avLst/>
          </a:prstGeom>
          <a:solidFill>
            <a:srgbClr val="E9EFF7"/>
          </a:solidFill>
          <a:ln w="12700">
            <a:solidFill>
              <a:srgbClr val="D7DEE5"/>
            </a:solidFill>
            <a:prstDash val="solid"/>
          </a:ln>
          <a:effectLst>
            <a:outerShdw blurRad="1524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 sz="1000"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5B4C87F9-42F7-B44A-8553-6239590170DF}"/>
              </a:ext>
            </a:extLst>
          </p:cNvPr>
          <p:cNvSpPr/>
          <p:nvPr/>
        </p:nvSpPr>
        <p:spPr>
          <a:xfrm>
            <a:off x="501223" y="1702451"/>
            <a:ext cx="73152" cy="2032818"/>
          </a:xfrm>
          <a:prstGeom prst="rect">
            <a:avLst/>
          </a:prstGeom>
          <a:solidFill>
            <a:srgbClr val="002664"/>
          </a:solidFill>
          <a:ln w="12700">
            <a:solidFill>
              <a:srgbClr val="00266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 sz="100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3DBC2CDF-255A-8405-08EC-3E162D71499D}"/>
              </a:ext>
            </a:extLst>
          </p:cNvPr>
          <p:cNvSpPr/>
          <p:nvPr/>
        </p:nvSpPr>
        <p:spPr>
          <a:xfrm>
            <a:off x="665815" y="1848755"/>
            <a:ext cx="384048" cy="384048"/>
          </a:xfrm>
          <a:prstGeom prst="ellipse">
            <a:avLst/>
          </a:prstGeom>
          <a:solidFill>
            <a:srgbClr val="002664"/>
          </a:solidFill>
          <a:ln>
            <a:solidFill>
              <a:srgbClr val="002664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ea typeface="Roboto Condensed" pitchFamily="34" charset="-122"/>
                <a:cs typeface="Roboto Condensed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1294A9B3-4046-ABCB-5DE0-00D7B5D07BE6}"/>
              </a:ext>
            </a:extLst>
          </p:cNvPr>
          <p:cNvSpPr/>
          <p:nvPr/>
        </p:nvSpPr>
        <p:spPr>
          <a:xfrm>
            <a:off x="1159591" y="1839611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B2733"/>
                </a:solidFill>
                <a:ea typeface="Roboto Condensed" pitchFamily="34" charset="-122"/>
                <a:cs typeface="Roboto Condensed" pitchFamily="34" charset="-120"/>
              </a:rPr>
              <a:t>Opportunity</a:t>
            </a:r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CE325981-FAB9-B92A-DC74-343261BBDD4D}"/>
              </a:ext>
            </a:extLst>
          </p:cNvPr>
          <p:cNvSpPr/>
          <p:nvPr/>
        </p:nvSpPr>
        <p:spPr>
          <a:xfrm>
            <a:off x="711535" y="2232803"/>
            <a:ext cx="2276856" cy="1301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endParaRPr lang="en-US" sz="1000" dirty="0">
              <a:solidFill>
                <a:srgbClr val="344251"/>
              </a:solidFill>
              <a:ea typeface="Roboto" pitchFamily="34" charset="-122"/>
              <a:cs typeface="Roboto" pitchFamily="34" charset="-120"/>
            </a:endParaRPr>
          </a:p>
          <a:p>
            <a:pPr marL="0" indent="0">
              <a:buNone/>
            </a:pPr>
            <a:r>
              <a:rPr lang="en-GB" sz="1000" dirty="0">
                <a:solidFill>
                  <a:srgbClr val="344251"/>
                </a:solidFill>
                <a:ea typeface="Roboto" pitchFamily="34" charset="-122"/>
                <a:cs typeface="Roboto" pitchFamily="34" charset="-120"/>
              </a:rPr>
              <a:t>Start with N75 fleet customers where workshops already have repeated touchpoints. Followed by N35 customers currently not using the network.</a:t>
            </a:r>
          </a:p>
        </p:txBody>
      </p:sp>
      <p:sp>
        <p:nvSpPr>
          <p:cNvPr id="25" name="Shape 13">
            <a:extLst>
              <a:ext uri="{FF2B5EF4-FFF2-40B4-BE49-F238E27FC236}">
                <a16:creationId xmlns:a16="http://schemas.microsoft.com/office/drawing/2014/main" id="{A78D45BE-0B6E-308F-0907-E155529F1B91}"/>
              </a:ext>
            </a:extLst>
          </p:cNvPr>
          <p:cNvSpPr/>
          <p:nvPr/>
        </p:nvSpPr>
        <p:spPr>
          <a:xfrm>
            <a:off x="3409015" y="1702451"/>
            <a:ext cx="2697480" cy="2032818"/>
          </a:xfrm>
          <a:prstGeom prst="rect">
            <a:avLst/>
          </a:prstGeom>
          <a:solidFill>
            <a:srgbClr val="E6F0F0"/>
          </a:solidFill>
          <a:ln w="12700">
            <a:solidFill>
              <a:srgbClr val="D7DEE5"/>
            </a:solidFill>
            <a:prstDash val="solid"/>
          </a:ln>
          <a:effectLst>
            <a:outerShdw blurRad="1524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 sz="1000"/>
          </a:p>
        </p:txBody>
      </p:sp>
      <p:sp>
        <p:nvSpPr>
          <p:cNvPr id="29" name="Shape 14">
            <a:extLst>
              <a:ext uri="{FF2B5EF4-FFF2-40B4-BE49-F238E27FC236}">
                <a16:creationId xmlns:a16="http://schemas.microsoft.com/office/drawing/2014/main" id="{D71BA8E6-497B-6B4E-D472-D2C483582384}"/>
              </a:ext>
            </a:extLst>
          </p:cNvPr>
          <p:cNvSpPr/>
          <p:nvPr/>
        </p:nvSpPr>
        <p:spPr>
          <a:xfrm>
            <a:off x="3409015" y="1702451"/>
            <a:ext cx="73152" cy="2032818"/>
          </a:xfrm>
          <a:prstGeom prst="rect">
            <a:avLst/>
          </a:prstGeom>
          <a:solidFill>
            <a:srgbClr val="21585A"/>
          </a:solidFill>
          <a:ln w="12700">
            <a:solidFill>
              <a:srgbClr val="2158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 sz="1000"/>
          </a:p>
        </p:txBody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BD5766F7-1CD8-D9D0-C026-015C5788FFB0}"/>
              </a:ext>
            </a:extLst>
          </p:cNvPr>
          <p:cNvSpPr/>
          <p:nvPr/>
        </p:nvSpPr>
        <p:spPr>
          <a:xfrm>
            <a:off x="3573607" y="1848755"/>
            <a:ext cx="384048" cy="384048"/>
          </a:xfrm>
          <a:prstGeom prst="ellipse">
            <a:avLst/>
          </a:prstGeom>
          <a:solidFill>
            <a:srgbClr val="21585A"/>
          </a:solidFill>
          <a:ln>
            <a:solidFill>
              <a:srgbClr val="21585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ea typeface="Roboto Condensed" pitchFamily="34" charset="-122"/>
                <a:cs typeface="Roboto Condensed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F46A2ADA-78F0-B730-B6CF-AAEA964D25C9}"/>
              </a:ext>
            </a:extLst>
          </p:cNvPr>
          <p:cNvSpPr/>
          <p:nvPr/>
        </p:nvSpPr>
        <p:spPr>
          <a:xfrm>
            <a:off x="4067383" y="1839611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B2733"/>
                </a:solidFill>
                <a:ea typeface="Roboto Condensed" pitchFamily="34" charset="-122"/>
                <a:cs typeface="Roboto Condensed" pitchFamily="34" charset="-120"/>
              </a:rPr>
              <a:t>Campaign Parts</a:t>
            </a:r>
            <a:endParaRPr lang="en-US" sz="1200" dirty="0"/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860AD749-9D9D-FB84-9E1B-BC60C0393C47}"/>
              </a:ext>
            </a:extLst>
          </p:cNvPr>
          <p:cNvSpPr/>
          <p:nvPr/>
        </p:nvSpPr>
        <p:spPr>
          <a:xfrm>
            <a:off x="3619327" y="2232803"/>
            <a:ext cx="2276856" cy="1301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endParaRPr lang="en-US" sz="1000" dirty="0">
              <a:solidFill>
                <a:srgbClr val="344251"/>
              </a:solidFill>
              <a:ea typeface="Roboto" pitchFamily="34" charset="-122"/>
              <a:cs typeface="Roboto" pitchFamily="34" charset="-120"/>
            </a:endParaRPr>
          </a:p>
          <a:p>
            <a:r>
              <a:rPr lang="en-US" sz="1000" dirty="0">
                <a:solidFill>
                  <a:srgbClr val="344251"/>
                </a:solidFill>
                <a:ea typeface="Roboto" pitchFamily="34" charset="-122"/>
                <a:cs typeface="Roboto" pitchFamily="34" charset="-120"/>
              </a:rPr>
              <a:t>Oil and fuel form the core PMS parts. </a:t>
            </a:r>
          </a:p>
          <a:p>
            <a:r>
              <a:rPr lang="en-US" sz="1000" dirty="0">
                <a:solidFill>
                  <a:srgbClr val="344251"/>
                </a:solidFill>
                <a:ea typeface="Roboto" pitchFamily="34" charset="-122"/>
                <a:cs typeface="Roboto" pitchFamily="34" charset="-120"/>
              </a:rPr>
              <a:t>Air filter is the incremental focus. </a:t>
            </a:r>
          </a:p>
          <a:p>
            <a:endParaRPr lang="en-US" sz="1000" dirty="0">
              <a:solidFill>
                <a:srgbClr val="344251"/>
              </a:solidFill>
              <a:ea typeface="Roboto" pitchFamily="34" charset="-122"/>
              <a:cs typeface="Roboto" pitchFamily="34" charset="-120"/>
            </a:endParaRPr>
          </a:p>
          <a:p>
            <a:r>
              <a:rPr lang="en-US" sz="1000" dirty="0">
                <a:solidFill>
                  <a:srgbClr val="344251"/>
                </a:solidFill>
                <a:ea typeface="Roboto" pitchFamily="34" charset="-122"/>
                <a:cs typeface="Roboto" pitchFamily="34" charset="-120"/>
              </a:rPr>
              <a:t>Brakes remain condition-based; clutch remains VIN-specific.</a:t>
            </a:r>
            <a:endParaRPr lang="en-US" sz="1000" dirty="0"/>
          </a:p>
        </p:txBody>
      </p:sp>
      <p:sp>
        <p:nvSpPr>
          <p:cNvPr id="40" name="Shape 18">
            <a:extLst>
              <a:ext uri="{FF2B5EF4-FFF2-40B4-BE49-F238E27FC236}">
                <a16:creationId xmlns:a16="http://schemas.microsoft.com/office/drawing/2014/main" id="{94FF699A-C59F-B7F1-C23E-2E09A9B3E339}"/>
              </a:ext>
            </a:extLst>
          </p:cNvPr>
          <p:cNvSpPr/>
          <p:nvPr/>
        </p:nvSpPr>
        <p:spPr>
          <a:xfrm>
            <a:off x="6316807" y="1702451"/>
            <a:ext cx="2697480" cy="2032818"/>
          </a:xfrm>
          <a:prstGeom prst="rect">
            <a:avLst/>
          </a:prstGeom>
          <a:solidFill>
            <a:srgbClr val="F7E8EA"/>
          </a:solidFill>
          <a:ln w="12700">
            <a:solidFill>
              <a:srgbClr val="D7DEE5"/>
            </a:solidFill>
            <a:prstDash val="solid"/>
          </a:ln>
          <a:effectLst>
            <a:outerShdw blurRad="1524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 sz="1000"/>
          </a:p>
        </p:txBody>
      </p:sp>
      <p:sp>
        <p:nvSpPr>
          <p:cNvPr id="42" name="Shape 19">
            <a:extLst>
              <a:ext uri="{FF2B5EF4-FFF2-40B4-BE49-F238E27FC236}">
                <a16:creationId xmlns:a16="http://schemas.microsoft.com/office/drawing/2014/main" id="{52C93A0B-D794-A0C8-3273-7B4FFBA75196}"/>
              </a:ext>
            </a:extLst>
          </p:cNvPr>
          <p:cNvSpPr/>
          <p:nvPr/>
        </p:nvSpPr>
        <p:spPr>
          <a:xfrm>
            <a:off x="6316807" y="1702451"/>
            <a:ext cx="73152" cy="2032818"/>
          </a:xfrm>
          <a:prstGeom prst="rect">
            <a:avLst/>
          </a:prstGeom>
          <a:solidFill>
            <a:srgbClr val="B5091F"/>
          </a:solidFill>
          <a:ln w="12700">
            <a:solidFill>
              <a:srgbClr val="B509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 sz="1000"/>
          </a:p>
        </p:txBody>
      </p:sp>
      <p:sp>
        <p:nvSpPr>
          <p:cNvPr id="44" name="Text 20">
            <a:extLst>
              <a:ext uri="{FF2B5EF4-FFF2-40B4-BE49-F238E27FC236}">
                <a16:creationId xmlns:a16="http://schemas.microsoft.com/office/drawing/2014/main" id="{EDEF7DCA-6C7A-EDF0-D551-65CB978DF209}"/>
              </a:ext>
            </a:extLst>
          </p:cNvPr>
          <p:cNvSpPr/>
          <p:nvPr/>
        </p:nvSpPr>
        <p:spPr>
          <a:xfrm>
            <a:off x="6481399" y="1848755"/>
            <a:ext cx="384048" cy="384048"/>
          </a:xfrm>
          <a:prstGeom prst="ellipse">
            <a:avLst/>
          </a:prstGeom>
          <a:solidFill>
            <a:srgbClr val="B5091F"/>
          </a:solidFill>
          <a:ln>
            <a:solidFill>
              <a:srgbClr val="B5091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ea typeface="Roboto Condensed" pitchFamily="34" charset="-122"/>
                <a:cs typeface="Roboto Condensed" pitchFamily="34" charset="-120"/>
              </a:rPr>
              <a:t>3</a:t>
            </a:r>
            <a:endParaRPr lang="en-US" sz="1200" dirty="0"/>
          </a:p>
        </p:txBody>
      </p:sp>
      <p:sp>
        <p:nvSpPr>
          <p:cNvPr id="46" name="Text 21">
            <a:extLst>
              <a:ext uri="{FF2B5EF4-FFF2-40B4-BE49-F238E27FC236}">
                <a16:creationId xmlns:a16="http://schemas.microsoft.com/office/drawing/2014/main" id="{ECDAAF84-D574-B2F1-6204-940791F4D51E}"/>
              </a:ext>
            </a:extLst>
          </p:cNvPr>
          <p:cNvSpPr/>
          <p:nvPr/>
        </p:nvSpPr>
        <p:spPr>
          <a:xfrm>
            <a:off x="6975175" y="1839611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B2733"/>
                </a:solidFill>
                <a:ea typeface="Roboto Condensed" pitchFamily="34" charset="-122"/>
                <a:cs typeface="Roboto Condensed" pitchFamily="34" charset="-120"/>
              </a:rPr>
              <a:t>Standardised</a:t>
            </a:r>
            <a:r>
              <a:rPr lang="en-US" sz="1200" b="1" dirty="0">
                <a:solidFill>
                  <a:srgbClr val="1B2733"/>
                </a:solidFill>
                <a:ea typeface="Roboto Condensed" pitchFamily="34" charset="-122"/>
                <a:cs typeface="Roboto Condensed" pitchFamily="34" charset="-120"/>
              </a:rPr>
              <a:t> Process</a:t>
            </a:r>
            <a:endParaRPr lang="en-US" sz="1200" dirty="0"/>
          </a:p>
        </p:txBody>
      </p:sp>
      <p:sp>
        <p:nvSpPr>
          <p:cNvPr id="48" name="Text 22">
            <a:extLst>
              <a:ext uri="{FF2B5EF4-FFF2-40B4-BE49-F238E27FC236}">
                <a16:creationId xmlns:a16="http://schemas.microsoft.com/office/drawing/2014/main" id="{11300A24-FCEE-A89B-3005-8D85D8771257}"/>
              </a:ext>
            </a:extLst>
          </p:cNvPr>
          <p:cNvSpPr/>
          <p:nvPr/>
        </p:nvSpPr>
        <p:spPr>
          <a:xfrm>
            <a:off x="6527119" y="2232803"/>
            <a:ext cx="2276856" cy="1301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endParaRPr lang="en-US" sz="1000" dirty="0">
              <a:solidFill>
                <a:srgbClr val="344251"/>
              </a:solidFill>
              <a:ea typeface="Roboto" pitchFamily="34" charset="-122"/>
              <a:cs typeface="Roboto" pitchFamily="34" charset="-120"/>
            </a:endParaRPr>
          </a:p>
          <a:p>
            <a:pPr marL="0" indent="0">
              <a:buNone/>
            </a:pPr>
            <a:r>
              <a:rPr lang="en-GB" sz="1000" dirty="0">
                <a:solidFill>
                  <a:srgbClr val="344251"/>
                </a:solidFill>
                <a:ea typeface="Roboto" pitchFamily="34" charset="-122"/>
                <a:cs typeface="Roboto" pitchFamily="34" charset="-120"/>
              </a:rPr>
              <a:t>Use PMS Standards: Service Advisor proposal, Technician check sheet and Parts Stock.</a:t>
            </a:r>
          </a:p>
        </p:txBody>
      </p:sp>
      <p:sp>
        <p:nvSpPr>
          <p:cNvPr id="50" name="Shape 23">
            <a:extLst>
              <a:ext uri="{FF2B5EF4-FFF2-40B4-BE49-F238E27FC236}">
                <a16:creationId xmlns:a16="http://schemas.microsoft.com/office/drawing/2014/main" id="{C8498427-9B44-0176-1CF9-9393E472DAD3}"/>
              </a:ext>
            </a:extLst>
          </p:cNvPr>
          <p:cNvSpPr/>
          <p:nvPr/>
        </p:nvSpPr>
        <p:spPr>
          <a:xfrm>
            <a:off x="9224598" y="1702451"/>
            <a:ext cx="2540885" cy="2032818"/>
          </a:xfrm>
          <a:prstGeom prst="rect">
            <a:avLst/>
          </a:prstGeom>
          <a:solidFill>
            <a:srgbClr val="EDF0F3"/>
          </a:solidFill>
          <a:ln w="12700">
            <a:solidFill>
              <a:srgbClr val="D7DEE5"/>
            </a:solidFill>
            <a:prstDash val="solid"/>
          </a:ln>
          <a:effectLst>
            <a:outerShdw blurRad="1524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 sz="1000"/>
          </a:p>
        </p:txBody>
      </p:sp>
      <p:sp>
        <p:nvSpPr>
          <p:cNvPr id="52" name="Shape 24">
            <a:extLst>
              <a:ext uri="{FF2B5EF4-FFF2-40B4-BE49-F238E27FC236}">
                <a16:creationId xmlns:a16="http://schemas.microsoft.com/office/drawing/2014/main" id="{452942A9-4305-8E84-C66F-51C75190C601}"/>
              </a:ext>
            </a:extLst>
          </p:cNvPr>
          <p:cNvSpPr/>
          <p:nvPr/>
        </p:nvSpPr>
        <p:spPr>
          <a:xfrm>
            <a:off x="9224599" y="1702451"/>
            <a:ext cx="73152" cy="2032818"/>
          </a:xfrm>
          <a:prstGeom prst="rect">
            <a:avLst/>
          </a:prstGeom>
          <a:solidFill>
            <a:srgbClr val="344251"/>
          </a:solidFill>
          <a:ln w="12700">
            <a:solidFill>
              <a:srgbClr val="3442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 sz="1000"/>
          </a:p>
        </p:txBody>
      </p:sp>
      <p:sp>
        <p:nvSpPr>
          <p:cNvPr id="54" name="Text 25">
            <a:extLst>
              <a:ext uri="{FF2B5EF4-FFF2-40B4-BE49-F238E27FC236}">
                <a16:creationId xmlns:a16="http://schemas.microsoft.com/office/drawing/2014/main" id="{978EF966-6479-2779-9ED0-A722CE141824}"/>
              </a:ext>
            </a:extLst>
          </p:cNvPr>
          <p:cNvSpPr/>
          <p:nvPr/>
        </p:nvSpPr>
        <p:spPr>
          <a:xfrm>
            <a:off x="9389191" y="1848755"/>
            <a:ext cx="384048" cy="384048"/>
          </a:xfrm>
          <a:prstGeom prst="ellipse">
            <a:avLst/>
          </a:prstGeom>
          <a:solidFill>
            <a:srgbClr val="344251"/>
          </a:solidFill>
          <a:ln>
            <a:solidFill>
              <a:srgbClr val="344251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ea typeface="Roboto Condensed" pitchFamily="34" charset="-122"/>
                <a:cs typeface="Roboto Condensed" pitchFamily="34" charset="-120"/>
              </a:rPr>
              <a:t>4</a:t>
            </a:r>
            <a:endParaRPr lang="en-US" sz="1200" dirty="0"/>
          </a:p>
        </p:txBody>
      </p:sp>
      <p:sp>
        <p:nvSpPr>
          <p:cNvPr id="56" name="Text 26">
            <a:extLst>
              <a:ext uri="{FF2B5EF4-FFF2-40B4-BE49-F238E27FC236}">
                <a16:creationId xmlns:a16="http://schemas.microsoft.com/office/drawing/2014/main" id="{244AB5B9-01B6-4FBB-0AC5-691AF34FB3A6}"/>
              </a:ext>
            </a:extLst>
          </p:cNvPr>
          <p:cNvSpPr/>
          <p:nvPr/>
        </p:nvSpPr>
        <p:spPr>
          <a:xfrm>
            <a:off x="9882967" y="1839611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B2733"/>
                </a:solidFill>
                <a:ea typeface="Roboto Condensed" pitchFamily="34" charset="-122"/>
                <a:cs typeface="Roboto Condensed" pitchFamily="34" charset="-120"/>
              </a:rPr>
              <a:t>Lifecycle growth</a:t>
            </a:r>
            <a:endParaRPr lang="en-US" sz="1200" dirty="0"/>
          </a:p>
        </p:txBody>
      </p:sp>
      <p:sp>
        <p:nvSpPr>
          <p:cNvPr id="58" name="Text 27">
            <a:extLst>
              <a:ext uri="{FF2B5EF4-FFF2-40B4-BE49-F238E27FC236}">
                <a16:creationId xmlns:a16="http://schemas.microsoft.com/office/drawing/2014/main" id="{D793B0C4-958A-109C-1335-54615EAA8899}"/>
              </a:ext>
            </a:extLst>
          </p:cNvPr>
          <p:cNvSpPr/>
          <p:nvPr/>
        </p:nvSpPr>
        <p:spPr>
          <a:xfrm>
            <a:off x="9434910" y="2232803"/>
            <a:ext cx="2250997" cy="1301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endParaRPr lang="en-US" sz="1000" dirty="0">
              <a:solidFill>
                <a:srgbClr val="344251"/>
              </a:solidFill>
              <a:ea typeface="Roboto" pitchFamily="34" charset="-122"/>
              <a:cs typeface="Roboto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344251"/>
                </a:solidFill>
                <a:ea typeface="Roboto" pitchFamily="34" charset="-122"/>
                <a:cs typeface="Roboto" pitchFamily="34" charset="-120"/>
              </a:rPr>
              <a:t>Increasing Contract Maintenance penetration on new vehicle sales creates secured parts demand naturally.</a:t>
            </a:r>
            <a:endParaRPr lang="en-US" sz="1000" dirty="0"/>
          </a:p>
        </p:txBody>
      </p:sp>
      <p:sp>
        <p:nvSpPr>
          <p:cNvPr id="60" name="Text 41">
            <a:extLst>
              <a:ext uri="{FF2B5EF4-FFF2-40B4-BE49-F238E27FC236}">
                <a16:creationId xmlns:a16="http://schemas.microsoft.com/office/drawing/2014/main" id="{4E0CC6A7-010C-8811-9CD5-E9A50AA88167}"/>
              </a:ext>
            </a:extLst>
          </p:cNvPr>
          <p:cNvSpPr/>
          <p:nvPr/>
        </p:nvSpPr>
        <p:spPr>
          <a:xfrm>
            <a:off x="501223" y="4076054"/>
            <a:ext cx="11264260" cy="384048"/>
          </a:xfrm>
          <a:prstGeom prst="rect">
            <a:avLst/>
          </a:prstGeom>
          <a:solidFill>
            <a:srgbClr val="002664"/>
          </a:solidFill>
          <a:ln>
            <a:solidFill>
              <a:srgbClr val="002664">
                <a:alpha val="0"/>
              </a:srgbClr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Core principle: Improve capture of legitimate scheduled PMS demand. Do not manufacture additional demand.</a:t>
            </a:r>
            <a:endParaRPr lang="en-US" sz="1500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BCB2905-2C5D-8987-2598-345ABD716F83}"/>
              </a:ext>
            </a:extLst>
          </p:cNvPr>
          <p:cNvSpPr/>
          <p:nvPr/>
        </p:nvSpPr>
        <p:spPr>
          <a:xfrm>
            <a:off x="2778181" y="5048537"/>
            <a:ext cx="1314935" cy="121905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1000" b="1" dirty="0">
                <a:solidFill>
                  <a:schemeClr val="tx1"/>
                </a:solidFill>
              </a:rPr>
              <a:t>S1 (New Customer)</a:t>
            </a:r>
          </a:p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1000" dirty="0">
                <a:solidFill>
                  <a:schemeClr val="tx1"/>
                </a:solidFill>
              </a:rPr>
              <a:t>First time purchase for ISUZU Vehicles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0B8A63E-AA17-8500-23C2-D3D611B594E2}"/>
              </a:ext>
            </a:extLst>
          </p:cNvPr>
          <p:cNvSpPr/>
          <p:nvPr/>
        </p:nvSpPr>
        <p:spPr>
          <a:xfrm>
            <a:off x="4488675" y="5048537"/>
            <a:ext cx="1314935" cy="121905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1000" b="1" dirty="0">
                <a:solidFill>
                  <a:schemeClr val="tx1"/>
                </a:solidFill>
              </a:rPr>
              <a:t>S2 (Continuous Use of ISUZU Service Shop)</a:t>
            </a:r>
          </a:p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1000" dirty="0">
                <a:solidFill>
                  <a:schemeClr val="tx1"/>
                </a:solidFill>
              </a:rPr>
              <a:t>Customers have a clear intention to use ISUZU Service Shop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B40542A-F8E4-CEFF-AE6E-C46B8C388312}"/>
              </a:ext>
            </a:extLst>
          </p:cNvPr>
          <p:cNvSpPr/>
          <p:nvPr/>
        </p:nvSpPr>
        <p:spPr>
          <a:xfrm>
            <a:off x="6199169" y="5048537"/>
            <a:ext cx="1314935" cy="121905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1000" b="1" dirty="0">
                <a:solidFill>
                  <a:schemeClr val="tx1"/>
                </a:solidFill>
              </a:rPr>
              <a:t>S3 (Non-continuous use of ISUZU Service Shop)</a:t>
            </a:r>
          </a:p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1000" dirty="0">
                <a:solidFill>
                  <a:schemeClr val="tx1"/>
                </a:solidFill>
              </a:rPr>
              <a:t>Customers are likely to use ISUZU Service Shop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6826595E-9635-2836-C31F-CB75E449EED9}"/>
              </a:ext>
            </a:extLst>
          </p:cNvPr>
          <p:cNvSpPr/>
          <p:nvPr/>
        </p:nvSpPr>
        <p:spPr>
          <a:xfrm>
            <a:off x="7909663" y="5048537"/>
            <a:ext cx="1314935" cy="121905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1000" b="1" dirty="0">
                <a:solidFill>
                  <a:schemeClr val="tx1"/>
                </a:solidFill>
              </a:rPr>
              <a:t>S4 (No History to Use ISUZU Service Shop)</a:t>
            </a:r>
          </a:p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sz="1000" dirty="0">
                <a:solidFill>
                  <a:schemeClr val="tx1"/>
                </a:solidFill>
              </a:rPr>
              <a:t>Customers clearly have no intention to use ISUZU Service Shop</a:t>
            </a:r>
          </a:p>
        </p:txBody>
      </p:sp>
    </p:spTree>
    <p:extLst>
      <p:ext uri="{BB962C8B-B14F-4D97-AF65-F5344CB8AC3E}">
        <p14:creationId xmlns:p14="http://schemas.microsoft.com/office/powerpoint/2010/main" val="2790498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110DF-2F97-04CA-F8F0-633BC99A8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F66F426-9D9A-4080-5651-3EA4B9655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PMS Project Outline - Protect Uptime and TCO</a:t>
            </a:r>
          </a:p>
        </p:txBody>
      </p:sp>
      <p:sp>
        <p:nvSpPr>
          <p:cNvPr id="3" name="Text 8">
            <a:extLst>
              <a:ext uri="{FF2B5EF4-FFF2-40B4-BE49-F238E27FC236}">
                <a16:creationId xmlns:a16="http://schemas.microsoft.com/office/drawing/2014/main" id="{D5DCCAFD-A227-92CE-4D68-BA60ECF86D6E}"/>
              </a:ext>
            </a:extLst>
          </p:cNvPr>
          <p:cNvSpPr/>
          <p:nvPr/>
        </p:nvSpPr>
        <p:spPr>
          <a:xfrm>
            <a:off x="681653" y="1947209"/>
            <a:ext cx="1828800" cy="530352"/>
          </a:xfrm>
          <a:prstGeom prst="rect">
            <a:avLst/>
          </a:prstGeom>
          <a:solidFill>
            <a:srgbClr val="344251"/>
          </a:solidFill>
          <a:ln>
            <a:solidFill>
              <a:srgbClr val="344251">
                <a:alpha val="0"/>
              </a:srgbClr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ea typeface="Roboto Condensed" pitchFamily="34" charset="-122"/>
                <a:cs typeface="Roboto Condensed" pitchFamily="34" charset="-120"/>
              </a:rPr>
              <a:t>Vehicle / customer record</a:t>
            </a:r>
            <a:endParaRPr lang="en-US" sz="1000" dirty="0"/>
          </a:p>
        </p:txBody>
      </p:sp>
      <p:sp>
        <p:nvSpPr>
          <p:cNvPr id="6" name="Shape 9">
            <a:extLst>
              <a:ext uri="{FF2B5EF4-FFF2-40B4-BE49-F238E27FC236}">
                <a16:creationId xmlns:a16="http://schemas.microsoft.com/office/drawing/2014/main" id="{9CC6E601-0B4D-3FC9-AB40-93B0DA2942A6}"/>
              </a:ext>
            </a:extLst>
          </p:cNvPr>
          <p:cNvSpPr/>
          <p:nvPr/>
        </p:nvSpPr>
        <p:spPr>
          <a:xfrm>
            <a:off x="2522982" y="2212385"/>
            <a:ext cx="612648" cy="0"/>
          </a:xfrm>
          <a:prstGeom prst="line">
            <a:avLst/>
          </a:prstGeom>
          <a:noFill/>
          <a:ln w="12700">
            <a:solidFill>
              <a:srgbClr val="344251"/>
            </a:solidFill>
            <a:prstDash val="solid"/>
            <a:tailEnd type="triangle"/>
          </a:ln>
        </p:spPr>
        <p:txBody>
          <a:bodyPr/>
          <a:lstStyle/>
          <a:p>
            <a:endParaRPr lang="en-GB" sz="1000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851FE178-F07E-B52D-DFE5-6AC41A37B050}"/>
              </a:ext>
            </a:extLst>
          </p:cNvPr>
          <p:cNvSpPr/>
          <p:nvPr/>
        </p:nvSpPr>
        <p:spPr>
          <a:xfrm>
            <a:off x="3144774" y="1791761"/>
            <a:ext cx="2057400" cy="841248"/>
          </a:xfrm>
          <a:prstGeom prst="diamond">
            <a:avLst/>
          </a:prstGeom>
          <a:solidFill>
            <a:srgbClr val="E9EFF7"/>
          </a:solidFill>
          <a:ln>
            <a:solidFill>
              <a:srgbClr val="002664"/>
            </a:solidFill>
          </a:ln>
        </p:spPr>
        <p:txBody>
          <a:bodyPr wrap="square" lIns="635" tIns="635" rIns="635" bIns="635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2664"/>
                </a:solidFill>
                <a:ea typeface="Roboto Condensed" pitchFamily="34" charset="-122"/>
                <a:cs typeface="Roboto Condensed" pitchFamily="34" charset="-120"/>
              </a:rPr>
              <a:t>Covered by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2664"/>
                </a:solidFill>
                <a:ea typeface="Roboto Condensed" pitchFamily="34" charset="-122"/>
                <a:cs typeface="Roboto Condensed" pitchFamily="34" charset="-120"/>
              </a:rPr>
              <a:t>Contract Maintenance?</a:t>
            </a:r>
            <a:endParaRPr lang="en-US" sz="1000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9119CB50-62CA-7EAF-1A60-6F4806DBDA82}"/>
              </a:ext>
            </a:extLst>
          </p:cNvPr>
          <p:cNvSpPr/>
          <p:nvPr/>
        </p:nvSpPr>
        <p:spPr>
          <a:xfrm>
            <a:off x="5211318" y="2201095"/>
            <a:ext cx="1261872" cy="11290"/>
          </a:xfrm>
          <a:prstGeom prst="line">
            <a:avLst/>
          </a:prstGeom>
          <a:noFill/>
          <a:ln w="12700">
            <a:solidFill>
              <a:srgbClr val="002664"/>
            </a:solidFill>
            <a:prstDash val="solid"/>
            <a:tailEnd type="triangle"/>
          </a:ln>
        </p:spPr>
        <p:txBody>
          <a:bodyPr/>
          <a:lstStyle/>
          <a:p>
            <a:endParaRPr lang="en-GB" sz="1000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815F18E0-A12D-CD5D-274B-831FE56B9BC8}"/>
              </a:ext>
            </a:extLst>
          </p:cNvPr>
          <p:cNvSpPr/>
          <p:nvPr/>
        </p:nvSpPr>
        <p:spPr>
          <a:xfrm>
            <a:off x="6473190" y="1654601"/>
            <a:ext cx="4663440" cy="1188720"/>
          </a:xfrm>
          <a:prstGeom prst="rect">
            <a:avLst/>
          </a:prstGeom>
          <a:solidFill>
            <a:srgbClr val="E9EFF7"/>
          </a:solidFill>
          <a:ln w="12700">
            <a:solidFill>
              <a:srgbClr val="D7DEE5"/>
            </a:solidFill>
            <a:prstDash val="solid"/>
          </a:ln>
          <a:effectLst>
            <a:outerShdw blurRad="1524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 sz="1000"/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4B540752-4FA0-F804-CEC6-85014D014E06}"/>
              </a:ext>
            </a:extLst>
          </p:cNvPr>
          <p:cNvSpPr/>
          <p:nvPr/>
        </p:nvSpPr>
        <p:spPr>
          <a:xfrm>
            <a:off x="6473190" y="1654601"/>
            <a:ext cx="73152" cy="1188720"/>
          </a:xfrm>
          <a:prstGeom prst="rect">
            <a:avLst/>
          </a:prstGeom>
          <a:solidFill>
            <a:srgbClr val="002664"/>
          </a:solidFill>
          <a:ln w="12700">
            <a:solidFill>
              <a:srgbClr val="00266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 sz="1000"/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6438FA9C-9EC7-CA1F-2223-E7AC5BB8B398}"/>
              </a:ext>
            </a:extLst>
          </p:cNvPr>
          <p:cNvSpPr/>
          <p:nvPr/>
        </p:nvSpPr>
        <p:spPr>
          <a:xfrm>
            <a:off x="6692646" y="1791761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B2733"/>
                </a:solidFill>
                <a:ea typeface="Roboto Condensed" pitchFamily="34" charset="-122"/>
                <a:cs typeface="Roboto Condensed" pitchFamily="34" charset="-120"/>
              </a:rPr>
              <a:t>Normal contract fulfilment</a:t>
            </a:r>
            <a:endParaRPr lang="en-US" sz="1200" dirty="0"/>
          </a:p>
        </p:txBody>
      </p:sp>
      <p:sp>
        <p:nvSpPr>
          <p:cNvPr id="26" name="Text 16">
            <a:extLst>
              <a:ext uri="{FF2B5EF4-FFF2-40B4-BE49-F238E27FC236}">
                <a16:creationId xmlns:a16="http://schemas.microsoft.com/office/drawing/2014/main" id="{4A2741D7-ACCC-198C-0236-3F79D08D0F8C}"/>
              </a:ext>
            </a:extLst>
          </p:cNvPr>
          <p:cNvSpPr/>
          <p:nvPr/>
        </p:nvSpPr>
        <p:spPr>
          <a:xfrm>
            <a:off x="6683502" y="2184953"/>
            <a:ext cx="4242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44251"/>
                </a:solidFill>
                <a:ea typeface="Roboto" pitchFamily="34" charset="-122"/>
                <a:cs typeface="Roboto" pitchFamily="34" charset="-120"/>
              </a:rPr>
              <a:t>Supply the parts and services included in the customer contract. Report active units, turnover and margin in the Contract Maintenance KPI set..</a:t>
            </a:r>
            <a:endParaRPr lang="en-US" sz="1000" dirty="0"/>
          </a:p>
        </p:txBody>
      </p:sp>
      <p:sp>
        <p:nvSpPr>
          <p:cNvPr id="28" name="Shape 17">
            <a:extLst>
              <a:ext uri="{FF2B5EF4-FFF2-40B4-BE49-F238E27FC236}">
                <a16:creationId xmlns:a16="http://schemas.microsoft.com/office/drawing/2014/main" id="{31D04B14-7302-09AB-5810-C8CFB5DA93AB}"/>
              </a:ext>
            </a:extLst>
          </p:cNvPr>
          <p:cNvSpPr/>
          <p:nvPr/>
        </p:nvSpPr>
        <p:spPr>
          <a:xfrm>
            <a:off x="4168902" y="2623865"/>
            <a:ext cx="0" cy="786384"/>
          </a:xfrm>
          <a:prstGeom prst="line">
            <a:avLst/>
          </a:prstGeom>
          <a:noFill/>
          <a:ln w="12700">
            <a:solidFill>
              <a:srgbClr val="21585A"/>
            </a:solidFill>
            <a:prstDash val="solid"/>
            <a:tailEnd type="triangle"/>
          </a:ln>
        </p:spPr>
        <p:txBody>
          <a:bodyPr/>
          <a:lstStyle/>
          <a:p>
            <a:endParaRPr lang="en-GB" sz="1000"/>
          </a:p>
        </p:txBody>
      </p:sp>
      <p:sp>
        <p:nvSpPr>
          <p:cNvPr id="31" name="Text 18">
            <a:extLst>
              <a:ext uri="{FF2B5EF4-FFF2-40B4-BE49-F238E27FC236}">
                <a16:creationId xmlns:a16="http://schemas.microsoft.com/office/drawing/2014/main" id="{EF7F9E36-37AA-F759-A7D6-01DE95A9CC3B}"/>
              </a:ext>
            </a:extLst>
          </p:cNvPr>
          <p:cNvSpPr/>
          <p:nvPr/>
        </p:nvSpPr>
        <p:spPr>
          <a:xfrm>
            <a:off x="3865119" y="2815889"/>
            <a:ext cx="621792" cy="256032"/>
          </a:xfrm>
          <a:prstGeom prst="rect">
            <a:avLst/>
          </a:prstGeom>
          <a:solidFill>
            <a:srgbClr val="21585A"/>
          </a:solidFill>
          <a:ln>
            <a:solidFill>
              <a:srgbClr val="21585A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ea typeface="Roboto Condensed" pitchFamily="34" charset="-122"/>
                <a:cs typeface="Roboto Condensed" pitchFamily="34" charset="-120"/>
              </a:rPr>
              <a:t>NO</a:t>
            </a:r>
            <a:endParaRPr lang="en-US" sz="1000" dirty="0"/>
          </a:p>
        </p:txBody>
      </p:sp>
      <p:sp>
        <p:nvSpPr>
          <p:cNvPr id="35" name="Text 19">
            <a:extLst>
              <a:ext uri="{FF2B5EF4-FFF2-40B4-BE49-F238E27FC236}">
                <a16:creationId xmlns:a16="http://schemas.microsoft.com/office/drawing/2014/main" id="{5B67570A-32FB-633F-F701-8E9B10F45FAB}"/>
              </a:ext>
            </a:extLst>
          </p:cNvPr>
          <p:cNvSpPr/>
          <p:nvPr/>
        </p:nvSpPr>
        <p:spPr>
          <a:xfrm>
            <a:off x="2404110" y="3437681"/>
            <a:ext cx="3566160" cy="594360"/>
          </a:xfrm>
          <a:prstGeom prst="rect">
            <a:avLst/>
          </a:prstGeom>
          <a:solidFill>
            <a:srgbClr val="21585A"/>
          </a:solidFill>
          <a:ln>
            <a:solidFill>
              <a:srgbClr val="21585A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ea typeface="Roboto Condensed" pitchFamily="34" charset="-122"/>
                <a:cs typeface="Roboto Condensed" pitchFamily="34" charset="-120"/>
              </a:rPr>
              <a:t>Confirm model, VIN, mileage and maintenance history</a:t>
            </a:r>
            <a:endParaRPr lang="en-US" sz="1000" dirty="0"/>
          </a:p>
        </p:txBody>
      </p:sp>
      <p:sp>
        <p:nvSpPr>
          <p:cNvPr id="39" name="Shape 20">
            <a:extLst>
              <a:ext uri="{FF2B5EF4-FFF2-40B4-BE49-F238E27FC236}">
                <a16:creationId xmlns:a16="http://schemas.microsoft.com/office/drawing/2014/main" id="{5E94EC00-08E7-65CC-DEC3-9C67FD1505B6}"/>
              </a:ext>
            </a:extLst>
          </p:cNvPr>
          <p:cNvSpPr/>
          <p:nvPr/>
        </p:nvSpPr>
        <p:spPr>
          <a:xfrm>
            <a:off x="5924550" y="3718999"/>
            <a:ext cx="658368" cy="11290"/>
          </a:xfrm>
          <a:prstGeom prst="line">
            <a:avLst/>
          </a:prstGeom>
          <a:noFill/>
          <a:ln w="12700">
            <a:solidFill>
              <a:srgbClr val="21585A"/>
            </a:solidFill>
            <a:prstDash val="solid"/>
            <a:tailEnd type="triangle"/>
          </a:ln>
        </p:spPr>
        <p:txBody>
          <a:bodyPr/>
          <a:lstStyle/>
          <a:p>
            <a:endParaRPr lang="en-GB" sz="1000"/>
          </a:p>
        </p:txBody>
      </p:sp>
      <p:sp>
        <p:nvSpPr>
          <p:cNvPr id="43" name="Text 21">
            <a:extLst>
              <a:ext uri="{FF2B5EF4-FFF2-40B4-BE49-F238E27FC236}">
                <a16:creationId xmlns:a16="http://schemas.microsoft.com/office/drawing/2014/main" id="{73187F07-6CD6-9237-4555-1CBF2EA56B78}"/>
              </a:ext>
            </a:extLst>
          </p:cNvPr>
          <p:cNvSpPr/>
          <p:nvPr/>
        </p:nvSpPr>
        <p:spPr>
          <a:xfrm>
            <a:off x="6610350" y="3373673"/>
            <a:ext cx="1965960" cy="713232"/>
          </a:xfrm>
          <a:prstGeom prst="diamond">
            <a:avLst/>
          </a:prstGeom>
          <a:solidFill>
            <a:srgbClr val="E6F0F0"/>
          </a:solidFill>
          <a:ln>
            <a:solidFill>
              <a:srgbClr val="21585A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585A"/>
                </a:solidFill>
                <a:ea typeface="Roboto Condensed" pitchFamily="34" charset="-122"/>
                <a:cs typeface="Roboto Condensed" pitchFamily="34" charset="-120"/>
              </a:rPr>
              <a:t>Scheduled PMS due?</a:t>
            </a:r>
            <a:endParaRPr lang="en-US" sz="1000" dirty="0"/>
          </a:p>
        </p:txBody>
      </p:sp>
      <p:sp>
        <p:nvSpPr>
          <p:cNvPr id="51" name="Shape 23">
            <a:extLst>
              <a:ext uri="{FF2B5EF4-FFF2-40B4-BE49-F238E27FC236}">
                <a16:creationId xmlns:a16="http://schemas.microsoft.com/office/drawing/2014/main" id="{CC0E1A38-6024-2DE3-53D2-208C102F4069}"/>
              </a:ext>
            </a:extLst>
          </p:cNvPr>
          <p:cNvSpPr/>
          <p:nvPr/>
        </p:nvSpPr>
        <p:spPr>
          <a:xfrm>
            <a:off x="8567166" y="3730289"/>
            <a:ext cx="1033272" cy="0"/>
          </a:xfrm>
          <a:prstGeom prst="line">
            <a:avLst/>
          </a:prstGeom>
          <a:noFill/>
          <a:ln w="12700">
            <a:solidFill>
              <a:srgbClr val="21585A"/>
            </a:solidFill>
            <a:prstDash val="solid"/>
            <a:tailEnd type="triangle"/>
          </a:ln>
        </p:spPr>
        <p:txBody>
          <a:bodyPr/>
          <a:lstStyle/>
          <a:p>
            <a:endParaRPr lang="en-GB" sz="1000"/>
          </a:p>
        </p:txBody>
      </p:sp>
      <p:sp>
        <p:nvSpPr>
          <p:cNvPr id="55" name="Shape 24">
            <a:extLst>
              <a:ext uri="{FF2B5EF4-FFF2-40B4-BE49-F238E27FC236}">
                <a16:creationId xmlns:a16="http://schemas.microsoft.com/office/drawing/2014/main" id="{AB9B6242-7788-7191-8BE1-33ECE93D120E}"/>
              </a:ext>
            </a:extLst>
          </p:cNvPr>
          <p:cNvSpPr/>
          <p:nvPr/>
        </p:nvSpPr>
        <p:spPr>
          <a:xfrm>
            <a:off x="9600438" y="3035345"/>
            <a:ext cx="1993392" cy="1417320"/>
          </a:xfrm>
          <a:prstGeom prst="rect">
            <a:avLst/>
          </a:prstGeom>
          <a:solidFill>
            <a:srgbClr val="E6F0F0"/>
          </a:solidFill>
          <a:ln w="12700">
            <a:solidFill>
              <a:srgbClr val="D7DEE5"/>
            </a:solidFill>
            <a:prstDash val="solid"/>
          </a:ln>
          <a:effectLst>
            <a:outerShdw blurRad="1524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 sz="1000"/>
          </a:p>
        </p:txBody>
      </p:sp>
      <p:sp>
        <p:nvSpPr>
          <p:cNvPr id="59" name="Shape 25">
            <a:extLst>
              <a:ext uri="{FF2B5EF4-FFF2-40B4-BE49-F238E27FC236}">
                <a16:creationId xmlns:a16="http://schemas.microsoft.com/office/drawing/2014/main" id="{E9169D28-2CA4-161D-E669-52AA419B8558}"/>
              </a:ext>
            </a:extLst>
          </p:cNvPr>
          <p:cNvSpPr/>
          <p:nvPr/>
        </p:nvSpPr>
        <p:spPr>
          <a:xfrm>
            <a:off x="9600438" y="3035345"/>
            <a:ext cx="73152" cy="1417320"/>
          </a:xfrm>
          <a:prstGeom prst="rect">
            <a:avLst/>
          </a:prstGeom>
          <a:solidFill>
            <a:srgbClr val="21585A"/>
          </a:solidFill>
          <a:ln w="12700">
            <a:solidFill>
              <a:srgbClr val="2158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 sz="1000"/>
          </a:p>
        </p:txBody>
      </p:sp>
      <p:sp>
        <p:nvSpPr>
          <p:cNvPr id="62" name="Text 26">
            <a:extLst>
              <a:ext uri="{FF2B5EF4-FFF2-40B4-BE49-F238E27FC236}">
                <a16:creationId xmlns:a16="http://schemas.microsoft.com/office/drawing/2014/main" id="{84594BF1-1545-AC83-56EF-33671309A4D0}"/>
              </a:ext>
            </a:extLst>
          </p:cNvPr>
          <p:cNvSpPr/>
          <p:nvPr/>
        </p:nvSpPr>
        <p:spPr>
          <a:xfrm>
            <a:off x="9819894" y="3172505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B2733"/>
                </a:solidFill>
                <a:ea typeface="Roboto Condensed" pitchFamily="34" charset="-122"/>
                <a:cs typeface="Roboto Condensed" pitchFamily="34" charset="-120"/>
              </a:rPr>
              <a:t>Customer - PMS</a:t>
            </a:r>
            <a:endParaRPr lang="en-US" sz="1200" dirty="0"/>
          </a:p>
        </p:txBody>
      </p:sp>
      <p:sp>
        <p:nvSpPr>
          <p:cNvPr id="64" name="Text 27">
            <a:extLst>
              <a:ext uri="{FF2B5EF4-FFF2-40B4-BE49-F238E27FC236}">
                <a16:creationId xmlns:a16="http://schemas.microsoft.com/office/drawing/2014/main" id="{946BAF4C-7C7A-CE46-3270-D367532DD32A}"/>
              </a:ext>
            </a:extLst>
          </p:cNvPr>
          <p:cNvSpPr/>
          <p:nvPr/>
        </p:nvSpPr>
        <p:spPr>
          <a:xfrm>
            <a:off x="9810750" y="3565697"/>
            <a:ext cx="1572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44251"/>
                </a:solidFill>
                <a:ea typeface="Roboto" pitchFamily="34" charset="-122"/>
                <a:cs typeface="Roboto" pitchFamily="34" charset="-120"/>
              </a:rPr>
              <a:t>Prepare the correct pack, quote authorised work, complete to standard, record outcomes and set the next reminder.</a:t>
            </a:r>
            <a:endParaRPr lang="en-US" sz="1000" dirty="0"/>
          </a:p>
        </p:txBody>
      </p:sp>
      <p:sp>
        <p:nvSpPr>
          <p:cNvPr id="66" name="Shape 28">
            <a:extLst>
              <a:ext uri="{FF2B5EF4-FFF2-40B4-BE49-F238E27FC236}">
                <a16:creationId xmlns:a16="http://schemas.microsoft.com/office/drawing/2014/main" id="{24119BBA-74A1-94F2-984E-309DEF8F8BFA}"/>
              </a:ext>
            </a:extLst>
          </p:cNvPr>
          <p:cNvSpPr/>
          <p:nvPr/>
        </p:nvSpPr>
        <p:spPr>
          <a:xfrm>
            <a:off x="7570470" y="4105193"/>
            <a:ext cx="0" cy="804672"/>
          </a:xfrm>
          <a:prstGeom prst="line">
            <a:avLst/>
          </a:prstGeom>
          <a:noFill/>
          <a:ln w="12700">
            <a:solidFill>
              <a:srgbClr val="344251"/>
            </a:solidFill>
            <a:prstDash val="solid"/>
            <a:tailEnd type="triangle"/>
          </a:ln>
        </p:spPr>
        <p:txBody>
          <a:bodyPr/>
          <a:lstStyle/>
          <a:p>
            <a:endParaRPr lang="en-GB" sz="1000"/>
          </a:p>
        </p:txBody>
      </p:sp>
      <p:sp>
        <p:nvSpPr>
          <p:cNvPr id="68" name="Text 29">
            <a:extLst>
              <a:ext uri="{FF2B5EF4-FFF2-40B4-BE49-F238E27FC236}">
                <a16:creationId xmlns:a16="http://schemas.microsoft.com/office/drawing/2014/main" id="{EF03EAC7-EFBE-6137-B09E-10533BAD4D8C}"/>
              </a:ext>
            </a:extLst>
          </p:cNvPr>
          <p:cNvSpPr/>
          <p:nvPr/>
        </p:nvSpPr>
        <p:spPr>
          <a:xfrm>
            <a:off x="7259574" y="4397801"/>
            <a:ext cx="621792" cy="256032"/>
          </a:xfrm>
          <a:prstGeom prst="rect">
            <a:avLst/>
          </a:prstGeom>
          <a:solidFill>
            <a:srgbClr val="344251"/>
          </a:solidFill>
          <a:ln>
            <a:solidFill>
              <a:srgbClr val="344251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ea typeface="Roboto Condensed" pitchFamily="34" charset="-122"/>
                <a:cs typeface="Roboto Condensed" pitchFamily="34" charset="-120"/>
              </a:rPr>
              <a:t>NO</a:t>
            </a:r>
            <a:endParaRPr lang="en-US" sz="1000" dirty="0"/>
          </a:p>
        </p:txBody>
      </p:sp>
      <p:sp>
        <p:nvSpPr>
          <p:cNvPr id="70" name="Shape 30">
            <a:extLst>
              <a:ext uri="{FF2B5EF4-FFF2-40B4-BE49-F238E27FC236}">
                <a16:creationId xmlns:a16="http://schemas.microsoft.com/office/drawing/2014/main" id="{9DBDBB39-F433-3F1D-933C-1C6878CAECD6}"/>
              </a:ext>
            </a:extLst>
          </p:cNvPr>
          <p:cNvSpPr/>
          <p:nvPr/>
        </p:nvSpPr>
        <p:spPr>
          <a:xfrm>
            <a:off x="5924550" y="4928153"/>
            <a:ext cx="3291840" cy="1069848"/>
          </a:xfrm>
          <a:prstGeom prst="rect">
            <a:avLst/>
          </a:prstGeom>
          <a:solidFill>
            <a:srgbClr val="EDF0F3"/>
          </a:solidFill>
          <a:ln w="12700">
            <a:solidFill>
              <a:srgbClr val="D7DEE5"/>
            </a:solidFill>
            <a:prstDash val="solid"/>
          </a:ln>
          <a:effectLst>
            <a:outerShdw blurRad="1524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 sz="1000"/>
          </a:p>
        </p:txBody>
      </p:sp>
      <p:sp>
        <p:nvSpPr>
          <p:cNvPr id="72" name="Shape 31">
            <a:extLst>
              <a:ext uri="{FF2B5EF4-FFF2-40B4-BE49-F238E27FC236}">
                <a16:creationId xmlns:a16="http://schemas.microsoft.com/office/drawing/2014/main" id="{B36D71EC-8651-50CC-B289-8BADBCD4AAC9}"/>
              </a:ext>
            </a:extLst>
          </p:cNvPr>
          <p:cNvSpPr/>
          <p:nvPr/>
        </p:nvSpPr>
        <p:spPr>
          <a:xfrm>
            <a:off x="5924550" y="4928153"/>
            <a:ext cx="73152" cy="1069848"/>
          </a:xfrm>
          <a:prstGeom prst="rect">
            <a:avLst/>
          </a:prstGeom>
          <a:solidFill>
            <a:srgbClr val="344251"/>
          </a:solidFill>
          <a:ln w="12700">
            <a:solidFill>
              <a:srgbClr val="3442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 sz="1000"/>
          </a:p>
        </p:txBody>
      </p:sp>
      <p:sp>
        <p:nvSpPr>
          <p:cNvPr id="74" name="Text 32">
            <a:extLst>
              <a:ext uri="{FF2B5EF4-FFF2-40B4-BE49-F238E27FC236}">
                <a16:creationId xmlns:a16="http://schemas.microsoft.com/office/drawing/2014/main" id="{4395601C-27D7-464B-7C5E-4554382C337E}"/>
              </a:ext>
            </a:extLst>
          </p:cNvPr>
          <p:cNvSpPr/>
          <p:nvPr/>
        </p:nvSpPr>
        <p:spPr>
          <a:xfrm>
            <a:off x="6144006" y="5065313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B2733"/>
                </a:solidFill>
                <a:ea typeface="Roboto Condensed" pitchFamily="34" charset="-122"/>
                <a:cs typeface="Roboto Condensed" pitchFamily="34" charset="-120"/>
              </a:rPr>
              <a:t>No campaign action</a:t>
            </a:r>
            <a:endParaRPr lang="en-US" sz="1200" dirty="0"/>
          </a:p>
        </p:txBody>
      </p:sp>
      <p:sp>
        <p:nvSpPr>
          <p:cNvPr id="76" name="Text 33">
            <a:extLst>
              <a:ext uri="{FF2B5EF4-FFF2-40B4-BE49-F238E27FC236}">
                <a16:creationId xmlns:a16="http://schemas.microsoft.com/office/drawing/2014/main" id="{BACAC913-5C71-8455-0298-4B83211F0E66}"/>
              </a:ext>
            </a:extLst>
          </p:cNvPr>
          <p:cNvSpPr/>
          <p:nvPr/>
        </p:nvSpPr>
        <p:spPr>
          <a:xfrm>
            <a:off x="6134862" y="5458505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44251"/>
                </a:solidFill>
                <a:ea typeface="Roboto" pitchFamily="34" charset="-122"/>
                <a:cs typeface="Roboto" pitchFamily="34" charset="-120"/>
              </a:rPr>
              <a:t>Retain accurate history and contact details; act only when a genuine PMS requirement becomes due.</a:t>
            </a:r>
            <a:endParaRPr lang="en-US" sz="1000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E836908D-9380-E726-9C98-6DDB3B7FA3F4}"/>
              </a:ext>
            </a:extLst>
          </p:cNvPr>
          <p:cNvSpPr/>
          <p:nvPr/>
        </p:nvSpPr>
        <p:spPr>
          <a:xfrm>
            <a:off x="5508498" y="2073078"/>
            <a:ext cx="658368" cy="256032"/>
          </a:xfrm>
          <a:prstGeom prst="rect">
            <a:avLst/>
          </a:prstGeom>
          <a:solidFill>
            <a:srgbClr val="002664"/>
          </a:solidFill>
          <a:ln>
            <a:solidFill>
              <a:srgbClr val="002664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ea typeface="Roboto Condensed" pitchFamily="34" charset="-122"/>
                <a:cs typeface="Roboto Condensed" pitchFamily="34" charset="-120"/>
              </a:rPr>
              <a:t>YES</a:t>
            </a:r>
            <a:endParaRPr lang="en-US" sz="1000" dirty="0"/>
          </a:p>
        </p:txBody>
      </p:sp>
      <p:sp>
        <p:nvSpPr>
          <p:cNvPr id="47" name="Text 22">
            <a:extLst>
              <a:ext uri="{FF2B5EF4-FFF2-40B4-BE49-F238E27FC236}">
                <a16:creationId xmlns:a16="http://schemas.microsoft.com/office/drawing/2014/main" id="{C911D553-4BFC-B585-B1D2-25F1D9890A42}"/>
              </a:ext>
            </a:extLst>
          </p:cNvPr>
          <p:cNvSpPr/>
          <p:nvPr/>
        </p:nvSpPr>
        <p:spPr>
          <a:xfrm>
            <a:off x="8731758" y="3572473"/>
            <a:ext cx="658368" cy="256032"/>
          </a:xfrm>
          <a:prstGeom prst="rect">
            <a:avLst/>
          </a:prstGeom>
          <a:solidFill>
            <a:srgbClr val="21585A"/>
          </a:solidFill>
          <a:ln>
            <a:solidFill>
              <a:srgbClr val="21585A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ea typeface="Roboto Condensed" pitchFamily="34" charset="-122"/>
                <a:cs typeface="Roboto Condensed" pitchFamily="34" charset="-120"/>
              </a:rPr>
              <a:t>YES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61203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1B1A0-336B-5067-CE0F-1D12891EA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4023378-A5C6-BE44-F2FE-6643EAC10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Parts Categories</a:t>
            </a:r>
          </a:p>
        </p:txBody>
      </p:sp>
      <p:sp>
        <p:nvSpPr>
          <p:cNvPr id="4" name="Shape 30">
            <a:extLst>
              <a:ext uri="{FF2B5EF4-FFF2-40B4-BE49-F238E27FC236}">
                <a16:creationId xmlns:a16="http://schemas.microsoft.com/office/drawing/2014/main" id="{E250F127-E171-CDF2-E425-6276864D99A0}"/>
              </a:ext>
            </a:extLst>
          </p:cNvPr>
          <p:cNvSpPr/>
          <p:nvPr/>
        </p:nvSpPr>
        <p:spPr>
          <a:xfrm>
            <a:off x="3049143" y="1558290"/>
            <a:ext cx="2578608" cy="1828800"/>
          </a:xfrm>
          <a:prstGeom prst="rect">
            <a:avLst/>
          </a:prstGeom>
          <a:solidFill>
            <a:srgbClr val="F7E8EA"/>
          </a:solidFill>
          <a:ln w="12700">
            <a:solidFill>
              <a:srgbClr val="D7DEE5"/>
            </a:solidFill>
            <a:prstDash val="solid"/>
          </a:ln>
          <a:effectLst>
            <a:outerShdw blurRad="1524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31">
            <a:extLst>
              <a:ext uri="{FF2B5EF4-FFF2-40B4-BE49-F238E27FC236}">
                <a16:creationId xmlns:a16="http://schemas.microsoft.com/office/drawing/2014/main" id="{17710978-1B04-CB64-D725-8DEE9E2606D7}"/>
              </a:ext>
            </a:extLst>
          </p:cNvPr>
          <p:cNvSpPr/>
          <p:nvPr/>
        </p:nvSpPr>
        <p:spPr>
          <a:xfrm>
            <a:off x="3049143" y="1558290"/>
            <a:ext cx="73152" cy="1828800"/>
          </a:xfrm>
          <a:prstGeom prst="rect">
            <a:avLst/>
          </a:prstGeom>
          <a:solidFill>
            <a:srgbClr val="B5091F"/>
          </a:solidFill>
          <a:ln w="12700">
            <a:solidFill>
              <a:srgbClr val="B509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32">
            <a:extLst>
              <a:ext uri="{FF2B5EF4-FFF2-40B4-BE49-F238E27FC236}">
                <a16:creationId xmlns:a16="http://schemas.microsoft.com/office/drawing/2014/main" id="{44FDC808-C206-F44E-77C9-CD786B8B208E}"/>
              </a:ext>
            </a:extLst>
          </p:cNvPr>
          <p:cNvSpPr/>
          <p:nvPr/>
        </p:nvSpPr>
        <p:spPr>
          <a:xfrm>
            <a:off x="3268599" y="169545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ea typeface="Roboto Condensed" pitchFamily="34" charset="-122"/>
                <a:cs typeface="Roboto Condensed" pitchFamily="34" charset="-120"/>
              </a:rPr>
              <a:t>Air filter</a:t>
            </a:r>
            <a:endParaRPr lang="en-US" sz="1400" dirty="0"/>
          </a:p>
        </p:txBody>
      </p:sp>
      <p:sp>
        <p:nvSpPr>
          <p:cNvPr id="14" name="Text 33">
            <a:extLst>
              <a:ext uri="{FF2B5EF4-FFF2-40B4-BE49-F238E27FC236}">
                <a16:creationId xmlns:a16="http://schemas.microsoft.com/office/drawing/2014/main" id="{281DD6B9-1352-DA7D-1994-8D5F49BDAAE8}"/>
              </a:ext>
            </a:extLst>
          </p:cNvPr>
          <p:cNvSpPr/>
          <p:nvPr/>
        </p:nvSpPr>
        <p:spPr>
          <a:xfrm>
            <a:off x="3259455" y="2088642"/>
            <a:ext cx="215798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44251"/>
                </a:solidFill>
                <a:ea typeface="Roboto" pitchFamily="34" charset="-122"/>
                <a:cs typeface="Roboto" pitchFamily="34" charset="-120"/>
              </a:rPr>
              <a:t>Primary focus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4251"/>
                </a:solidFill>
                <a:ea typeface="Roboto" pitchFamily="34" charset="-122"/>
                <a:cs typeface="Roboto" pitchFamily="34" charset="-120"/>
              </a:rPr>
              <a:t>Promote inclusion when the scheduled PMS menu requires it.</a:t>
            </a:r>
            <a:endParaRPr lang="en-US" sz="1000" dirty="0"/>
          </a:p>
        </p:txBody>
      </p:sp>
      <p:sp>
        <p:nvSpPr>
          <p:cNvPr id="17" name="Shape 34">
            <a:extLst>
              <a:ext uri="{FF2B5EF4-FFF2-40B4-BE49-F238E27FC236}">
                <a16:creationId xmlns:a16="http://schemas.microsoft.com/office/drawing/2014/main" id="{B674D76D-D067-F804-322C-E49FCADFC431}"/>
              </a:ext>
            </a:extLst>
          </p:cNvPr>
          <p:cNvSpPr/>
          <p:nvPr/>
        </p:nvSpPr>
        <p:spPr>
          <a:xfrm>
            <a:off x="6398895" y="1558290"/>
            <a:ext cx="2578608" cy="1828800"/>
          </a:xfrm>
          <a:prstGeom prst="rect">
            <a:avLst/>
          </a:prstGeom>
          <a:solidFill>
            <a:srgbClr val="E6F0F0"/>
          </a:solidFill>
          <a:ln w="12700">
            <a:solidFill>
              <a:srgbClr val="D7DEE5"/>
            </a:solidFill>
            <a:prstDash val="solid"/>
          </a:ln>
          <a:effectLst>
            <a:outerShdw blurRad="1524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35">
            <a:extLst>
              <a:ext uri="{FF2B5EF4-FFF2-40B4-BE49-F238E27FC236}">
                <a16:creationId xmlns:a16="http://schemas.microsoft.com/office/drawing/2014/main" id="{BCC0412A-3332-EA1B-AA97-477F604D249B}"/>
              </a:ext>
            </a:extLst>
          </p:cNvPr>
          <p:cNvSpPr/>
          <p:nvPr/>
        </p:nvSpPr>
        <p:spPr>
          <a:xfrm>
            <a:off x="6398895" y="1558290"/>
            <a:ext cx="73152" cy="1828800"/>
          </a:xfrm>
          <a:prstGeom prst="rect">
            <a:avLst/>
          </a:prstGeom>
          <a:solidFill>
            <a:srgbClr val="21585A"/>
          </a:solidFill>
          <a:ln w="12700">
            <a:solidFill>
              <a:srgbClr val="2158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36">
            <a:extLst>
              <a:ext uri="{FF2B5EF4-FFF2-40B4-BE49-F238E27FC236}">
                <a16:creationId xmlns:a16="http://schemas.microsoft.com/office/drawing/2014/main" id="{3C92A723-EB79-AD7C-7B6E-3681E26EB884}"/>
              </a:ext>
            </a:extLst>
          </p:cNvPr>
          <p:cNvSpPr/>
          <p:nvPr/>
        </p:nvSpPr>
        <p:spPr>
          <a:xfrm>
            <a:off x="6618351" y="169545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ea typeface="Roboto Condensed" pitchFamily="34" charset="-122"/>
                <a:cs typeface="Roboto Condensed" pitchFamily="34" charset="-120"/>
              </a:rPr>
              <a:t>Oil + fuel</a:t>
            </a:r>
            <a:endParaRPr lang="en-US" sz="1400" dirty="0"/>
          </a:p>
        </p:txBody>
      </p:sp>
      <p:sp>
        <p:nvSpPr>
          <p:cNvPr id="27" name="Text 37">
            <a:extLst>
              <a:ext uri="{FF2B5EF4-FFF2-40B4-BE49-F238E27FC236}">
                <a16:creationId xmlns:a16="http://schemas.microsoft.com/office/drawing/2014/main" id="{A4793D16-4248-D18F-8132-29D22E602F8E}"/>
              </a:ext>
            </a:extLst>
          </p:cNvPr>
          <p:cNvSpPr/>
          <p:nvPr/>
        </p:nvSpPr>
        <p:spPr>
          <a:xfrm>
            <a:off x="6609207" y="2088642"/>
            <a:ext cx="215798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44251"/>
                </a:solidFill>
                <a:ea typeface="Roboto" pitchFamily="34" charset="-122"/>
                <a:cs typeface="Roboto" pitchFamily="34" charset="-120"/>
              </a:rPr>
              <a:t>Core PMS pack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4251"/>
                </a:solidFill>
                <a:ea typeface="Roboto" pitchFamily="34" charset="-122"/>
                <a:cs typeface="Roboto" pitchFamily="34" charset="-120"/>
              </a:rPr>
              <a:t>Build the model-specific service pack and ensure the correct part family and quantity are available.</a:t>
            </a:r>
            <a:endParaRPr lang="en-US" sz="1000" dirty="0"/>
          </a:p>
        </p:txBody>
      </p:sp>
      <p:sp>
        <p:nvSpPr>
          <p:cNvPr id="30" name="Shape 38">
            <a:extLst>
              <a:ext uri="{FF2B5EF4-FFF2-40B4-BE49-F238E27FC236}">
                <a16:creationId xmlns:a16="http://schemas.microsoft.com/office/drawing/2014/main" id="{A3F933B7-CFCB-46FF-042B-0C54FF153A1E}"/>
              </a:ext>
            </a:extLst>
          </p:cNvPr>
          <p:cNvSpPr/>
          <p:nvPr/>
        </p:nvSpPr>
        <p:spPr>
          <a:xfrm>
            <a:off x="3049143" y="3734562"/>
            <a:ext cx="2578608" cy="1828800"/>
          </a:xfrm>
          <a:prstGeom prst="rect">
            <a:avLst/>
          </a:prstGeom>
          <a:solidFill>
            <a:srgbClr val="EDF0F3"/>
          </a:solidFill>
          <a:ln w="12700">
            <a:solidFill>
              <a:srgbClr val="D7DEE5"/>
            </a:solidFill>
            <a:prstDash val="solid"/>
          </a:ln>
          <a:effectLst>
            <a:outerShdw blurRad="1524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3" name="Shape 39">
            <a:extLst>
              <a:ext uri="{FF2B5EF4-FFF2-40B4-BE49-F238E27FC236}">
                <a16:creationId xmlns:a16="http://schemas.microsoft.com/office/drawing/2014/main" id="{F61230CF-4620-2F05-293B-F3AF0B1353F4}"/>
              </a:ext>
            </a:extLst>
          </p:cNvPr>
          <p:cNvSpPr/>
          <p:nvPr/>
        </p:nvSpPr>
        <p:spPr>
          <a:xfrm>
            <a:off x="3049143" y="3734562"/>
            <a:ext cx="73152" cy="1828800"/>
          </a:xfrm>
          <a:prstGeom prst="rect">
            <a:avLst/>
          </a:prstGeom>
          <a:solidFill>
            <a:srgbClr val="344251"/>
          </a:solidFill>
          <a:ln w="12700">
            <a:solidFill>
              <a:srgbClr val="3442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40">
            <a:extLst>
              <a:ext uri="{FF2B5EF4-FFF2-40B4-BE49-F238E27FC236}">
                <a16:creationId xmlns:a16="http://schemas.microsoft.com/office/drawing/2014/main" id="{E4949477-A462-4A10-CFA6-90513B6052A9}"/>
              </a:ext>
            </a:extLst>
          </p:cNvPr>
          <p:cNvSpPr/>
          <p:nvPr/>
        </p:nvSpPr>
        <p:spPr>
          <a:xfrm>
            <a:off x="3268599" y="387172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ea typeface="Roboto Condensed" pitchFamily="34" charset="-122"/>
                <a:cs typeface="Roboto Condensed" pitchFamily="34" charset="-120"/>
              </a:rPr>
              <a:t>Brakes</a:t>
            </a:r>
            <a:endParaRPr lang="en-US" sz="1400" dirty="0"/>
          </a:p>
        </p:txBody>
      </p:sp>
      <p:sp>
        <p:nvSpPr>
          <p:cNvPr id="38" name="Text 41">
            <a:extLst>
              <a:ext uri="{FF2B5EF4-FFF2-40B4-BE49-F238E27FC236}">
                <a16:creationId xmlns:a16="http://schemas.microsoft.com/office/drawing/2014/main" id="{9A6002D0-4BC7-443D-75A3-5822E75E2057}"/>
              </a:ext>
            </a:extLst>
          </p:cNvPr>
          <p:cNvSpPr/>
          <p:nvPr/>
        </p:nvSpPr>
        <p:spPr>
          <a:xfrm>
            <a:off x="3259455" y="4264914"/>
            <a:ext cx="215798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44251"/>
                </a:solidFill>
                <a:ea typeface="Roboto" pitchFamily="34" charset="-122"/>
                <a:cs typeface="Roboto" pitchFamily="34" charset="-120"/>
              </a:rPr>
              <a:t>Condition-based only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4251"/>
                </a:solidFill>
                <a:ea typeface="Roboto" pitchFamily="34" charset="-122"/>
                <a:cs typeface="Roboto" pitchFamily="34" charset="-120"/>
              </a:rPr>
              <a:t>No promotional trigger or volume pressure. Supply genuine parts only when technically required and authorised.</a:t>
            </a:r>
            <a:endParaRPr lang="en-US" sz="1000" dirty="0"/>
          </a:p>
        </p:txBody>
      </p:sp>
      <p:sp>
        <p:nvSpPr>
          <p:cNvPr id="41" name="Shape 42">
            <a:extLst>
              <a:ext uri="{FF2B5EF4-FFF2-40B4-BE49-F238E27FC236}">
                <a16:creationId xmlns:a16="http://schemas.microsoft.com/office/drawing/2014/main" id="{E630FA6D-BB2A-B9EA-A73F-C1236A824086}"/>
              </a:ext>
            </a:extLst>
          </p:cNvPr>
          <p:cNvSpPr/>
          <p:nvPr/>
        </p:nvSpPr>
        <p:spPr>
          <a:xfrm>
            <a:off x="6398895" y="3734562"/>
            <a:ext cx="2578608" cy="1828800"/>
          </a:xfrm>
          <a:prstGeom prst="rect">
            <a:avLst/>
          </a:prstGeom>
          <a:solidFill>
            <a:srgbClr val="E9EFF7"/>
          </a:solidFill>
          <a:ln w="12700">
            <a:solidFill>
              <a:srgbClr val="D7DEE5"/>
            </a:solidFill>
            <a:prstDash val="solid"/>
          </a:ln>
          <a:effectLst>
            <a:outerShdw blurRad="1524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4" name="Shape 43">
            <a:extLst>
              <a:ext uri="{FF2B5EF4-FFF2-40B4-BE49-F238E27FC236}">
                <a16:creationId xmlns:a16="http://schemas.microsoft.com/office/drawing/2014/main" id="{DA1C3093-32E2-3640-1D1F-831A1A29DFB2}"/>
              </a:ext>
            </a:extLst>
          </p:cNvPr>
          <p:cNvSpPr/>
          <p:nvPr/>
        </p:nvSpPr>
        <p:spPr>
          <a:xfrm>
            <a:off x="6398895" y="3734562"/>
            <a:ext cx="73152" cy="1828800"/>
          </a:xfrm>
          <a:prstGeom prst="rect">
            <a:avLst/>
          </a:prstGeom>
          <a:solidFill>
            <a:srgbClr val="002664"/>
          </a:solidFill>
          <a:ln w="12700">
            <a:solidFill>
              <a:srgbClr val="00266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6C8E9276-F5E8-AB4D-4EE7-FD1F5279D293}"/>
              </a:ext>
            </a:extLst>
          </p:cNvPr>
          <p:cNvSpPr/>
          <p:nvPr/>
        </p:nvSpPr>
        <p:spPr>
          <a:xfrm>
            <a:off x="6618351" y="387172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ea typeface="Roboto Condensed" pitchFamily="34" charset="-122"/>
                <a:cs typeface="Roboto Condensed" pitchFamily="34" charset="-120"/>
              </a:rPr>
              <a:t>Clutch</a:t>
            </a:r>
            <a:endParaRPr lang="en-US" sz="1400" dirty="0"/>
          </a:p>
        </p:txBody>
      </p:sp>
      <p:sp>
        <p:nvSpPr>
          <p:cNvPr id="49" name="Text 45">
            <a:extLst>
              <a:ext uri="{FF2B5EF4-FFF2-40B4-BE49-F238E27FC236}">
                <a16:creationId xmlns:a16="http://schemas.microsoft.com/office/drawing/2014/main" id="{40394401-5F0C-4D52-16D1-2044E34F21DA}"/>
              </a:ext>
            </a:extLst>
          </p:cNvPr>
          <p:cNvSpPr/>
          <p:nvPr/>
        </p:nvSpPr>
        <p:spPr>
          <a:xfrm>
            <a:off x="6609207" y="4264914"/>
            <a:ext cx="215798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44251"/>
                </a:solidFill>
                <a:ea typeface="Roboto" pitchFamily="34" charset="-122"/>
                <a:cs typeface="Roboto" pitchFamily="34" charset="-120"/>
              </a:rPr>
              <a:t>VIN / manual only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4251"/>
                </a:solidFill>
                <a:ea typeface="Roboto" pitchFamily="34" charset="-122"/>
                <a:cs typeface="Roboto" pitchFamily="34" charset="-120"/>
              </a:rPr>
              <a:t>No broad campaign. Use only for identified manual-transmission repair opportunities.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066727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D9796-689F-19E9-3CFF-C1D57B246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26DBAD2-E267-23C0-F243-38C5D7708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Parts \ Service Flow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97D3859-316A-9816-BE19-47592CC1098E}"/>
              </a:ext>
            </a:extLst>
          </p:cNvPr>
          <p:cNvCxnSpPr>
            <a:cxnSpLocks/>
            <a:stCxn id="17" idx="3"/>
            <a:endCxn id="18" idx="3"/>
          </p:cNvCxnSpPr>
          <p:nvPr/>
        </p:nvCxnSpPr>
        <p:spPr>
          <a:xfrm flipH="1" flipV="1">
            <a:off x="2778956" y="6150950"/>
            <a:ext cx="6554672" cy="11839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6A075D6-FE52-A008-B3E9-D7367404A688}"/>
              </a:ext>
            </a:extLst>
          </p:cNvPr>
          <p:cNvCxnSpPr>
            <a:cxnSpLocks/>
            <a:stCxn id="23" idx="3"/>
            <a:endCxn id="43" idx="1"/>
          </p:cNvCxnSpPr>
          <p:nvPr/>
        </p:nvCxnSpPr>
        <p:spPr>
          <a:xfrm flipH="1">
            <a:off x="1406251" y="4450155"/>
            <a:ext cx="9540894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FB8D6A7-2837-C060-A08B-DDBE7AC145EC}"/>
              </a:ext>
            </a:extLst>
          </p:cNvPr>
          <p:cNvCxnSpPr>
            <a:cxnSpLocks/>
            <a:stCxn id="11" idx="3"/>
            <a:endCxn id="27" idx="1"/>
          </p:cNvCxnSpPr>
          <p:nvPr/>
        </p:nvCxnSpPr>
        <p:spPr>
          <a:xfrm flipH="1">
            <a:off x="3971864" y="1544633"/>
            <a:ext cx="2939888" cy="7328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F3D4165-537E-A697-3B74-7FA56D8EAE96}"/>
              </a:ext>
            </a:extLst>
          </p:cNvPr>
          <p:cNvCxnSpPr>
            <a:cxnSpLocks/>
            <a:stCxn id="32" idx="1"/>
            <a:endCxn id="19" idx="1"/>
          </p:cNvCxnSpPr>
          <p:nvPr/>
        </p:nvCxnSpPr>
        <p:spPr>
          <a:xfrm flipH="1">
            <a:off x="1919009" y="2436168"/>
            <a:ext cx="6426428" cy="28225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C660A13-3198-6FA5-2EC0-E77B0725AB5F}"/>
              </a:ext>
            </a:extLst>
          </p:cNvPr>
          <p:cNvCxnSpPr>
            <a:cxnSpLocks/>
            <a:stCxn id="28" idx="3"/>
            <a:endCxn id="32" idx="3"/>
          </p:cNvCxnSpPr>
          <p:nvPr/>
        </p:nvCxnSpPr>
        <p:spPr>
          <a:xfrm flipH="1" flipV="1">
            <a:off x="8728884" y="2436168"/>
            <a:ext cx="1458623" cy="37882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2">
            <a:extLst>
              <a:ext uri="{FF2B5EF4-FFF2-40B4-BE49-F238E27FC236}">
                <a16:creationId xmlns:a16="http://schemas.microsoft.com/office/drawing/2014/main" id="{FB286DD4-765C-EFCD-37B1-FF49A3A050E6}"/>
              </a:ext>
            </a:extLst>
          </p:cNvPr>
          <p:cNvSpPr/>
          <p:nvPr/>
        </p:nvSpPr>
        <p:spPr>
          <a:xfrm>
            <a:off x="1566874" y="1318243"/>
            <a:ext cx="1194376" cy="457200"/>
          </a:xfrm>
          <a:prstGeom prst="roundRect">
            <a:avLst/>
          </a:prstGeom>
          <a:solidFill>
            <a:srgbClr val="C6E0B4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rPr dirty="0">
                <a:solidFill>
                  <a:schemeClr val="tx1"/>
                </a:solidFill>
              </a:rPr>
              <a:t>Parts</a:t>
            </a: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349CB6CA-EA0E-103C-41AD-E77FCCEA6380}"/>
              </a:ext>
            </a:extLst>
          </p:cNvPr>
          <p:cNvSpPr/>
          <p:nvPr/>
        </p:nvSpPr>
        <p:spPr>
          <a:xfrm>
            <a:off x="1406250" y="5130514"/>
            <a:ext cx="1867757" cy="457200"/>
          </a:xfrm>
          <a:prstGeom prst="roundRect">
            <a:avLst/>
          </a:prstGeom>
          <a:solidFill>
            <a:srgbClr val="F4CCCC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rPr dirty="0">
                <a:solidFill>
                  <a:schemeClr val="tx1"/>
                </a:solidFill>
              </a:rPr>
              <a:t>Service Advisor</a:t>
            </a:r>
          </a:p>
        </p:txBody>
      </p:sp>
      <p:sp>
        <p:nvSpPr>
          <p:cNvPr id="10" name="Rounded Rectangle 4">
            <a:extLst>
              <a:ext uri="{FF2B5EF4-FFF2-40B4-BE49-F238E27FC236}">
                <a16:creationId xmlns:a16="http://schemas.microsoft.com/office/drawing/2014/main" id="{05B6A69C-4308-7052-22D0-2DF58772EE5B}"/>
              </a:ext>
            </a:extLst>
          </p:cNvPr>
          <p:cNvSpPr/>
          <p:nvPr/>
        </p:nvSpPr>
        <p:spPr>
          <a:xfrm>
            <a:off x="1391876" y="3365822"/>
            <a:ext cx="1369374" cy="457200"/>
          </a:xfrm>
          <a:prstGeom prst="roundRect">
            <a:avLst/>
          </a:prstGeom>
          <a:solidFill>
            <a:srgbClr val="BDD7EE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rPr dirty="0">
                <a:solidFill>
                  <a:schemeClr val="tx1"/>
                </a:solidFill>
              </a:rPr>
              <a:t>Technician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6ACB55-9831-D4B1-1C0A-51AD71511E80}"/>
              </a:ext>
            </a:extLst>
          </p:cNvPr>
          <p:cNvSpPr/>
          <p:nvPr/>
        </p:nvSpPr>
        <p:spPr>
          <a:xfrm>
            <a:off x="5556753" y="1214384"/>
            <a:ext cx="1354999" cy="660498"/>
          </a:xfrm>
          <a:prstGeom prst="rect">
            <a:avLst/>
          </a:prstGeom>
          <a:solidFill>
            <a:srgbClr val="E9EFF7"/>
          </a:solidFill>
          <a:ln w="1905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rPr lang="en-GB" dirty="0">
                <a:solidFill>
                  <a:schemeClr val="tx1"/>
                </a:solidFill>
              </a:rPr>
              <a:t>Inbound Parts </a:t>
            </a:r>
            <a:r>
              <a:rPr dirty="0">
                <a:solidFill>
                  <a:schemeClr val="tx1"/>
                </a:solidFill>
              </a:rPr>
              <a:t>Inspection</a:t>
            </a:r>
            <a:r>
              <a:rPr lang="en-GB" dirty="0">
                <a:solidFill>
                  <a:schemeClr val="tx1"/>
                </a:solidFill>
              </a:rPr>
              <a:t> &amp; 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>
                <a:solidFill>
                  <a:schemeClr val="tx1"/>
                </a:solidFill>
              </a:rPr>
              <a:t>Put-away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89CFAE4-CCF8-D427-3BE0-1E23B4657A90}"/>
              </a:ext>
            </a:extLst>
          </p:cNvPr>
          <p:cNvSpPr/>
          <p:nvPr/>
        </p:nvSpPr>
        <p:spPr>
          <a:xfrm>
            <a:off x="6317788" y="4119906"/>
            <a:ext cx="1354999" cy="660498"/>
          </a:xfrm>
          <a:prstGeom prst="rect">
            <a:avLst/>
          </a:prstGeom>
          <a:solidFill>
            <a:srgbClr val="E9EFF7"/>
          </a:solidFill>
          <a:ln w="1905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rPr dirty="0">
                <a:solidFill>
                  <a:schemeClr val="tx1"/>
                </a:solidFill>
              </a:rPr>
              <a:t>Suggest </a:t>
            </a:r>
            <a:r>
              <a:rPr lang="en-GB" dirty="0">
                <a:solidFill>
                  <a:schemeClr val="tx1"/>
                </a:solidFill>
              </a:rPr>
              <a:t>Additional Items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018586-44C6-3A1F-86EC-E47869648A8E}"/>
              </a:ext>
            </a:extLst>
          </p:cNvPr>
          <p:cNvSpPr/>
          <p:nvPr/>
        </p:nvSpPr>
        <p:spPr>
          <a:xfrm>
            <a:off x="7978629" y="5832540"/>
            <a:ext cx="1354999" cy="660498"/>
          </a:xfrm>
          <a:prstGeom prst="rect">
            <a:avLst/>
          </a:prstGeom>
          <a:solidFill>
            <a:srgbClr val="E9EFF7"/>
          </a:solidFill>
          <a:ln w="1905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rPr lang="en-GB" dirty="0">
                <a:solidFill>
                  <a:schemeClr val="tx1"/>
                </a:solidFill>
              </a:rPr>
              <a:t>Vehicle Handover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EBB2652-B7A6-505F-6BE3-0F171B3F9BB6}"/>
              </a:ext>
            </a:extLst>
          </p:cNvPr>
          <p:cNvSpPr/>
          <p:nvPr/>
        </p:nvSpPr>
        <p:spPr>
          <a:xfrm>
            <a:off x="1423957" y="5820701"/>
            <a:ext cx="1354999" cy="660498"/>
          </a:xfrm>
          <a:prstGeom prst="rect">
            <a:avLst/>
          </a:prstGeom>
          <a:solidFill>
            <a:srgbClr val="E9EFF7"/>
          </a:solidFill>
          <a:ln w="1905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rPr lang="en-GB" dirty="0">
                <a:solidFill>
                  <a:schemeClr val="tx1"/>
                </a:solidFill>
              </a:rPr>
              <a:t>Vehicle Check-In &amp; Confirm Authorised Work on Job Card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61A33D0-833B-0603-1A9D-D5818752C353}"/>
              </a:ext>
            </a:extLst>
          </p:cNvPr>
          <p:cNvSpPr/>
          <p:nvPr/>
        </p:nvSpPr>
        <p:spPr>
          <a:xfrm>
            <a:off x="1919009" y="2134144"/>
            <a:ext cx="1354999" cy="660498"/>
          </a:xfrm>
          <a:prstGeom prst="rect">
            <a:avLst/>
          </a:prstGeom>
          <a:solidFill>
            <a:srgbClr val="E9EFF7"/>
          </a:solidFill>
          <a:ln w="1905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rPr lang="en-GB" dirty="0">
                <a:solidFill>
                  <a:schemeClr val="tx1"/>
                </a:solidFill>
              </a:rPr>
              <a:t>Dealer Inventory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1B63841-D20B-3605-F64E-FE848FECBEE7}"/>
              </a:ext>
            </a:extLst>
          </p:cNvPr>
          <p:cNvSpPr/>
          <p:nvPr/>
        </p:nvSpPr>
        <p:spPr>
          <a:xfrm>
            <a:off x="3043430" y="4121685"/>
            <a:ext cx="1354999" cy="660498"/>
          </a:xfrm>
          <a:prstGeom prst="rect">
            <a:avLst/>
          </a:prstGeom>
          <a:solidFill>
            <a:srgbClr val="E9EFF7"/>
          </a:solidFill>
          <a:ln w="1905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rPr dirty="0">
                <a:solidFill>
                  <a:schemeClr val="tx1"/>
                </a:solidFill>
              </a:rPr>
              <a:t>Confirm </a:t>
            </a:r>
            <a:r>
              <a:rPr lang="en-GB" dirty="0">
                <a:solidFill>
                  <a:schemeClr val="tx1"/>
                </a:solidFill>
              </a:rPr>
              <a:t>Authorised Work &amp; Mileage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84A268D-4E11-62B5-DFC3-6171D1B11CCB}"/>
              </a:ext>
            </a:extLst>
          </p:cNvPr>
          <p:cNvSpPr/>
          <p:nvPr/>
        </p:nvSpPr>
        <p:spPr>
          <a:xfrm>
            <a:off x="4680609" y="4119906"/>
            <a:ext cx="1354999" cy="660498"/>
          </a:xfrm>
          <a:prstGeom prst="rect">
            <a:avLst/>
          </a:prstGeom>
          <a:solidFill>
            <a:srgbClr val="E9EFF7"/>
          </a:solidFill>
          <a:ln w="1905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rPr lang="en-GB" dirty="0">
                <a:solidFill>
                  <a:schemeClr val="tx1"/>
                </a:solidFill>
              </a:rPr>
              <a:t>Collect Required Parts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61814A6-2530-2556-DC31-39D023823DA7}"/>
              </a:ext>
            </a:extLst>
          </p:cNvPr>
          <p:cNvSpPr/>
          <p:nvPr/>
        </p:nvSpPr>
        <p:spPr>
          <a:xfrm>
            <a:off x="7954967" y="4119906"/>
            <a:ext cx="1354999" cy="660498"/>
          </a:xfrm>
          <a:prstGeom prst="rect">
            <a:avLst/>
          </a:prstGeom>
          <a:solidFill>
            <a:srgbClr val="E9EFF7"/>
          </a:solidFill>
          <a:ln w="1905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rPr dirty="0">
                <a:solidFill>
                  <a:schemeClr val="tx1"/>
                </a:solidFill>
              </a:rPr>
              <a:t>Perform Work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D4D8B61-EB00-301E-E3DB-99EDB872F666}"/>
              </a:ext>
            </a:extLst>
          </p:cNvPr>
          <p:cNvSpPr/>
          <p:nvPr/>
        </p:nvSpPr>
        <p:spPr>
          <a:xfrm>
            <a:off x="9592146" y="4119906"/>
            <a:ext cx="1354999" cy="660498"/>
          </a:xfrm>
          <a:prstGeom prst="rect">
            <a:avLst/>
          </a:prstGeom>
          <a:solidFill>
            <a:srgbClr val="E9EFF7"/>
          </a:solidFill>
          <a:ln w="1905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rPr dirty="0">
                <a:solidFill>
                  <a:schemeClr val="tx1"/>
                </a:solidFill>
              </a:rPr>
              <a:t>Fill Out Check Sheet</a:t>
            </a:r>
            <a:r>
              <a:rPr lang="en-GB" dirty="0">
                <a:solidFill>
                  <a:schemeClr val="tx1"/>
                </a:solidFill>
              </a:rPr>
              <a:t> &amp; Job Card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6DFB75C-C412-0060-43FE-474A670028DC}"/>
              </a:ext>
            </a:extLst>
          </p:cNvPr>
          <p:cNvSpPr/>
          <p:nvPr/>
        </p:nvSpPr>
        <p:spPr>
          <a:xfrm>
            <a:off x="6368583" y="5832540"/>
            <a:ext cx="1354999" cy="660498"/>
          </a:xfrm>
          <a:prstGeom prst="rect">
            <a:avLst/>
          </a:prstGeom>
          <a:solidFill>
            <a:srgbClr val="E9EFF7"/>
          </a:solidFill>
          <a:ln w="1905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rPr lang="en-GB" dirty="0">
                <a:solidFill>
                  <a:schemeClr val="tx1"/>
                </a:solidFill>
              </a:rPr>
              <a:t>Feedback to customer 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3AFCDAB-8196-ED59-F1C2-3655EAC1C371}"/>
              </a:ext>
            </a:extLst>
          </p:cNvPr>
          <p:cNvSpPr/>
          <p:nvPr/>
        </p:nvSpPr>
        <p:spPr>
          <a:xfrm>
            <a:off x="4649363" y="5832540"/>
            <a:ext cx="1464173" cy="660498"/>
          </a:xfrm>
          <a:prstGeom prst="rect">
            <a:avLst/>
          </a:prstGeom>
          <a:solidFill>
            <a:srgbClr val="E9EFF7"/>
          </a:solidFill>
          <a:ln w="1905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rPr dirty="0">
                <a:solidFill>
                  <a:schemeClr val="tx1"/>
                </a:solidFill>
              </a:rPr>
              <a:t>Explain </a:t>
            </a:r>
            <a:r>
              <a:rPr lang="en-GB" dirty="0">
                <a:solidFill>
                  <a:schemeClr val="tx1"/>
                </a:solidFill>
              </a:rPr>
              <a:t>work completed &amp; quote for additional work.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A27EC5-E381-5DEC-AB51-26841C1682B7}"/>
              </a:ext>
            </a:extLst>
          </p:cNvPr>
          <p:cNvSpPr/>
          <p:nvPr/>
        </p:nvSpPr>
        <p:spPr>
          <a:xfrm>
            <a:off x="3039317" y="5820701"/>
            <a:ext cx="1354999" cy="660498"/>
          </a:xfrm>
          <a:prstGeom prst="rect">
            <a:avLst/>
          </a:prstGeom>
          <a:solidFill>
            <a:srgbClr val="E9EFF7"/>
          </a:solidFill>
          <a:ln w="1905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rPr lang="en-GB" dirty="0">
                <a:solidFill>
                  <a:schemeClr val="tx1"/>
                </a:solidFill>
              </a:rPr>
              <a:t>Hand Keys to Workshop Controller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D219B01-4A3C-EFFF-C169-70A3C1C8CE32}"/>
              </a:ext>
            </a:extLst>
          </p:cNvPr>
          <p:cNvSpPr/>
          <p:nvPr/>
        </p:nvSpPr>
        <p:spPr>
          <a:xfrm>
            <a:off x="3971864" y="1221712"/>
            <a:ext cx="1354999" cy="660498"/>
          </a:xfrm>
          <a:prstGeom prst="rect">
            <a:avLst/>
          </a:prstGeom>
          <a:solidFill>
            <a:srgbClr val="E9EFF7"/>
          </a:solidFill>
          <a:ln w="1905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rPr lang="en-GB" dirty="0">
                <a:solidFill>
                  <a:schemeClr val="tx1"/>
                </a:solidFill>
              </a:rPr>
              <a:t>Demand Forecasting &amp; Orders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A81A220-FDF7-3E7A-2A25-C85C0F9FC7BF}"/>
              </a:ext>
            </a:extLst>
          </p:cNvPr>
          <p:cNvSpPr/>
          <p:nvPr/>
        </p:nvSpPr>
        <p:spPr>
          <a:xfrm>
            <a:off x="8832508" y="2143801"/>
            <a:ext cx="1354999" cy="660498"/>
          </a:xfrm>
          <a:prstGeom prst="rect">
            <a:avLst/>
          </a:prstGeom>
          <a:solidFill>
            <a:srgbClr val="E9EFF7"/>
          </a:solidFill>
          <a:ln w="1905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rPr lang="en-GB" dirty="0">
                <a:solidFill>
                  <a:schemeClr val="tx1"/>
                </a:solidFill>
              </a:rPr>
              <a:t>Issue Parts to 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>
                <a:solidFill>
                  <a:schemeClr val="tx1"/>
                </a:solidFill>
              </a:rPr>
              <a:t>Job card \ WIP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54CA765-5640-16FC-627E-B13102CB6FC8}"/>
              </a:ext>
            </a:extLst>
          </p:cNvPr>
          <p:cNvSpPr/>
          <p:nvPr/>
        </p:nvSpPr>
        <p:spPr>
          <a:xfrm>
            <a:off x="3574085" y="2143620"/>
            <a:ext cx="1354999" cy="660498"/>
          </a:xfrm>
          <a:prstGeom prst="rect">
            <a:avLst/>
          </a:prstGeom>
          <a:solidFill>
            <a:srgbClr val="E9EFF7"/>
          </a:solidFill>
          <a:ln w="1905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rPr lang="en-GB" dirty="0">
                <a:solidFill>
                  <a:schemeClr val="tx1"/>
                </a:solidFill>
              </a:rPr>
              <a:t>Interrupt Required Parts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BFD561C-653F-0250-F18D-A5A45C8FC4F6}"/>
              </a:ext>
            </a:extLst>
          </p:cNvPr>
          <p:cNvSpPr/>
          <p:nvPr/>
        </p:nvSpPr>
        <p:spPr>
          <a:xfrm>
            <a:off x="5228085" y="2134144"/>
            <a:ext cx="1354999" cy="660498"/>
          </a:xfrm>
          <a:prstGeom prst="rect">
            <a:avLst/>
          </a:prstGeom>
          <a:solidFill>
            <a:srgbClr val="E9EFF7"/>
          </a:solidFill>
          <a:ln w="1905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rPr lang="en-GB" dirty="0">
                <a:solidFill>
                  <a:schemeClr val="tx1"/>
                </a:solidFill>
              </a:rPr>
              <a:t>Confirm Parts for Repair &amp; Upsell Additional Items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395EA9A-3087-F253-E47A-9948BDC10E2D}"/>
              </a:ext>
            </a:extLst>
          </p:cNvPr>
          <p:cNvSpPr/>
          <p:nvPr/>
        </p:nvSpPr>
        <p:spPr>
          <a:xfrm>
            <a:off x="6882085" y="2135699"/>
            <a:ext cx="1354999" cy="660498"/>
          </a:xfrm>
          <a:prstGeom prst="rect">
            <a:avLst/>
          </a:prstGeom>
          <a:solidFill>
            <a:srgbClr val="E9EFF7"/>
          </a:solidFill>
          <a:ln w="1905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rPr lang="en-GB" dirty="0">
                <a:solidFill>
                  <a:schemeClr val="tx1"/>
                </a:solidFill>
              </a:rPr>
              <a:t>Are all parts in stock?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B1EDD4E-44A5-7E32-449C-4496B7457104}"/>
              </a:ext>
            </a:extLst>
          </p:cNvPr>
          <p:cNvSpPr txBox="1"/>
          <p:nvPr/>
        </p:nvSpPr>
        <p:spPr>
          <a:xfrm>
            <a:off x="8345437" y="2328446"/>
            <a:ext cx="3834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/>
              <a:t>Yes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F5B6D85-7302-D87F-ADC7-C4795E38162B}"/>
              </a:ext>
            </a:extLst>
          </p:cNvPr>
          <p:cNvSpPr txBox="1"/>
          <p:nvPr/>
        </p:nvSpPr>
        <p:spPr>
          <a:xfrm>
            <a:off x="7365282" y="2982100"/>
            <a:ext cx="3834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/>
              <a:t>No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60A6CA4-7890-5156-3A16-717D23CD446F}"/>
              </a:ext>
            </a:extLst>
          </p:cNvPr>
          <p:cNvCxnSpPr>
            <a:cxnSpLocks/>
            <a:stCxn id="31" idx="2"/>
            <a:endCxn id="33" idx="0"/>
          </p:cNvCxnSpPr>
          <p:nvPr/>
        </p:nvCxnSpPr>
        <p:spPr>
          <a:xfrm flipH="1">
            <a:off x="7557006" y="2796197"/>
            <a:ext cx="2579" cy="18590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FA7E823-6ED2-6A31-BD02-A6E1501B2F12}"/>
              </a:ext>
            </a:extLst>
          </p:cNvPr>
          <p:cNvCxnSpPr>
            <a:cxnSpLocks/>
            <a:stCxn id="33" idx="1"/>
          </p:cNvCxnSpPr>
          <p:nvPr/>
        </p:nvCxnSpPr>
        <p:spPr>
          <a:xfrm flipH="1">
            <a:off x="1431577" y="3089822"/>
            <a:ext cx="593370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B89B726-D72E-31CA-140B-D481432995D4}"/>
              </a:ext>
            </a:extLst>
          </p:cNvPr>
          <p:cNvCxnSpPr>
            <a:cxnSpLocks/>
          </p:cNvCxnSpPr>
          <p:nvPr/>
        </p:nvCxnSpPr>
        <p:spPr>
          <a:xfrm>
            <a:off x="1423957" y="1915589"/>
            <a:ext cx="7620" cy="1169984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2DF3A75-0CCB-43BF-BC4C-775262457390}"/>
              </a:ext>
            </a:extLst>
          </p:cNvPr>
          <p:cNvCxnSpPr>
            <a:cxnSpLocks/>
          </p:cNvCxnSpPr>
          <p:nvPr/>
        </p:nvCxnSpPr>
        <p:spPr>
          <a:xfrm>
            <a:off x="1431577" y="1925293"/>
            <a:ext cx="1935413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AC7147D-1FC1-ADB2-2117-6B858F6ECB5F}"/>
              </a:ext>
            </a:extLst>
          </p:cNvPr>
          <p:cNvCxnSpPr>
            <a:cxnSpLocks/>
          </p:cNvCxnSpPr>
          <p:nvPr/>
        </p:nvCxnSpPr>
        <p:spPr>
          <a:xfrm>
            <a:off x="3366990" y="1533191"/>
            <a:ext cx="0" cy="382398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C9F7F11-AC5E-917F-1B34-2A696B284D71}"/>
              </a:ext>
            </a:extLst>
          </p:cNvPr>
          <p:cNvCxnSpPr>
            <a:cxnSpLocks/>
            <a:stCxn id="7" idx="3"/>
            <a:endCxn id="27" idx="1"/>
          </p:cNvCxnSpPr>
          <p:nvPr/>
        </p:nvCxnSpPr>
        <p:spPr>
          <a:xfrm>
            <a:off x="2761250" y="1546843"/>
            <a:ext cx="1210614" cy="5118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F46E306-AE0F-EF12-7F51-4117689A1752}"/>
              </a:ext>
            </a:extLst>
          </p:cNvPr>
          <p:cNvCxnSpPr>
            <a:cxnSpLocks/>
            <a:stCxn id="28" idx="2"/>
          </p:cNvCxnSpPr>
          <p:nvPr/>
        </p:nvCxnSpPr>
        <p:spPr>
          <a:xfrm flipH="1">
            <a:off x="9507790" y="2804299"/>
            <a:ext cx="2218" cy="798225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70689E6-7852-3DAF-282C-777C29F1A3AC}"/>
              </a:ext>
            </a:extLst>
          </p:cNvPr>
          <p:cNvCxnSpPr>
            <a:cxnSpLocks/>
            <a:endCxn id="10" idx="3"/>
          </p:cNvCxnSpPr>
          <p:nvPr/>
        </p:nvCxnSpPr>
        <p:spPr>
          <a:xfrm flipH="1" flipV="1">
            <a:off x="2761250" y="3594422"/>
            <a:ext cx="6748757" cy="231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297EA9C0-58F3-5B01-D2CA-843A677F6C3D}"/>
              </a:ext>
            </a:extLst>
          </p:cNvPr>
          <p:cNvSpPr/>
          <p:nvPr/>
        </p:nvSpPr>
        <p:spPr>
          <a:xfrm>
            <a:off x="1406251" y="4119906"/>
            <a:ext cx="1354999" cy="660498"/>
          </a:xfrm>
          <a:prstGeom prst="rect">
            <a:avLst/>
          </a:prstGeom>
          <a:solidFill>
            <a:srgbClr val="E9EFF7"/>
          </a:solidFill>
          <a:ln w="1905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rPr lang="en-GB" dirty="0">
                <a:solidFill>
                  <a:schemeClr val="tx1"/>
                </a:solidFill>
              </a:rPr>
              <a:t>Move Vehicle to Workshop</a:t>
            </a:r>
            <a:endParaRPr dirty="0">
              <a:solidFill>
                <a:schemeClr val="tx1"/>
              </a:solidFill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F773E36-214E-AE01-3BE6-E6BB5084F8FA}"/>
              </a:ext>
            </a:extLst>
          </p:cNvPr>
          <p:cNvCxnSpPr>
            <a:cxnSpLocks/>
            <a:stCxn id="43" idx="0"/>
            <a:endCxn id="10" idx="2"/>
          </p:cNvCxnSpPr>
          <p:nvPr/>
        </p:nvCxnSpPr>
        <p:spPr>
          <a:xfrm flipH="1" flipV="1">
            <a:off x="2076563" y="3823022"/>
            <a:ext cx="7188" cy="2968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9699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73A50-1CD2-068C-FF4C-6D25C6C46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2F8B728-7EE3-B9FE-C83E-92C2A61BA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solidFill>
                  <a:srgbClr val="0B1F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ISZJ PMS Requests &amp; ITUK Response</a:t>
            </a:r>
            <a:endParaRPr lang="en-GB" sz="2800" dirty="0"/>
          </a:p>
        </p:txBody>
      </p:sp>
      <p:sp>
        <p:nvSpPr>
          <p:cNvPr id="112" name="Shape 5">
            <a:extLst>
              <a:ext uri="{FF2B5EF4-FFF2-40B4-BE49-F238E27FC236}">
                <a16:creationId xmlns:a16="http://schemas.microsoft.com/office/drawing/2014/main" id="{13565C87-1DED-1C26-7220-9B7AEE4A5FA0}"/>
              </a:ext>
            </a:extLst>
          </p:cNvPr>
          <p:cNvSpPr/>
          <p:nvPr/>
        </p:nvSpPr>
        <p:spPr>
          <a:xfrm>
            <a:off x="438913" y="1807023"/>
            <a:ext cx="3140226" cy="374201"/>
          </a:xfrm>
          <a:prstGeom prst="rect">
            <a:avLst/>
          </a:prstGeom>
          <a:solidFill>
            <a:srgbClr val="002664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400" dirty="0"/>
          </a:p>
        </p:txBody>
      </p:sp>
      <p:sp>
        <p:nvSpPr>
          <p:cNvPr id="114" name="Text 6">
            <a:extLst>
              <a:ext uri="{FF2B5EF4-FFF2-40B4-BE49-F238E27FC236}">
                <a16:creationId xmlns:a16="http://schemas.microsoft.com/office/drawing/2014/main" id="{45F1F271-A216-7CA6-6A67-740A0AD243E3}"/>
              </a:ext>
            </a:extLst>
          </p:cNvPr>
          <p:cNvSpPr/>
          <p:nvPr/>
        </p:nvSpPr>
        <p:spPr>
          <a:xfrm>
            <a:off x="524745" y="1859075"/>
            <a:ext cx="2972747" cy="2672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</a:t>
            </a:r>
            <a:endParaRPr lang="en-US" sz="1400" dirty="0"/>
          </a:p>
        </p:txBody>
      </p:sp>
      <p:sp>
        <p:nvSpPr>
          <p:cNvPr id="116" name="Shape 7">
            <a:extLst>
              <a:ext uri="{FF2B5EF4-FFF2-40B4-BE49-F238E27FC236}">
                <a16:creationId xmlns:a16="http://schemas.microsoft.com/office/drawing/2014/main" id="{532C1252-7108-F4FD-3AB6-7E20B63D4C97}"/>
              </a:ext>
            </a:extLst>
          </p:cNvPr>
          <p:cNvSpPr/>
          <p:nvPr/>
        </p:nvSpPr>
        <p:spPr>
          <a:xfrm>
            <a:off x="3182112" y="1807023"/>
            <a:ext cx="6236207" cy="374201"/>
          </a:xfrm>
          <a:prstGeom prst="rect">
            <a:avLst/>
          </a:prstGeom>
          <a:solidFill>
            <a:srgbClr val="002664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400" dirty="0"/>
          </a:p>
        </p:txBody>
      </p:sp>
      <p:sp>
        <p:nvSpPr>
          <p:cNvPr id="118" name="Text 8">
            <a:extLst>
              <a:ext uri="{FF2B5EF4-FFF2-40B4-BE49-F238E27FC236}">
                <a16:creationId xmlns:a16="http://schemas.microsoft.com/office/drawing/2014/main" id="{A2A8F2A4-06EF-30C1-63F5-87F1948E150C}"/>
              </a:ext>
            </a:extLst>
          </p:cNvPr>
          <p:cNvSpPr/>
          <p:nvPr/>
        </p:nvSpPr>
        <p:spPr>
          <a:xfrm>
            <a:off x="3261767" y="1859075"/>
            <a:ext cx="6065643" cy="2672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ITUK response</a:t>
            </a:r>
            <a:endParaRPr lang="en-US" sz="1400" dirty="0"/>
          </a:p>
        </p:txBody>
      </p:sp>
      <p:sp>
        <p:nvSpPr>
          <p:cNvPr id="120" name="Shape 9">
            <a:extLst>
              <a:ext uri="{FF2B5EF4-FFF2-40B4-BE49-F238E27FC236}">
                <a16:creationId xmlns:a16="http://schemas.microsoft.com/office/drawing/2014/main" id="{FEE358DA-328E-72E4-13EE-B52941C1CEAB}"/>
              </a:ext>
            </a:extLst>
          </p:cNvPr>
          <p:cNvSpPr/>
          <p:nvPr/>
        </p:nvSpPr>
        <p:spPr>
          <a:xfrm>
            <a:off x="9418320" y="1807023"/>
            <a:ext cx="2350008" cy="374201"/>
          </a:xfrm>
          <a:prstGeom prst="rect">
            <a:avLst/>
          </a:prstGeom>
          <a:solidFill>
            <a:srgbClr val="002664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400" dirty="0"/>
          </a:p>
        </p:txBody>
      </p:sp>
      <p:sp>
        <p:nvSpPr>
          <p:cNvPr id="122" name="Text 10">
            <a:extLst>
              <a:ext uri="{FF2B5EF4-FFF2-40B4-BE49-F238E27FC236}">
                <a16:creationId xmlns:a16="http://schemas.microsoft.com/office/drawing/2014/main" id="{E3176BAE-54A4-6E8E-73DA-DA042564EC1B}"/>
              </a:ext>
            </a:extLst>
          </p:cNvPr>
          <p:cNvSpPr/>
          <p:nvPr/>
        </p:nvSpPr>
        <p:spPr>
          <a:xfrm>
            <a:off x="9457962" y="1859075"/>
            <a:ext cx="2228717" cy="2672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400" dirty="0"/>
          </a:p>
        </p:txBody>
      </p:sp>
      <p:sp>
        <p:nvSpPr>
          <p:cNvPr id="124" name="Shape 11">
            <a:extLst>
              <a:ext uri="{FF2B5EF4-FFF2-40B4-BE49-F238E27FC236}">
                <a16:creationId xmlns:a16="http://schemas.microsoft.com/office/drawing/2014/main" id="{220BE9E1-9377-A0CB-F415-E78C515D8D55}"/>
              </a:ext>
            </a:extLst>
          </p:cNvPr>
          <p:cNvSpPr/>
          <p:nvPr/>
        </p:nvSpPr>
        <p:spPr>
          <a:xfrm>
            <a:off x="438913" y="2197167"/>
            <a:ext cx="3140226" cy="605849"/>
          </a:xfrm>
          <a:prstGeom prst="rect">
            <a:avLst/>
          </a:prstGeom>
          <a:solidFill>
            <a:srgbClr val="E8ECF3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200" dirty="0"/>
          </a:p>
        </p:txBody>
      </p:sp>
      <p:sp>
        <p:nvSpPr>
          <p:cNvPr id="126" name="Text 12">
            <a:extLst>
              <a:ext uri="{FF2B5EF4-FFF2-40B4-BE49-F238E27FC236}">
                <a16:creationId xmlns:a16="http://schemas.microsoft.com/office/drawing/2014/main" id="{2ED546CC-6027-A469-381C-2E69F7F87A7A}"/>
              </a:ext>
            </a:extLst>
          </p:cNvPr>
          <p:cNvSpPr/>
          <p:nvPr/>
        </p:nvSpPr>
        <p:spPr>
          <a:xfrm>
            <a:off x="524745" y="2249219"/>
            <a:ext cx="2972747" cy="4989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latin typeface="Aptos" pitchFamily="34" charset="0"/>
                <a:ea typeface="Aptos" pitchFamily="34" charset="-122"/>
                <a:cs typeface="Aptos" pitchFamily="34" charset="-120"/>
              </a:rPr>
              <a:t>Target volume scenario</a:t>
            </a:r>
            <a:endParaRPr lang="en-US" sz="1200" dirty="0"/>
          </a:p>
        </p:txBody>
      </p:sp>
      <p:sp>
        <p:nvSpPr>
          <p:cNvPr id="128" name="Shape 13">
            <a:extLst>
              <a:ext uri="{FF2B5EF4-FFF2-40B4-BE49-F238E27FC236}">
                <a16:creationId xmlns:a16="http://schemas.microsoft.com/office/drawing/2014/main" id="{417E6382-2846-E4A6-3A83-98CF2253C04E}"/>
              </a:ext>
            </a:extLst>
          </p:cNvPr>
          <p:cNvSpPr/>
          <p:nvPr/>
        </p:nvSpPr>
        <p:spPr>
          <a:xfrm>
            <a:off x="3182112" y="2197167"/>
            <a:ext cx="6236207" cy="605849"/>
          </a:xfrm>
          <a:prstGeom prst="rect">
            <a:avLst/>
          </a:prstGeom>
          <a:solidFill>
            <a:srgbClr val="E8ECF3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200" dirty="0"/>
          </a:p>
        </p:txBody>
      </p:sp>
      <p:sp>
        <p:nvSpPr>
          <p:cNvPr id="130" name="Text 14">
            <a:extLst>
              <a:ext uri="{FF2B5EF4-FFF2-40B4-BE49-F238E27FC236}">
                <a16:creationId xmlns:a16="http://schemas.microsoft.com/office/drawing/2014/main" id="{0DCD6CE5-A78F-82EE-6A22-A639D7493535}"/>
              </a:ext>
            </a:extLst>
          </p:cNvPr>
          <p:cNvSpPr/>
          <p:nvPr/>
        </p:nvSpPr>
        <p:spPr>
          <a:xfrm>
            <a:off x="3261767" y="2249219"/>
            <a:ext cx="6065643" cy="4989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latin typeface="Aptos" pitchFamily="34" charset="0"/>
                <a:ea typeface="Aptos" pitchFamily="34" charset="-122"/>
                <a:cs typeface="Aptos" pitchFamily="34" charset="-120"/>
              </a:rPr>
              <a:t>Use practical 2025 ITUK Parts Sales + UIO data for targeting.</a:t>
            </a:r>
            <a:endParaRPr lang="en-US" sz="1200" dirty="0"/>
          </a:p>
        </p:txBody>
      </p:sp>
      <p:sp>
        <p:nvSpPr>
          <p:cNvPr id="132" name="Shape 15">
            <a:extLst>
              <a:ext uri="{FF2B5EF4-FFF2-40B4-BE49-F238E27FC236}">
                <a16:creationId xmlns:a16="http://schemas.microsoft.com/office/drawing/2014/main" id="{33C86F72-6B07-CEB8-7DD5-12A16DB74322}"/>
              </a:ext>
            </a:extLst>
          </p:cNvPr>
          <p:cNvSpPr/>
          <p:nvPr/>
        </p:nvSpPr>
        <p:spPr>
          <a:xfrm>
            <a:off x="9418320" y="2197167"/>
            <a:ext cx="2350008" cy="605849"/>
          </a:xfrm>
          <a:prstGeom prst="rect">
            <a:avLst/>
          </a:prstGeom>
          <a:solidFill>
            <a:srgbClr val="E8ECF3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200" dirty="0"/>
          </a:p>
        </p:txBody>
      </p:sp>
      <p:sp>
        <p:nvSpPr>
          <p:cNvPr id="134" name="Text 16">
            <a:extLst>
              <a:ext uri="{FF2B5EF4-FFF2-40B4-BE49-F238E27FC236}">
                <a16:creationId xmlns:a16="http://schemas.microsoft.com/office/drawing/2014/main" id="{C0401923-D3D6-060F-63EE-6B87486538A4}"/>
              </a:ext>
            </a:extLst>
          </p:cNvPr>
          <p:cNvSpPr/>
          <p:nvPr/>
        </p:nvSpPr>
        <p:spPr>
          <a:xfrm>
            <a:off x="9457962" y="2249219"/>
            <a:ext cx="2228717" cy="4989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latin typeface="Aptos" pitchFamily="34" charset="0"/>
                <a:ea typeface="Aptos" pitchFamily="34" charset="-122"/>
                <a:cs typeface="Aptos" pitchFamily="34" charset="-120"/>
              </a:rPr>
              <a:t>Baseline Coverage model</a:t>
            </a:r>
            <a:endParaRPr lang="en-US" sz="1200" dirty="0"/>
          </a:p>
        </p:txBody>
      </p:sp>
      <p:sp>
        <p:nvSpPr>
          <p:cNvPr id="136" name="Shape 17">
            <a:extLst>
              <a:ext uri="{FF2B5EF4-FFF2-40B4-BE49-F238E27FC236}">
                <a16:creationId xmlns:a16="http://schemas.microsoft.com/office/drawing/2014/main" id="{C13BFC91-32AA-84C4-1CE3-B0158461B2F5}"/>
              </a:ext>
            </a:extLst>
          </p:cNvPr>
          <p:cNvSpPr/>
          <p:nvPr/>
        </p:nvSpPr>
        <p:spPr>
          <a:xfrm>
            <a:off x="438913" y="2818959"/>
            <a:ext cx="3140226" cy="605849"/>
          </a:xfrm>
          <a:prstGeom prst="rect">
            <a:avLst/>
          </a:prstGeom>
          <a:solidFill>
            <a:srgbClr val="F3F5F6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200" dirty="0"/>
          </a:p>
        </p:txBody>
      </p:sp>
      <p:sp>
        <p:nvSpPr>
          <p:cNvPr id="138" name="Text 18">
            <a:extLst>
              <a:ext uri="{FF2B5EF4-FFF2-40B4-BE49-F238E27FC236}">
                <a16:creationId xmlns:a16="http://schemas.microsoft.com/office/drawing/2014/main" id="{FD86E5E8-9B6A-81B1-5D00-090BBD29B72A}"/>
              </a:ext>
            </a:extLst>
          </p:cNvPr>
          <p:cNvSpPr/>
          <p:nvPr/>
        </p:nvSpPr>
        <p:spPr>
          <a:xfrm>
            <a:off x="524745" y="2871011"/>
            <a:ext cx="2972747" cy="4989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latin typeface="Aptos" pitchFamily="34" charset="0"/>
                <a:ea typeface="Aptos" pitchFamily="34" charset="-122"/>
                <a:cs typeface="Aptos" pitchFamily="34" charset="-120"/>
              </a:rPr>
              <a:t>Finalise promotion programme for Oct launch</a:t>
            </a:r>
            <a:endParaRPr lang="en-US" sz="1200" dirty="0"/>
          </a:p>
        </p:txBody>
      </p:sp>
      <p:sp>
        <p:nvSpPr>
          <p:cNvPr id="140" name="Shape 19">
            <a:extLst>
              <a:ext uri="{FF2B5EF4-FFF2-40B4-BE49-F238E27FC236}">
                <a16:creationId xmlns:a16="http://schemas.microsoft.com/office/drawing/2014/main" id="{15754BD6-EE2F-9A7D-5259-785B5B57C973}"/>
              </a:ext>
            </a:extLst>
          </p:cNvPr>
          <p:cNvSpPr/>
          <p:nvPr/>
        </p:nvSpPr>
        <p:spPr>
          <a:xfrm>
            <a:off x="3182112" y="2818959"/>
            <a:ext cx="6236207" cy="605849"/>
          </a:xfrm>
          <a:prstGeom prst="rect">
            <a:avLst/>
          </a:prstGeom>
          <a:solidFill>
            <a:srgbClr val="F3F5F6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200" dirty="0"/>
          </a:p>
        </p:txBody>
      </p:sp>
      <p:sp>
        <p:nvSpPr>
          <p:cNvPr id="142" name="Text 20">
            <a:extLst>
              <a:ext uri="{FF2B5EF4-FFF2-40B4-BE49-F238E27FC236}">
                <a16:creationId xmlns:a16="http://schemas.microsoft.com/office/drawing/2014/main" id="{F998B830-41C6-0E6E-939D-96659B19EA41}"/>
              </a:ext>
            </a:extLst>
          </p:cNvPr>
          <p:cNvSpPr/>
          <p:nvPr/>
        </p:nvSpPr>
        <p:spPr>
          <a:xfrm>
            <a:off x="3261767" y="2871011"/>
            <a:ext cx="6065643" cy="4989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latin typeface="Aptos" pitchFamily="34" charset="0"/>
                <a:ea typeface="Aptos" pitchFamily="34" charset="-122"/>
                <a:cs typeface="Aptos" pitchFamily="34" charset="-120"/>
              </a:rPr>
              <a:t>Phase 1 N75 campaign with dealer baseline, one-page guide (Bulletin) and monthly league table.</a:t>
            </a:r>
            <a:endParaRPr lang="en-US" sz="1200" dirty="0"/>
          </a:p>
        </p:txBody>
      </p:sp>
      <p:sp>
        <p:nvSpPr>
          <p:cNvPr id="144" name="Shape 21">
            <a:extLst>
              <a:ext uri="{FF2B5EF4-FFF2-40B4-BE49-F238E27FC236}">
                <a16:creationId xmlns:a16="http://schemas.microsoft.com/office/drawing/2014/main" id="{159C39FC-F28D-A441-0156-76218CAC205A}"/>
              </a:ext>
            </a:extLst>
          </p:cNvPr>
          <p:cNvSpPr/>
          <p:nvPr/>
        </p:nvSpPr>
        <p:spPr>
          <a:xfrm>
            <a:off x="9418320" y="2818959"/>
            <a:ext cx="2350008" cy="605849"/>
          </a:xfrm>
          <a:prstGeom prst="rect">
            <a:avLst/>
          </a:prstGeom>
          <a:solidFill>
            <a:srgbClr val="F3F5F6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200" dirty="0"/>
          </a:p>
        </p:txBody>
      </p:sp>
      <p:sp>
        <p:nvSpPr>
          <p:cNvPr id="146" name="Text 22">
            <a:extLst>
              <a:ext uri="{FF2B5EF4-FFF2-40B4-BE49-F238E27FC236}">
                <a16:creationId xmlns:a16="http://schemas.microsoft.com/office/drawing/2014/main" id="{530DC79A-6C57-8C60-6D79-88C9CCF5683D}"/>
              </a:ext>
            </a:extLst>
          </p:cNvPr>
          <p:cNvSpPr/>
          <p:nvPr/>
        </p:nvSpPr>
        <p:spPr>
          <a:xfrm>
            <a:off x="9457962" y="2871011"/>
            <a:ext cx="2228717" cy="4989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latin typeface="Aptos" pitchFamily="34" charset="0"/>
                <a:ea typeface="Aptos" pitchFamily="34" charset="-122"/>
                <a:cs typeface="Aptos" pitchFamily="34" charset="-120"/>
              </a:rPr>
              <a:t>Implementation plan</a:t>
            </a:r>
            <a:endParaRPr lang="en-US" sz="1200" dirty="0"/>
          </a:p>
        </p:txBody>
      </p:sp>
      <p:sp>
        <p:nvSpPr>
          <p:cNvPr id="148" name="Shape 23">
            <a:extLst>
              <a:ext uri="{FF2B5EF4-FFF2-40B4-BE49-F238E27FC236}">
                <a16:creationId xmlns:a16="http://schemas.microsoft.com/office/drawing/2014/main" id="{210A98ED-2963-9228-6237-971BACB91209}"/>
              </a:ext>
            </a:extLst>
          </p:cNvPr>
          <p:cNvSpPr/>
          <p:nvPr/>
        </p:nvSpPr>
        <p:spPr>
          <a:xfrm>
            <a:off x="438913" y="3443097"/>
            <a:ext cx="3140226" cy="694944"/>
          </a:xfrm>
          <a:prstGeom prst="rect">
            <a:avLst/>
          </a:prstGeom>
          <a:solidFill>
            <a:srgbClr val="E8ECF3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200" dirty="0"/>
          </a:p>
        </p:txBody>
      </p:sp>
      <p:sp>
        <p:nvSpPr>
          <p:cNvPr id="150" name="Text 24">
            <a:extLst>
              <a:ext uri="{FF2B5EF4-FFF2-40B4-BE49-F238E27FC236}">
                <a16:creationId xmlns:a16="http://schemas.microsoft.com/office/drawing/2014/main" id="{1C6835DE-9187-904F-783C-87A7299CFFB4}"/>
              </a:ext>
            </a:extLst>
          </p:cNvPr>
          <p:cNvSpPr/>
          <p:nvPr/>
        </p:nvSpPr>
        <p:spPr>
          <a:xfrm>
            <a:off x="524745" y="3495147"/>
            <a:ext cx="2972747" cy="588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latin typeface="Aptos" pitchFamily="34" charset="0"/>
                <a:ea typeface="Aptos" pitchFamily="34" charset="-122"/>
                <a:cs typeface="Aptos" pitchFamily="34" charset="-120"/>
              </a:rPr>
              <a:t>Review parts list / BVP / low demand</a:t>
            </a:r>
            <a:endParaRPr lang="en-US" sz="1200" dirty="0"/>
          </a:p>
        </p:txBody>
      </p:sp>
      <p:sp>
        <p:nvSpPr>
          <p:cNvPr id="152" name="Shape 25">
            <a:extLst>
              <a:ext uri="{FF2B5EF4-FFF2-40B4-BE49-F238E27FC236}">
                <a16:creationId xmlns:a16="http://schemas.microsoft.com/office/drawing/2014/main" id="{D8BB71B6-2F20-1775-FE37-5BB92363A2DB}"/>
              </a:ext>
            </a:extLst>
          </p:cNvPr>
          <p:cNvSpPr/>
          <p:nvPr/>
        </p:nvSpPr>
        <p:spPr>
          <a:xfrm>
            <a:off x="3182112" y="3443097"/>
            <a:ext cx="6236207" cy="694944"/>
          </a:xfrm>
          <a:prstGeom prst="rect">
            <a:avLst/>
          </a:prstGeom>
          <a:solidFill>
            <a:srgbClr val="E8ECF3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200" dirty="0"/>
          </a:p>
        </p:txBody>
      </p:sp>
      <p:sp>
        <p:nvSpPr>
          <p:cNvPr id="154" name="Text 26">
            <a:extLst>
              <a:ext uri="{FF2B5EF4-FFF2-40B4-BE49-F238E27FC236}">
                <a16:creationId xmlns:a16="http://schemas.microsoft.com/office/drawing/2014/main" id="{1558EC7D-ADE7-69FE-41B6-B1045FAF648F}"/>
              </a:ext>
            </a:extLst>
          </p:cNvPr>
          <p:cNvSpPr/>
          <p:nvPr/>
        </p:nvSpPr>
        <p:spPr>
          <a:xfrm>
            <a:off x="3261767" y="3495147"/>
            <a:ext cx="6065643" cy="588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latin typeface="Aptos" pitchFamily="34" charset="0"/>
                <a:ea typeface="Aptos" pitchFamily="34" charset="-122"/>
                <a:cs typeface="Aptos" pitchFamily="34" charset="-120"/>
              </a:rPr>
              <a:t>Resolve 1876102860, 5876102500, 8983104491, 8983752250 and EU R90 brake pad action.</a:t>
            </a:r>
            <a:endParaRPr lang="en-US" sz="1200" dirty="0"/>
          </a:p>
        </p:txBody>
      </p:sp>
      <p:sp>
        <p:nvSpPr>
          <p:cNvPr id="156" name="Shape 27">
            <a:extLst>
              <a:ext uri="{FF2B5EF4-FFF2-40B4-BE49-F238E27FC236}">
                <a16:creationId xmlns:a16="http://schemas.microsoft.com/office/drawing/2014/main" id="{8F094E5E-A878-286B-C9A3-649CB0CC9D6D}"/>
              </a:ext>
            </a:extLst>
          </p:cNvPr>
          <p:cNvSpPr/>
          <p:nvPr/>
        </p:nvSpPr>
        <p:spPr>
          <a:xfrm>
            <a:off x="9418320" y="3443097"/>
            <a:ext cx="2350008" cy="694944"/>
          </a:xfrm>
          <a:prstGeom prst="rect">
            <a:avLst/>
          </a:prstGeom>
          <a:solidFill>
            <a:srgbClr val="E8ECF3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200" dirty="0"/>
          </a:p>
        </p:txBody>
      </p:sp>
      <p:sp>
        <p:nvSpPr>
          <p:cNvPr id="158" name="Text 28">
            <a:extLst>
              <a:ext uri="{FF2B5EF4-FFF2-40B4-BE49-F238E27FC236}">
                <a16:creationId xmlns:a16="http://schemas.microsoft.com/office/drawing/2014/main" id="{7D230008-5EAD-CD8C-57F2-6B9897A00A55}"/>
              </a:ext>
            </a:extLst>
          </p:cNvPr>
          <p:cNvSpPr/>
          <p:nvPr/>
        </p:nvSpPr>
        <p:spPr>
          <a:xfrm>
            <a:off x="9457962" y="3495147"/>
            <a:ext cx="2228717" cy="588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latin typeface="Aptos" pitchFamily="34" charset="0"/>
                <a:ea typeface="Aptos" pitchFamily="34" charset="-122"/>
                <a:cs typeface="Aptos" pitchFamily="34" charset="-120"/>
              </a:rPr>
              <a:t>BVP action list</a:t>
            </a:r>
            <a:endParaRPr lang="en-US" sz="1200" dirty="0"/>
          </a:p>
        </p:txBody>
      </p:sp>
      <p:sp>
        <p:nvSpPr>
          <p:cNvPr id="160" name="Shape 29">
            <a:extLst>
              <a:ext uri="{FF2B5EF4-FFF2-40B4-BE49-F238E27FC236}">
                <a16:creationId xmlns:a16="http://schemas.microsoft.com/office/drawing/2014/main" id="{7325077F-5B29-49B5-D61F-8BF050BD66BD}"/>
              </a:ext>
            </a:extLst>
          </p:cNvPr>
          <p:cNvSpPr/>
          <p:nvPr/>
        </p:nvSpPr>
        <p:spPr>
          <a:xfrm>
            <a:off x="438913" y="4156329"/>
            <a:ext cx="3140226" cy="694944"/>
          </a:xfrm>
          <a:prstGeom prst="rect">
            <a:avLst/>
          </a:prstGeom>
          <a:solidFill>
            <a:srgbClr val="F3F5F6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200" dirty="0"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1200" dirty="0">
                <a:latin typeface="Aptos" pitchFamily="34" charset="0"/>
                <a:ea typeface="Aptos" pitchFamily="34" charset="-122"/>
                <a:cs typeface="Aptos" pitchFamily="34" charset="-120"/>
              </a:rPr>
              <a:t>Use connected / odometer linkage</a:t>
            </a:r>
            <a:endParaRPr lang="en-US" sz="1200" dirty="0"/>
          </a:p>
        </p:txBody>
      </p:sp>
      <p:sp>
        <p:nvSpPr>
          <p:cNvPr id="162" name="Text 30">
            <a:extLst>
              <a:ext uri="{FF2B5EF4-FFF2-40B4-BE49-F238E27FC236}">
                <a16:creationId xmlns:a16="http://schemas.microsoft.com/office/drawing/2014/main" id="{4D019EBF-884D-7462-BF77-A85798BEA802}"/>
              </a:ext>
            </a:extLst>
          </p:cNvPr>
          <p:cNvSpPr/>
          <p:nvPr/>
        </p:nvSpPr>
        <p:spPr>
          <a:xfrm>
            <a:off x="524745" y="4208379"/>
            <a:ext cx="2972747" cy="588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64" name="Shape 31">
            <a:extLst>
              <a:ext uri="{FF2B5EF4-FFF2-40B4-BE49-F238E27FC236}">
                <a16:creationId xmlns:a16="http://schemas.microsoft.com/office/drawing/2014/main" id="{7561446B-D5AA-93DA-EAE7-9F8A72F783DE}"/>
              </a:ext>
            </a:extLst>
          </p:cNvPr>
          <p:cNvSpPr/>
          <p:nvPr/>
        </p:nvSpPr>
        <p:spPr>
          <a:xfrm>
            <a:off x="3182112" y="4156329"/>
            <a:ext cx="6236207" cy="694944"/>
          </a:xfrm>
          <a:prstGeom prst="rect">
            <a:avLst/>
          </a:prstGeom>
          <a:solidFill>
            <a:srgbClr val="F3F5F6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200" dirty="0"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1200" dirty="0">
                <a:latin typeface="Aptos" pitchFamily="34" charset="0"/>
                <a:ea typeface="Aptos" pitchFamily="34" charset="-122"/>
                <a:cs typeface="Aptos" pitchFamily="34" charset="-120"/>
              </a:rPr>
              <a:t>Odometer + geofence + history creates due-work trigger and S1-S4 classification.</a:t>
            </a:r>
            <a:endParaRPr lang="en-US" sz="1200" dirty="0"/>
          </a:p>
        </p:txBody>
      </p:sp>
      <p:sp>
        <p:nvSpPr>
          <p:cNvPr id="166" name="Text 32">
            <a:extLst>
              <a:ext uri="{FF2B5EF4-FFF2-40B4-BE49-F238E27FC236}">
                <a16:creationId xmlns:a16="http://schemas.microsoft.com/office/drawing/2014/main" id="{216E4085-9997-5123-F2A1-6AEE0CF6EE6A}"/>
              </a:ext>
            </a:extLst>
          </p:cNvPr>
          <p:cNvSpPr/>
          <p:nvPr/>
        </p:nvSpPr>
        <p:spPr>
          <a:xfrm>
            <a:off x="3261767" y="4208379"/>
            <a:ext cx="6065643" cy="588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68" name="Shape 33">
            <a:extLst>
              <a:ext uri="{FF2B5EF4-FFF2-40B4-BE49-F238E27FC236}">
                <a16:creationId xmlns:a16="http://schemas.microsoft.com/office/drawing/2014/main" id="{5BC608CA-6E39-C502-5F96-043117F9DA66}"/>
              </a:ext>
            </a:extLst>
          </p:cNvPr>
          <p:cNvSpPr/>
          <p:nvPr/>
        </p:nvSpPr>
        <p:spPr>
          <a:xfrm>
            <a:off x="9418320" y="4156329"/>
            <a:ext cx="2350008" cy="694944"/>
          </a:xfrm>
          <a:prstGeom prst="rect">
            <a:avLst/>
          </a:prstGeom>
          <a:solidFill>
            <a:srgbClr val="F3F5F6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200" dirty="0"/>
          </a:p>
        </p:txBody>
      </p:sp>
      <p:sp>
        <p:nvSpPr>
          <p:cNvPr id="170" name="Text 34">
            <a:extLst>
              <a:ext uri="{FF2B5EF4-FFF2-40B4-BE49-F238E27FC236}">
                <a16:creationId xmlns:a16="http://schemas.microsoft.com/office/drawing/2014/main" id="{1CE3D664-A91E-9B0D-A7DE-6FD03BCC432A}"/>
              </a:ext>
            </a:extLst>
          </p:cNvPr>
          <p:cNvSpPr/>
          <p:nvPr/>
        </p:nvSpPr>
        <p:spPr>
          <a:xfrm>
            <a:off x="9457962" y="4208379"/>
            <a:ext cx="2228717" cy="588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00" dirty="0">
                <a:latin typeface="Aptos" pitchFamily="34" charset="0"/>
                <a:ea typeface="Aptos" pitchFamily="34" charset="-122"/>
                <a:cs typeface="Aptos" pitchFamily="34" charset="-120"/>
              </a:rPr>
              <a:t>Future Connected workflow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89587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A2226-83AE-A1F9-5168-D3CC33535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C07B0A6-A365-2277-D9E9-4C7D28D63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>
                <a:solidFill>
                  <a:srgbClr val="0B1F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Promotion Parts List – BVP Queries</a:t>
            </a:r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DEC461D7-9D1B-195D-FEB8-B40AE30D6D9B}"/>
              </a:ext>
            </a:extLst>
          </p:cNvPr>
          <p:cNvSpPr/>
          <p:nvPr/>
        </p:nvSpPr>
        <p:spPr>
          <a:xfrm>
            <a:off x="640080" y="2066544"/>
            <a:ext cx="2011680" cy="384048"/>
          </a:xfrm>
          <a:prstGeom prst="rect">
            <a:avLst/>
          </a:prstGeom>
          <a:solidFill>
            <a:srgbClr val="002664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0221EDC-DE1D-737F-9731-A5FC0F275977}"/>
              </a:ext>
            </a:extLst>
          </p:cNvPr>
          <p:cNvSpPr/>
          <p:nvPr/>
        </p:nvSpPr>
        <p:spPr>
          <a:xfrm>
            <a:off x="713232" y="2121408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Item</a:t>
            </a:r>
            <a:endParaRPr lang="en-US" sz="1200" dirty="0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FB20EF25-53B6-6A13-52D8-DB78E269B051}"/>
              </a:ext>
            </a:extLst>
          </p:cNvPr>
          <p:cNvSpPr/>
          <p:nvPr/>
        </p:nvSpPr>
        <p:spPr>
          <a:xfrm>
            <a:off x="2651760" y="2066544"/>
            <a:ext cx="3200400" cy="384048"/>
          </a:xfrm>
          <a:prstGeom prst="rect">
            <a:avLst/>
          </a:prstGeom>
          <a:solidFill>
            <a:srgbClr val="002664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200" dirty="0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0A07433F-A6A7-C70F-54D8-A50CFF8A6DDE}"/>
              </a:ext>
            </a:extLst>
          </p:cNvPr>
          <p:cNvSpPr/>
          <p:nvPr/>
        </p:nvSpPr>
        <p:spPr>
          <a:xfrm>
            <a:off x="2724912" y="2121408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</a:t>
            </a:r>
            <a:endParaRPr lang="en-US" sz="1200" dirty="0"/>
          </a:p>
        </p:txBody>
      </p:sp>
      <p:sp>
        <p:nvSpPr>
          <p:cNvPr id="21" name="Shape 10">
            <a:extLst>
              <a:ext uri="{FF2B5EF4-FFF2-40B4-BE49-F238E27FC236}">
                <a16:creationId xmlns:a16="http://schemas.microsoft.com/office/drawing/2014/main" id="{F69718A3-EE9C-2512-C487-FE6099871B20}"/>
              </a:ext>
            </a:extLst>
          </p:cNvPr>
          <p:cNvSpPr/>
          <p:nvPr/>
        </p:nvSpPr>
        <p:spPr>
          <a:xfrm>
            <a:off x="5852160" y="2066544"/>
            <a:ext cx="5669280" cy="384048"/>
          </a:xfrm>
          <a:prstGeom prst="rect">
            <a:avLst/>
          </a:prstGeom>
          <a:solidFill>
            <a:srgbClr val="002664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20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EAAC5FCF-EA8A-099A-56DB-C55A1E28332E}"/>
              </a:ext>
            </a:extLst>
          </p:cNvPr>
          <p:cNvSpPr/>
          <p:nvPr/>
        </p:nvSpPr>
        <p:spPr>
          <a:xfrm>
            <a:off x="5925312" y="2121408"/>
            <a:ext cx="5522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ITUK action</a:t>
            </a:r>
            <a:endParaRPr lang="en-US" sz="12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EF06D333-AB9C-C350-4D3B-C46A4DCEA294}"/>
              </a:ext>
            </a:extLst>
          </p:cNvPr>
          <p:cNvSpPr/>
          <p:nvPr/>
        </p:nvSpPr>
        <p:spPr>
          <a:xfrm>
            <a:off x="640080" y="2450592"/>
            <a:ext cx="2011680" cy="658368"/>
          </a:xfrm>
          <a:prstGeom prst="rect">
            <a:avLst/>
          </a:prstGeom>
          <a:solidFill>
            <a:srgbClr val="E8ECF3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E6F43F20-D6CF-435C-F5C8-6F79DC6DB868}"/>
              </a:ext>
            </a:extLst>
          </p:cNvPr>
          <p:cNvSpPr/>
          <p:nvPr/>
        </p:nvSpPr>
        <p:spPr>
          <a:xfrm>
            <a:off x="713232" y="2505456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442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1876102860</a:t>
            </a:r>
            <a:endParaRPr lang="en-US" sz="1200" dirty="0"/>
          </a:p>
        </p:txBody>
      </p:sp>
      <p:sp>
        <p:nvSpPr>
          <p:cNvPr id="37" name="Shape 14">
            <a:extLst>
              <a:ext uri="{FF2B5EF4-FFF2-40B4-BE49-F238E27FC236}">
                <a16:creationId xmlns:a16="http://schemas.microsoft.com/office/drawing/2014/main" id="{042B06D6-68C5-B7FB-03D8-9B0A4B32207A}"/>
              </a:ext>
            </a:extLst>
          </p:cNvPr>
          <p:cNvSpPr/>
          <p:nvPr/>
        </p:nvSpPr>
        <p:spPr>
          <a:xfrm>
            <a:off x="2651760" y="2450592"/>
            <a:ext cx="3200400" cy="658368"/>
          </a:xfrm>
          <a:prstGeom prst="rect">
            <a:avLst/>
          </a:prstGeom>
          <a:solidFill>
            <a:srgbClr val="E8ECF3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41" name="Text 15">
            <a:extLst>
              <a:ext uri="{FF2B5EF4-FFF2-40B4-BE49-F238E27FC236}">
                <a16:creationId xmlns:a16="http://schemas.microsoft.com/office/drawing/2014/main" id="{72082056-8FD0-C2F5-B8F0-4492A7A5141F}"/>
              </a:ext>
            </a:extLst>
          </p:cNvPr>
          <p:cNvSpPr/>
          <p:nvPr/>
        </p:nvSpPr>
        <p:spPr>
          <a:xfrm>
            <a:off x="2724912" y="2505456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442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BVP fuel filter: zero ITUK Parts Sales 2025</a:t>
            </a:r>
            <a:endParaRPr lang="en-US" sz="1200" dirty="0"/>
          </a:p>
        </p:txBody>
      </p:sp>
      <p:sp>
        <p:nvSpPr>
          <p:cNvPr id="45" name="Shape 16">
            <a:extLst>
              <a:ext uri="{FF2B5EF4-FFF2-40B4-BE49-F238E27FC236}">
                <a16:creationId xmlns:a16="http://schemas.microsoft.com/office/drawing/2014/main" id="{E6D96C26-519E-EBB0-AFFD-50C7A5AADB85}"/>
              </a:ext>
            </a:extLst>
          </p:cNvPr>
          <p:cNvSpPr/>
          <p:nvPr/>
        </p:nvSpPr>
        <p:spPr>
          <a:xfrm>
            <a:off x="5852160" y="2450592"/>
            <a:ext cx="5669280" cy="658368"/>
          </a:xfrm>
          <a:prstGeom prst="rect">
            <a:avLst/>
          </a:prstGeom>
          <a:solidFill>
            <a:srgbClr val="E8ECF3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49" name="Text 17">
            <a:extLst>
              <a:ext uri="{FF2B5EF4-FFF2-40B4-BE49-F238E27FC236}">
                <a16:creationId xmlns:a16="http://schemas.microsoft.com/office/drawing/2014/main" id="{EFFA8950-378E-0B97-AF3E-4422F4ACA6BA}"/>
              </a:ext>
            </a:extLst>
          </p:cNvPr>
          <p:cNvSpPr/>
          <p:nvPr/>
        </p:nvSpPr>
        <p:spPr>
          <a:xfrm>
            <a:off x="5925312" y="2505456"/>
            <a:ext cx="5522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442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BVP alternative 8975425400</a:t>
            </a:r>
            <a:endParaRPr lang="en-US" sz="1200" dirty="0"/>
          </a:p>
        </p:txBody>
      </p:sp>
      <p:sp>
        <p:nvSpPr>
          <p:cNvPr id="53" name="Shape 18">
            <a:extLst>
              <a:ext uri="{FF2B5EF4-FFF2-40B4-BE49-F238E27FC236}">
                <a16:creationId xmlns:a16="http://schemas.microsoft.com/office/drawing/2014/main" id="{E239A2E5-B41A-04B8-94ED-C5450134CDF5}"/>
              </a:ext>
            </a:extLst>
          </p:cNvPr>
          <p:cNvSpPr/>
          <p:nvPr/>
        </p:nvSpPr>
        <p:spPr>
          <a:xfrm>
            <a:off x="640080" y="3108960"/>
            <a:ext cx="2011680" cy="658368"/>
          </a:xfrm>
          <a:prstGeom prst="rect">
            <a:avLst/>
          </a:prstGeom>
          <a:solidFill>
            <a:srgbClr val="F3F5F6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200" dirty="0"/>
          </a:p>
        </p:txBody>
      </p:sp>
      <p:sp>
        <p:nvSpPr>
          <p:cNvPr id="57" name="Text 19">
            <a:extLst>
              <a:ext uri="{FF2B5EF4-FFF2-40B4-BE49-F238E27FC236}">
                <a16:creationId xmlns:a16="http://schemas.microsoft.com/office/drawing/2014/main" id="{69BEFDCB-684F-FBE3-9D4D-3DE933DC86E4}"/>
              </a:ext>
            </a:extLst>
          </p:cNvPr>
          <p:cNvSpPr/>
          <p:nvPr/>
        </p:nvSpPr>
        <p:spPr>
          <a:xfrm>
            <a:off x="713232" y="3163824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442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5876102500</a:t>
            </a:r>
            <a:endParaRPr lang="en-US" sz="1200" dirty="0"/>
          </a:p>
        </p:txBody>
      </p:sp>
      <p:sp>
        <p:nvSpPr>
          <p:cNvPr id="60" name="Shape 20">
            <a:extLst>
              <a:ext uri="{FF2B5EF4-FFF2-40B4-BE49-F238E27FC236}">
                <a16:creationId xmlns:a16="http://schemas.microsoft.com/office/drawing/2014/main" id="{3EE7DCA7-AFDB-227D-B00C-9C3B180BC3DA}"/>
              </a:ext>
            </a:extLst>
          </p:cNvPr>
          <p:cNvSpPr/>
          <p:nvPr/>
        </p:nvSpPr>
        <p:spPr>
          <a:xfrm>
            <a:off x="2651760" y="3108960"/>
            <a:ext cx="3200400" cy="658368"/>
          </a:xfrm>
          <a:prstGeom prst="rect">
            <a:avLst/>
          </a:prstGeom>
          <a:solidFill>
            <a:srgbClr val="F3F5F6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200" dirty="0"/>
          </a:p>
        </p:txBody>
      </p:sp>
      <p:sp>
        <p:nvSpPr>
          <p:cNvPr id="62" name="Text 21">
            <a:extLst>
              <a:ext uri="{FF2B5EF4-FFF2-40B4-BE49-F238E27FC236}">
                <a16:creationId xmlns:a16="http://schemas.microsoft.com/office/drawing/2014/main" id="{860B7C5F-3AF7-10A4-4188-642815F7FCD7}"/>
              </a:ext>
            </a:extLst>
          </p:cNvPr>
          <p:cNvSpPr/>
          <p:nvPr/>
        </p:nvSpPr>
        <p:spPr>
          <a:xfrm>
            <a:off x="2724912" y="3163824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00" dirty="0">
                <a:solidFill>
                  <a:srgbClr val="3442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BVP air filter: zero ITUK Parts Sales 2025</a:t>
            </a:r>
            <a:endParaRPr lang="en-US" sz="1200" dirty="0"/>
          </a:p>
        </p:txBody>
      </p:sp>
      <p:sp>
        <p:nvSpPr>
          <p:cNvPr id="64" name="Shape 22">
            <a:extLst>
              <a:ext uri="{FF2B5EF4-FFF2-40B4-BE49-F238E27FC236}">
                <a16:creationId xmlns:a16="http://schemas.microsoft.com/office/drawing/2014/main" id="{0E61256D-EF82-67CA-58F2-E3600760FFC8}"/>
              </a:ext>
            </a:extLst>
          </p:cNvPr>
          <p:cNvSpPr/>
          <p:nvPr/>
        </p:nvSpPr>
        <p:spPr>
          <a:xfrm>
            <a:off x="5852160" y="3108960"/>
            <a:ext cx="5669280" cy="658368"/>
          </a:xfrm>
          <a:prstGeom prst="rect">
            <a:avLst/>
          </a:prstGeom>
          <a:solidFill>
            <a:srgbClr val="F3F5F6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200" dirty="0"/>
          </a:p>
        </p:txBody>
      </p:sp>
      <p:sp>
        <p:nvSpPr>
          <p:cNvPr id="66" name="Text 23">
            <a:extLst>
              <a:ext uri="{FF2B5EF4-FFF2-40B4-BE49-F238E27FC236}">
                <a16:creationId xmlns:a16="http://schemas.microsoft.com/office/drawing/2014/main" id="{CE0F4B69-B10B-080D-1419-D8AE02379F8B}"/>
              </a:ext>
            </a:extLst>
          </p:cNvPr>
          <p:cNvSpPr/>
          <p:nvPr/>
        </p:nvSpPr>
        <p:spPr>
          <a:xfrm>
            <a:off x="5925312" y="3163824"/>
            <a:ext cx="5522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442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BVP alternative 8981772710</a:t>
            </a:r>
          </a:p>
        </p:txBody>
      </p:sp>
      <p:sp>
        <p:nvSpPr>
          <p:cNvPr id="68" name="Shape 24">
            <a:extLst>
              <a:ext uri="{FF2B5EF4-FFF2-40B4-BE49-F238E27FC236}">
                <a16:creationId xmlns:a16="http://schemas.microsoft.com/office/drawing/2014/main" id="{0FAB2626-0404-3365-211F-43DA0D60374B}"/>
              </a:ext>
            </a:extLst>
          </p:cNvPr>
          <p:cNvSpPr/>
          <p:nvPr/>
        </p:nvSpPr>
        <p:spPr>
          <a:xfrm>
            <a:off x="640080" y="3767328"/>
            <a:ext cx="2011680" cy="749808"/>
          </a:xfrm>
          <a:prstGeom prst="rect">
            <a:avLst/>
          </a:prstGeom>
          <a:solidFill>
            <a:srgbClr val="E8ECF3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200" dirty="0"/>
          </a:p>
        </p:txBody>
      </p:sp>
      <p:sp>
        <p:nvSpPr>
          <p:cNvPr id="70" name="Text 25">
            <a:extLst>
              <a:ext uri="{FF2B5EF4-FFF2-40B4-BE49-F238E27FC236}">
                <a16:creationId xmlns:a16="http://schemas.microsoft.com/office/drawing/2014/main" id="{2DD844F8-DD24-2FEE-0BFB-D7EEB84D41A7}"/>
              </a:ext>
            </a:extLst>
          </p:cNvPr>
          <p:cNvSpPr/>
          <p:nvPr/>
        </p:nvSpPr>
        <p:spPr>
          <a:xfrm>
            <a:off x="713232" y="3822192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442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8983104491 / 8983752250</a:t>
            </a:r>
            <a:endParaRPr lang="en-US" sz="1200" dirty="0"/>
          </a:p>
        </p:txBody>
      </p:sp>
      <p:sp>
        <p:nvSpPr>
          <p:cNvPr id="72" name="Shape 26">
            <a:extLst>
              <a:ext uri="{FF2B5EF4-FFF2-40B4-BE49-F238E27FC236}">
                <a16:creationId xmlns:a16="http://schemas.microsoft.com/office/drawing/2014/main" id="{6DD14A63-CD3D-DD48-B725-37FDFAA7F1B3}"/>
              </a:ext>
            </a:extLst>
          </p:cNvPr>
          <p:cNvSpPr/>
          <p:nvPr/>
        </p:nvSpPr>
        <p:spPr>
          <a:xfrm>
            <a:off x="2651760" y="3767328"/>
            <a:ext cx="3200400" cy="749808"/>
          </a:xfrm>
          <a:prstGeom prst="rect">
            <a:avLst/>
          </a:prstGeom>
          <a:solidFill>
            <a:srgbClr val="E8ECF3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200" dirty="0"/>
          </a:p>
        </p:txBody>
      </p:sp>
      <p:sp>
        <p:nvSpPr>
          <p:cNvPr id="74" name="Text 27">
            <a:extLst>
              <a:ext uri="{FF2B5EF4-FFF2-40B4-BE49-F238E27FC236}">
                <a16:creationId xmlns:a16="http://schemas.microsoft.com/office/drawing/2014/main" id="{ECCE2B48-A6CB-6CF0-53C0-9751DCC39AA4}"/>
              </a:ext>
            </a:extLst>
          </p:cNvPr>
          <p:cNvSpPr/>
          <p:nvPr/>
        </p:nvSpPr>
        <p:spPr>
          <a:xfrm>
            <a:off x="2724912" y="3822192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442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demand filters</a:t>
            </a:r>
            <a:endParaRPr lang="en-US" sz="1200" dirty="0"/>
          </a:p>
        </p:txBody>
      </p:sp>
      <p:sp>
        <p:nvSpPr>
          <p:cNvPr id="76" name="Shape 28">
            <a:extLst>
              <a:ext uri="{FF2B5EF4-FFF2-40B4-BE49-F238E27FC236}">
                <a16:creationId xmlns:a16="http://schemas.microsoft.com/office/drawing/2014/main" id="{49E51AE7-2E16-B880-9EC7-42968FF6E262}"/>
              </a:ext>
            </a:extLst>
          </p:cNvPr>
          <p:cNvSpPr/>
          <p:nvPr/>
        </p:nvSpPr>
        <p:spPr>
          <a:xfrm>
            <a:off x="5852160" y="3767328"/>
            <a:ext cx="5669280" cy="749808"/>
          </a:xfrm>
          <a:prstGeom prst="rect">
            <a:avLst/>
          </a:prstGeom>
          <a:solidFill>
            <a:srgbClr val="E8ECF3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200" dirty="0"/>
          </a:p>
        </p:txBody>
      </p:sp>
      <p:sp>
        <p:nvSpPr>
          <p:cNvPr id="78" name="Text 29">
            <a:extLst>
              <a:ext uri="{FF2B5EF4-FFF2-40B4-BE49-F238E27FC236}">
                <a16:creationId xmlns:a16="http://schemas.microsoft.com/office/drawing/2014/main" id="{8AD11B29-0D5E-BA6B-2ADF-B6ED914774D0}"/>
              </a:ext>
            </a:extLst>
          </p:cNvPr>
          <p:cNvSpPr/>
          <p:nvPr/>
        </p:nvSpPr>
        <p:spPr>
          <a:xfrm>
            <a:off x="5925312" y="3822192"/>
            <a:ext cx="5522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442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S/S TO 8975425390</a:t>
            </a:r>
          </a:p>
        </p:txBody>
      </p:sp>
      <p:sp>
        <p:nvSpPr>
          <p:cNvPr id="80" name="Shape 30">
            <a:extLst>
              <a:ext uri="{FF2B5EF4-FFF2-40B4-BE49-F238E27FC236}">
                <a16:creationId xmlns:a16="http://schemas.microsoft.com/office/drawing/2014/main" id="{FE8EF2F5-30C3-B847-6484-CCFC3837E103}"/>
              </a:ext>
            </a:extLst>
          </p:cNvPr>
          <p:cNvSpPr/>
          <p:nvPr/>
        </p:nvSpPr>
        <p:spPr>
          <a:xfrm>
            <a:off x="640080" y="4517136"/>
            <a:ext cx="2011680" cy="658368"/>
          </a:xfrm>
          <a:prstGeom prst="rect">
            <a:avLst/>
          </a:prstGeom>
          <a:solidFill>
            <a:srgbClr val="F3F5F6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200" dirty="0"/>
          </a:p>
        </p:txBody>
      </p:sp>
      <p:sp>
        <p:nvSpPr>
          <p:cNvPr id="82" name="Text 31">
            <a:extLst>
              <a:ext uri="{FF2B5EF4-FFF2-40B4-BE49-F238E27FC236}">
                <a16:creationId xmlns:a16="http://schemas.microsoft.com/office/drawing/2014/main" id="{F5359830-62A0-B0EC-8B87-BA5C65B6CC42}"/>
              </a:ext>
            </a:extLst>
          </p:cNvPr>
          <p:cNvSpPr/>
          <p:nvPr/>
        </p:nvSpPr>
        <p:spPr>
          <a:xfrm>
            <a:off x="713232" y="457200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442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8982447940</a:t>
            </a:r>
            <a:endParaRPr lang="en-US" sz="1200" dirty="0"/>
          </a:p>
        </p:txBody>
      </p:sp>
      <p:sp>
        <p:nvSpPr>
          <p:cNvPr id="84" name="Shape 32">
            <a:extLst>
              <a:ext uri="{FF2B5EF4-FFF2-40B4-BE49-F238E27FC236}">
                <a16:creationId xmlns:a16="http://schemas.microsoft.com/office/drawing/2014/main" id="{1FB3D126-9FB7-2DEF-C54B-93A1CC030B83}"/>
              </a:ext>
            </a:extLst>
          </p:cNvPr>
          <p:cNvSpPr/>
          <p:nvPr/>
        </p:nvSpPr>
        <p:spPr>
          <a:xfrm>
            <a:off x="2651760" y="4517136"/>
            <a:ext cx="3200400" cy="658368"/>
          </a:xfrm>
          <a:prstGeom prst="rect">
            <a:avLst/>
          </a:prstGeom>
          <a:solidFill>
            <a:srgbClr val="F3F5F6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200" dirty="0"/>
          </a:p>
        </p:txBody>
      </p:sp>
      <p:sp>
        <p:nvSpPr>
          <p:cNvPr id="86" name="Text 33">
            <a:extLst>
              <a:ext uri="{FF2B5EF4-FFF2-40B4-BE49-F238E27FC236}">
                <a16:creationId xmlns:a16="http://schemas.microsoft.com/office/drawing/2014/main" id="{85B6DEEC-6835-4BD6-3559-A2234100A41E}"/>
              </a:ext>
            </a:extLst>
          </p:cNvPr>
          <p:cNvSpPr/>
          <p:nvPr/>
        </p:nvSpPr>
        <p:spPr>
          <a:xfrm>
            <a:off x="2724912" y="4572000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442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EU R90 brake pad replacement for N75</a:t>
            </a:r>
            <a:endParaRPr lang="en-US" sz="1200" dirty="0"/>
          </a:p>
        </p:txBody>
      </p:sp>
      <p:sp>
        <p:nvSpPr>
          <p:cNvPr id="88" name="Shape 34">
            <a:extLst>
              <a:ext uri="{FF2B5EF4-FFF2-40B4-BE49-F238E27FC236}">
                <a16:creationId xmlns:a16="http://schemas.microsoft.com/office/drawing/2014/main" id="{6AE20C1B-A320-E340-0A84-D642B831D297}"/>
              </a:ext>
            </a:extLst>
          </p:cNvPr>
          <p:cNvSpPr/>
          <p:nvPr/>
        </p:nvSpPr>
        <p:spPr>
          <a:xfrm>
            <a:off x="5852160" y="4517136"/>
            <a:ext cx="5669280" cy="658368"/>
          </a:xfrm>
          <a:prstGeom prst="rect">
            <a:avLst/>
          </a:prstGeom>
          <a:solidFill>
            <a:srgbClr val="F3F5F6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 sz="1200" dirty="0"/>
          </a:p>
        </p:txBody>
      </p:sp>
      <p:sp>
        <p:nvSpPr>
          <p:cNvPr id="90" name="Text 35">
            <a:extLst>
              <a:ext uri="{FF2B5EF4-FFF2-40B4-BE49-F238E27FC236}">
                <a16:creationId xmlns:a16="http://schemas.microsoft.com/office/drawing/2014/main" id="{EA25E9D8-C459-9894-CB64-2BFB8D118E82}"/>
              </a:ext>
            </a:extLst>
          </p:cNvPr>
          <p:cNvSpPr/>
          <p:nvPr/>
        </p:nvSpPr>
        <p:spPr>
          <a:xfrm>
            <a:off x="5925312" y="4572000"/>
            <a:ext cx="5522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442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 initial order and add to R90-compliant brake pack after ISZE/ISZJ confirmation.</a:t>
            </a:r>
            <a:endParaRPr lang="en-US" sz="1200" dirty="0"/>
          </a:p>
        </p:txBody>
      </p:sp>
      <p:sp>
        <p:nvSpPr>
          <p:cNvPr id="116" name="Text 5">
            <a:extLst>
              <a:ext uri="{FF2B5EF4-FFF2-40B4-BE49-F238E27FC236}">
                <a16:creationId xmlns:a16="http://schemas.microsoft.com/office/drawing/2014/main" id="{95F28BA6-9826-7476-ECA8-87CF2BA70064}"/>
              </a:ext>
            </a:extLst>
          </p:cNvPr>
          <p:cNvSpPr/>
          <p:nvPr/>
        </p:nvSpPr>
        <p:spPr>
          <a:xfrm>
            <a:off x="695400" y="1088136"/>
            <a:ext cx="10945368" cy="474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44251"/>
                </a:solidFill>
              </a:rPr>
              <a:t>BVP availability, low-demand fuel items and the EU R90 brake pad.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202233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6135A-E95A-9536-ADCC-F9C5486AC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2B0C374-71E1-EDA5-F7F2-0AB824B59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>
                <a:solidFill>
                  <a:srgbClr val="0B1F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Connected Pathway</a:t>
            </a:r>
          </a:p>
        </p:txBody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F12DAA28-BEDA-F5C2-965A-28AE95C507C0}"/>
              </a:ext>
            </a:extLst>
          </p:cNvPr>
          <p:cNvSpPr/>
          <p:nvPr/>
        </p:nvSpPr>
        <p:spPr>
          <a:xfrm>
            <a:off x="2987802" y="3323082"/>
            <a:ext cx="384048" cy="502920"/>
          </a:xfrm>
          <a:prstGeom prst="rightArrow">
            <a:avLst/>
          </a:prstGeom>
          <a:solidFill>
            <a:srgbClr val="B5091F"/>
          </a:solidFill>
          <a:ln w="12700">
            <a:solidFill>
              <a:srgbClr val="B5091F"/>
            </a:solidFill>
            <a:prstDash val="solid"/>
          </a:ln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sz="1200" dirty="0">
              <a:solidFill>
                <a:schemeClr val="bg1"/>
              </a:solidFill>
            </a:endParaRPr>
          </a:p>
        </p:txBody>
      </p:sp>
      <p:sp>
        <p:nvSpPr>
          <p:cNvPr id="30" name="Shape 13">
            <a:extLst>
              <a:ext uri="{FF2B5EF4-FFF2-40B4-BE49-F238E27FC236}">
                <a16:creationId xmlns:a16="http://schemas.microsoft.com/office/drawing/2014/main" id="{0B67DBAF-0D9B-1247-09A9-79296B40DC1D}"/>
              </a:ext>
            </a:extLst>
          </p:cNvPr>
          <p:cNvSpPr/>
          <p:nvPr/>
        </p:nvSpPr>
        <p:spPr>
          <a:xfrm>
            <a:off x="6036183" y="3304795"/>
            <a:ext cx="384048" cy="502920"/>
          </a:xfrm>
          <a:prstGeom prst="rightArrow">
            <a:avLst/>
          </a:prstGeom>
          <a:solidFill>
            <a:srgbClr val="B5091F"/>
          </a:solidFill>
          <a:ln w="12700">
            <a:solidFill>
              <a:srgbClr val="B5091F"/>
            </a:solidFill>
            <a:prstDash val="solid"/>
          </a:ln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sz="1200" dirty="0">
              <a:solidFill>
                <a:schemeClr val="bg1"/>
              </a:solidFill>
            </a:endParaRPr>
          </a:p>
        </p:txBody>
      </p:sp>
      <p:sp>
        <p:nvSpPr>
          <p:cNvPr id="37" name="Text 15">
            <a:extLst>
              <a:ext uri="{FF2B5EF4-FFF2-40B4-BE49-F238E27FC236}">
                <a16:creationId xmlns:a16="http://schemas.microsoft.com/office/drawing/2014/main" id="{AFFDA4CA-5795-583F-73B0-7CC823EA0492}"/>
              </a:ext>
            </a:extLst>
          </p:cNvPr>
          <p:cNvSpPr/>
          <p:nvPr/>
        </p:nvSpPr>
        <p:spPr>
          <a:xfrm>
            <a:off x="6599301" y="3995929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Operational action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0" name="Text 16">
            <a:extLst>
              <a:ext uri="{FF2B5EF4-FFF2-40B4-BE49-F238E27FC236}">
                <a16:creationId xmlns:a16="http://schemas.microsoft.com/office/drawing/2014/main" id="{0B13EF6B-2CFE-F2E5-CDFD-FEE1E74E54A7}"/>
              </a:ext>
            </a:extLst>
          </p:cNvPr>
          <p:cNvSpPr/>
          <p:nvPr/>
        </p:nvSpPr>
        <p:spPr>
          <a:xfrm>
            <a:off x="3637788" y="2414016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Contact Customer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Dealer quote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Pack pre-order</a:t>
            </a:r>
          </a:p>
        </p:txBody>
      </p:sp>
      <p:sp>
        <p:nvSpPr>
          <p:cNvPr id="43" name="Shape 17">
            <a:extLst>
              <a:ext uri="{FF2B5EF4-FFF2-40B4-BE49-F238E27FC236}">
                <a16:creationId xmlns:a16="http://schemas.microsoft.com/office/drawing/2014/main" id="{11D66F57-7B17-E083-7A33-770D22413350}"/>
              </a:ext>
            </a:extLst>
          </p:cNvPr>
          <p:cNvSpPr/>
          <p:nvPr/>
        </p:nvSpPr>
        <p:spPr>
          <a:xfrm>
            <a:off x="9109710" y="3304795"/>
            <a:ext cx="384048" cy="502920"/>
          </a:xfrm>
          <a:prstGeom prst="rightArrow">
            <a:avLst/>
          </a:prstGeom>
          <a:solidFill>
            <a:srgbClr val="B5091F"/>
          </a:solidFill>
          <a:ln w="12700">
            <a:solidFill>
              <a:srgbClr val="B5091F"/>
            </a:solidFill>
            <a:prstDash val="solid"/>
          </a:ln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sz="1200" dirty="0">
              <a:solidFill>
                <a:schemeClr val="bg1"/>
              </a:solidFill>
            </a:endParaRPr>
          </a:p>
        </p:txBody>
      </p:sp>
      <p:sp>
        <p:nvSpPr>
          <p:cNvPr id="47" name="Text 19">
            <a:extLst>
              <a:ext uri="{FF2B5EF4-FFF2-40B4-BE49-F238E27FC236}">
                <a16:creationId xmlns:a16="http://schemas.microsoft.com/office/drawing/2014/main" id="{CCF498B4-A743-93EA-3C2A-EEDF6668B79C}"/>
              </a:ext>
            </a:extLst>
          </p:cNvPr>
          <p:cNvSpPr/>
          <p:nvPr/>
        </p:nvSpPr>
        <p:spPr>
          <a:xfrm>
            <a:off x="9272016" y="282016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Commercial outcome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1" name="Shape 21">
            <a:extLst>
              <a:ext uri="{FF2B5EF4-FFF2-40B4-BE49-F238E27FC236}">
                <a16:creationId xmlns:a16="http://schemas.microsoft.com/office/drawing/2014/main" id="{D200D262-6834-53E1-4057-61A5165E892C}"/>
              </a:ext>
            </a:extLst>
          </p:cNvPr>
          <p:cNvSpPr/>
          <p:nvPr/>
        </p:nvSpPr>
        <p:spPr>
          <a:xfrm>
            <a:off x="710412" y="5143500"/>
            <a:ext cx="10771176" cy="553213"/>
          </a:xfrm>
          <a:prstGeom prst="roundRect">
            <a:avLst>
              <a:gd name="adj" fmla="val 10000"/>
            </a:avLst>
          </a:prstGeom>
          <a:solidFill>
            <a:srgbClr val="002664"/>
          </a:solidFill>
          <a:ln w="12700">
            <a:solidFill>
              <a:srgbClr val="002664"/>
            </a:solidFill>
            <a:prstDash val="solid"/>
          </a:ln>
        </p:spPr>
        <p:txBody>
          <a:bodyPr/>
          <a:lstStyle/>
          <a:p>
            <a:endParaRPr lang="en-GB" sz="1200" b="1" dirty="0"/>
          </a:p>
        </p:txBody>
      </p:sp>
      <p:sp>
        <p:nvSpPr>
          <p:cNvPr id="53" name="Text 22">
            <a:extLst>
              <a:ext uri="{FF2B5EF4-FFF2-40B4-BE49-F238E27FC236}">
                <a16:creationId xmlns:a16="http://schemas.microsoft.com/office/drawing/2014/main" id="{F8B1C449-80C2-12E7-01B5-264D40BAED1A}"/>
              </a:ext>
            </a:extLst>
          </p:cNvPr>
          <p:cNvSpPr/>
          <p:nvPr/>
        </p:nvSpPr>
        <p:spPr>
          <a:xfrm>
            <a:off x="915696" y="5313229"/>
            <a:ext cx="9921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Connected data to be used to reduce missed PMS events, reduce repeat visits and improve uptime.</a:t>
            </a:r>
            <a:endParaRPr lang="en-US" sz="1200" b="1" dirty="0"/>
          </a:p>
        </p:txBody>
      </p:sp>
      <p:sp>
        <p:nvSpPr>
          <p:cNvPr id="57" name="Text 2">
            <a:extLst>
              <a:ext uri="{FF2B5EF4-FFF2-40B4-BE49-F238E27FC236}">
                <a16:creationId xmlns:a16="http://schemas.microsoft.com/office/drawing/2014/main" id="{4852E461-D6E8-4E7F-E1B9-048721968151}"/>
              </a:ext>
            </a:extLst>
          </p:cNvPr>
          <p:cNvSpPr/>
          <p:nvPr/>
        </p:nvSpPr>
        <p:spPr>
          <a:xfrm>
            <a:off x="566547" y="1807944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250" b="1" dirty="0">
                <a:solidFill>
                  <a:srgbClr val="00266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Connected / Odometer Linkage: From static campaign to trigger-based PMS</a:t>
            </a:r>
            <a:endParaRPr lang="en-US" sz="2250" dirty="0"/>
          </a:p>
        </p:txBody>
      </p:sp>
      <p:sp>
        <p:nvSpPr>
          <p:cNvPr id="3" name="Shape 30">
            <a:extLst>
              <a:ext uri="{FF2B5EF4-FFF2-40B4-BE49-F238E27FC236}">
                <a16:creationId xmlns:a16="http://schemas.microsoft.com/office/drawing/2014/main" id="{C822784E-C769-7305-86A3-4E8EAE4C4F72}"/>
              </a:ext>
            </a:extLst>
          </p:cNvPr>
          <p:cNvSpPr/>
          <p:nvPr/>
        </p:nvSpPr>
        <p:spPr>
          <a:xfrm>
            <a:off x="393192" y="2600707"/>
            <a:ext cx="2414016" cy="1828800"/>
          </a:xfrm>
          <a:prstGeom prst="rect">
            <a:avLst/>
          </a:prstGeom>
          <a:solidFill>
            <a:srgbClr val="F7E8EA"/>
          </a:solidFill>
          <a:ln w="12700">
            <a:solidFill>
              <a:srgbClr val="D7DEE5"/>
            </a:solidFill>
            <a:prstDash val="solid"/>
          </a:ln>
          <a:effectLst>
            <a:outerShdw blurRad="1524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31">
            <a:extLst>
              <a:ext uri="{FF2B5EF4-FFF2-40B4-BE49-F238E27FC236}">
                <a16:creationId xmlns:a16="http://schemas.microsoft.com/office/drawing/2014/main" id="{141803C5-BAB5-82B1-7466-BD49FDAA6D33}"/>
              </a:ext>
            </a:extLst>
          </p:cNvPr>
          <p:cNvSpPr/>
          <p:nvPr/>
        </p:nvSpPr>
        <p:spPr>
          <a:xfrm>
            <a:off x="393192" y="2600707"/>
            <a:ext cx="73152" cy="1828800"/>
          </a:xfrm>
          <a:prstGeom prst="rect">
            <a:avLst/>
          </a:prstGeom>
          <a:solidFill>
            <a:srgbClr val="B5091F"/>
          </a:solidFill>
          <a:ln w="12700">
            <a:solidFill>
              <a:srgbClr val="B509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32">
            <a:extLst>
              <a:ext uri="{FF2B5EF4-FFF2-40B4-BE49-F238E27FC236}">
                <a16:creationId xmlns:a16="http://schemas.microsoft.com/office/drawing/2014/main" id="{7E9DA10F-CFE8-525C-DD36-251870E20151}"/>
              </a:ext>
            </a:extLst>
          </p:cNvPr>
          <p:cNvSpPr/>
          <p:nvPr/>
        </p:nvSpPr>
        <p:spPr>
          <a:xfrm>
            <a:off x="612648" y="2737867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ea typeface="Roboto Condensed" pitchFamily="34" charset="-122"/>
                <a:cs typeface="Roboto Condensed" pitchFamily="34" charset="-120"/>
              </a:rPr>
              <a:t>Vehicle data</a:t>
            </a:r>
          </a:p>
        </p:txBody>
      </p:sp>
      <p:sp>
        <p:nvSpPr>
          <p:cNvPr id="13" name="Text 33">
            <a:extLst>
              <a:ext uri="{FF2B5EF4-FFF2-40B4-BE49-F238E27FC236}">
                <a16:creationId xmlns:a16="http://schemas.microsoft.com/office/drawing/2014/main" id="{B80C41A7-E729-4B3C-F10B-B21E901E636E}"/>
              </a:ext>
            </a:extLst>
          </p:cNvPr>
          <p:cNvSpPr/>
          <p:nvPr/>
        </p:nvSpPr>
        <p:spPr>
          <a:xfrm>
            <a:off x="603504" y="3131059"/>
            <a:ext cx="215798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44251"/>
                </a:solidFill>
                <a:ea typeface="Roboto" pitchFamily="34" charset="-122"/>
                <a:cs typeface="Roboto" pitchFamily="34" charset="-120"/>
              </a:rPr>
              <a:t>Odometer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44251"/>
                </a:solidFill>
                <a:ea typeface="Roboto" pitchFamily="34" charset="-122"/>
                <a:cs typeface="Roboto" pitchFamily="34" charset="-120"/>
              </a:rPr>
              <a:t>DTC/DTU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44251"/>
                </a:solidFill>
                <a:ea typeface="Roboto" pitchFamily="34" charset="-122"/>
                <a:cs typeface="Roboto" pitchFamily="34" charset="-120"/>
              </a:rPr>
              <a:t>Location</a:t>
            </a:r>
          </a:p>
        </p:txBody>
      </p:sp>
      <p:sp>
        <p:nvSpPr>
          <p:cNvPr id="16" name="Shape 34">
            <a:extLst>
              <a:ext uri="{FF2B5EF4-FFF2-40B4-BE49-F238E27FC236}">
                <a16:creationId xmlns:a16="http://schemas.microsoft.com/office/drawing/2014/main" id="{E8AB5A77-FE14-C799-7698-34C6A8DEA695}"/>
              </a:ext>
            </a:extLst>
          </p:cNvPr>
          <p:cNvSpPr/>
          <p:nvPr/>
        </p:nvSpPr>
        <p:spPr>
          <a:xfrm>
            <a:off x="6542532" y="2600707"/>
            <a:ext cx="2414016" cy="1828800"/>
          </a:xfrm>
          <a:prstGeom prst="rect">
            <a:avLst/>
          </a:prstGeom>
          <a:solidFill>
            <a:srgbClr val="E6F0F0"/>
          </a:solidFill>
          <a:ln w="12700">
            <a:solidFill>
              <a:srgbClr val="D7DEE5"/>
            </a:solidFill>
            <a:prstDash val="solid"/>
          </a:ln>
          <a:effectLst>
            <a:outerShdw blurRad="1524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35">
            <a:extLst>
              <a:ext uri="{FF2B5EF4-FFF2-40B4-BE49-F238E27FC236}">
                <a16:creationId xmlns:a16="http://schemas.microsoft.com/office/drawing/2014/main" id="{C00AF652-2E74-2154-13CB-FE2C4D43EE59}"/>
              </a:ext>
            </a:extLst>
          </p:cNvPr>
          <p:cNvSpPr/>
          <p:nvPr/>
        </p:nvSpPr>
        <p:spPr>
          <a:xfrm>
            <a:off x="6542532" y="2600707"/>
            <a:ext cx="73152" cy="1828800"/>
          </a:xfrm>
          <a:prstGeom prst="rect">
            <a:avLst/>
          </a:prstGeom>
          <a:solidFill>
            <a:srgbClr val="21585A"/>
          </a:solidFill>
          <a:ln w="12700">
            <a:solidFill>
              <a:srgbClr val="2158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36">
            <a:extLst>
              <a:ext uri="{FF2B5EF4-FFF2-40B4-BE49-F238E27FC236}">
                <a16:creationId xmlns:a16="http://schemas.microsoft.com/office/drawing/2014/main" id="{F5B3030B-AD92-E541-3E31-7EA9BD3910CD}"/>
              </a:ext>
            </a:extLst>
          </p:cNvPr>
          <p:cNvSpPr/>
          <p:nvPr/>
        </p:nvSpPr>
        <p:spPr>
          <a:xfrm>
            <a:off x="6761988" y="2737867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ea typeface="Roboto Condensed" pitchFamily="34" charset="-122"/>
                <a:cs typeface="Roboto Condensed" pitchFamily="34" charset="-120"/>
              </a:rPr>
              <a:t>Operational action</a:t>
            </a:r>
          </a:p>
        </p:txBody>
      </p:sp>
      <p:sp>
        <p:nvSpPr>
          <p:cNvPr id="25" name="Text 37">
            <a:extLst>
              <a:ext uri="{FF2B5EF4-FFF2-40B4-BE49-F238E27FC236}">
                <a16:creationId xmlns:a16="http://schemas.microsoft.com/office/drawing/2014/main" id="{55A0C4B0-E830-BFB4-9D4B-F5F70CFEB857}"/>
              </a:ext>
            </a:extLst>
          </p:cNvPr>
          <p:cNvSpPr/>
          <p:nvPr/>
        </p:nvSpPr>
        <p:spPr>
          <a:xfrm>
            <a:off x="6752844" y="3131059"/>
            <a:ext cx="215798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Contact Customer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Dealer quote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Pack pre-order</a:t>
            </a:r>
          </a:p>
        </p:txBody>
      </p:sp>
      <p:sp>
        <p:nvSpPr>
          <p:cNvPr id="28" name="Shape 42">
            <a:extLst>
              <a:ext uri="{FF2B5EF4-FFF2-40B4-BE49-F238E27FC236}">
                <a16:creationId xmlns:a16="http://schemas.microsoft.com/office/drawing/2014/main" id="{24AD742F-14F1-6076-B3B4-619FFE73B696}"/>
              </a:ext>
            </a:extLst>
          </p:cNvPr>
          <p:cNvSpPr/>
          <p:nvPr/>
        </p:nvSpPr>
        <p:spPr>
          <a:xfrm>
            <a:off x="3462147" y="2618994"/>
            <a:ext cx="2414016" cy="1828800"/>
          </a:xfrm>
          <a:prstGeom prst="rect">
            <a:avLst/>
          </a:prstGeom>
          <a:solidFill>
            <a:srgbClr val="E9EFF7"/>
          </a:solidFill>
          <a:ln w="12700">
            <a:solidFill>
              <a:srgbClr val="D7DEE5"/>
            </a:solidFill>
            <a:prstDash val="solid"/>
          </a:ln>
          <a:effectLst>
            <a:outerShdw blurRad="1524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Shape 43">
            <a:extLst>
              <a:ext uri="{FF2B5EF4-FFF2-40B4-BE49-F238E27FC236}">
                <a16:creationId xmlns:a16="http://schemas.microsoft.com/office/drawing/2014/main" id="{A12D802E-857F-43A7-B0DE-8552FB9C3DC7}"/>
              </a:ext>
            </a:extLst>
          </p:cNvPr>
          <p:cNvSpPr/>
          <p:nvPr/>
        </p:nvSpPr>
        <p:spPr>
          <a:xfrm>
            <a:off x="3462147" y="2618994"/>
            <a:ext cx="73152" cy="1828800"/>
          </a:xfrm>
          <a:prstGeom prst="rect">
            <a:avLst/>
          </a:prstGeom>
          <a:solidFill>
            <a:srgbClr val="002664"/>
          </a:solidFill>
          <a:ln w="12700">
            <a:solidFill>
              <a:srgbClr val="00266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44">
            <a:extLst>
              <a:ext uri="{FF2B5EF4-FFF2-40B4-BE49-F238E27FC236}">
                <a16:creationId xmlns:a16="http://schemas.microsoft.com/office/drawing/2014/main" id="{08E1975C-9630-9B0D-A671-384EFBCE9311}"/>
              </a:ext>
            </a:extLst>
          </p:cNvPr>
          <p:cNvSpPr/>
          <p:nvPr/>
        </p:nvSpPr>
        <p:spPr>
          <a:xfrm>
            <a:off x="3681603" y="275615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ea typeface="Roboto Condensed" pitchFamily="34" charset="-122"/>
                <a:cs typeface="Roboto Condensed" pitchFamily="34" charset="-120"/>
              </a:rPr>
              <a:t>Decision logic</a:t>
            </a:r>
          </a:p>
        </p:txBody>
      </p:sp>
      <p:sp>
        <p:nvSpPr>
          <p:cNvPr id="36" name="Text 45">
            <a:extLst>
              <a:ext uri="{FF2B5EF4-FFF2-40B4-BE49-F238E27FC236}">
                <a16:creationId xmlns:a16="http://schemas.microsoft.com/office/drawing/2014/main" id="{389E97FE-4201-45B7-6496-ECC30409DB91}"/>
              </a:ext>
            </a:extLst>
          </p:cNvPr>
          <p:cNvSpPr/>
          <p:nvPr/>
        </p:nvSpPr>
        <p:spPr>
          <a:xfrm>
            <a:off x="3672459" y="3149346"/>
            <a:ext cx="215798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Maintenance due?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S1-S4 customer type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Nearest dealer</a:t>
            </a:r>
          </a:p>
        </p:txBody>
      </p:sp>
      <p:sp>
        <p:nvSpPr>
          <p:cNvPr id="39" name="Shape 38">
            <a:extLst>
              <a:ext uri="{FF2B5EF4-FFF2-40B4-BE49-F238E27FC236}">
                <a16:creationId xmlns:a16="http://schemas.microsoft.com/office/drawing/2014/main" id="{FF4EFADA-8214-D869-D1E2-B99AFEDF0D2F}"/>
              </a:ext>
            </a:extLst>
          </p:cNvPr>
          <p:cNvSpPr/>
          <p:nvPr/>
        </p:nvSpPr>
        <p:spPr>
          <a:xfrm>
            <a:off x="9582531" y="2577846"/>
            <a:ext cx="2414016" cy="1828800"/>
          </a:xfrm>
          <a:prstGeom prst="rect">
            <a:avLst/>
          </a:prstGeom>
          <a:solidFill>
            <a:srgbClr val="EDF0F3"/>
          </a:solidFill>
          <a:ln w="12700">
            <a:solidFill>
              <a:srgbClr val="D7DEE5"/>
            </a:solidFill>
            <a:prstDash val="solid"/>
          </a:ln>
          <a:effectLst>
            <a:outerShdw blurRad="1524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2" name="Shape 39">
            <a:extLst>
              <a:ext uri="{FF2B5EF4-FFF2-40B4-BE49-F238E27FC236}">
                <a16:creationId xmlns:a16="http://schemas.microsoft.com/office/drawing/2014/main" id="{39D90AC3-4E45-990C-2BCB-C520254018E2}"/>
              </a:ext>
            </a:extLst>
          </p:cNvPr>
          <p:cNvSpPr/>
          <p:nvPr/>
        </p:nvSpPr>
        <p:spPr>
          <a:xfrm>
            <a:off x="9582531" y="2577846"/>
            <a:ext cx="73152" cy="1828800"/>
          </a:xfrm>
          <a:prstGeom prst="rect">
            <a:avLst/>
          </a:prstGeom>
          <a:solidFill>
            <a:srgbClr val="344251"/>
          </a:solidFill>
          <a:ln w="12700">
            <a:solidFill>
              <a:srgbClr val="3442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0">
            <a:extLst>
              <a:ext uri="{FF2B5EF4-FFF2-40B4-BE49-F238E27FC236}">
                <a16:creationId xmlns:a16="http://schemas.microsoft.com/office/drawing/2014/main" id="{B09C326F-D258-DA0A-C4E8-F6FDFE55FEDB}"/>
              </a:ext>
            </a:extLst>
          </p:cNvPr>
          <p:cNvSpPr/>
          <p:nvPr/>
        </p:nvSpPr>
        <p:spPr>
          <a:xfrm>
            <a:off x="9801987" y="271500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733"/>
                </a:solidFill>
                <a:ea typeface="Roboto Condensed" pitchFamily="34" charset="-122"/>
                <a:cs typeface="Roboto Condensed" pitchFamily="34" charset="-120"/>
              </a:rPr>
              <a:t>Commercial outcome</a:t>
            </a:r>
          </a:p>
        </p:txBody>
      </p:sp>
      <p:sp>
        <p:nvSpPr>
          <p:cNvPr id="50" name="Text 41">
            <a:extLst>
              <a:ext uri="{FF2B5EF4-FFF2-40B4-BE49-F238E27FC236}">
                <a16:creationId xmlns:a16="http://schemas.microsoft.com/office/drawing/2014/main" id="{6F71B853-1320-1725-B6D3-F4B053DBAAF2}"/>
              </a:ext>
            </a:extLst>
          </p:cNvPr>
          <p:cNvSpPr/>
          <p:nvPr/>
        </p:nvSpPr>
        <p:spPr>
          <a:xfrm>
            <a:off x="9792843" y="3108198"/>
            <a:ext cx="215798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PMS conversion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Maintenance pack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Genuine parts retention</a:t>
            </a:r>
          </a:p>
        </p:txBody>
      </p:sp>
    </p:spTree>
    <p:extLst>
      <p:ext uri="{BB962C8B-B14F-4D97-AF65-F5344CB8AC3E}">
        <p14:creationId xmlns:p14="http://schemas.microsoft.com/office/powerpoint/2010/main" val="2620216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5FA8DC47-083E-2AC5-68A9-A4F7BC1D53D2}"/>
              </a:ext>
            </a:extLst>
          </p:cNvPr>
          <p:cNvGraphicFramePr>
            <a:graphicFrameLocks noGrp="1"/>
          </p:cNvGraphicFramePr>
          <p:nvPr/>
        </p:nvGraphicFramePr>
        <p:xfrm>
          <a:off x="559090" y="1912423"/>
          <a:ext cx="3608779" cy="4318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8779">
                  <a:extLst>
                    <a:ext uri="{9D8B030D-6E8A-4147-A177-3AD203B41FA5}">
                      <a16:colId xmlns:a16="http://schemas.microsoft.com/office/drawing/2014/main" val="2270495606"/>
                    </a:ext>
                  </a:extLst>
                </a:gridCol>
              </a:tblGrid>
              <a:tr h="81291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848E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8E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8E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8E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4304446"/>
                  </a:ext>
                </a:extLst>
              </a:tr>
              <a:tr h="3295975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5 Year Unlimited Mileage Warranty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5 Year Roadside Assistance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rgbClr val="0070C0"/>
                          </a:solidFill>
                        </a:rPr>
                        <a:t>5 Year Connected Uptime Support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rgbClr val="0070C0"/>
                          </a:solidFill>
                        </a:rPr>
                        <a:t>Vehicle Condition Monitoring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rgbClr val="0070C0"/>
                          </a:solidFill>
                        </a:rPr>
                        <a:t>DTC Alerts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5 Year Dedicated Customer CARE </a:t>
                      </a:r>
                      <a:r>
                        <a:rPr lang="en-US" sz="1400" dirty="0">
                          <a:solidFill>
                            <a:srgbClr val="0070C0"/>
                          </a:solidFill>
                        </a:rPr>
                        <a:t>Enhancements to CARE due to Geo-fencing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rgbClr val="0070C0"/>
                          </a:solidFill>
                        </a:rPr>
                        <a:t>Asset Location Security - Tracker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rgbClr val="0070C0"/>
                          </a:solidFill>
                        </a:rPr>
                        <a:t>*Maintenance Reminders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rgbClr val="0070C0"/>
                          </a:solidFill>
                        </a:rPr>
                        <a:t>*Access to Isuzu Truck I-Maintain platform for electronic service records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400" dirty="0">
                        <a:solidFill>
                          <a:srgbClr val="A4A6A8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400" dirty="0">
                        <a:solidFill>
                          <a:srgbClr val="A4A6A8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400" dirty="0">
                        <a:solidFill>
                          <a:srgbClr val="A4A6A8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400" dirty="0">
                        <a:solidFill>
                          <a:srgbClr val="A4A6A8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848E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8E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8E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8E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2613248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61766944-ABF0-CD13-B6A4-90633B49BAD6}"/>
              </a:ext>
            </a:extLst>
          </p:cNvPr>
          <p:cNvGraphicFramePr>
            <a:graphicFrameLocks noGrp="1"/>
          </p:cNvGraphicFramePr>
          <p:nvPr/>
        </p:nvGraphicFramePr>
        <p:xfrm>
          <a:off x="8033436" y="1912421"/>
          <a:ext cx="3608779" cy="432225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8779">
                  <a:extLst>
                    <a:ext uri="{9D8B030D-6E8A-4147-A177-3AD203B41FA5}">
                      <a16:colId xmlns:a16="http://schemas.microsoft.com/office/drawing/2014/main" val="2270495606"/>
                    </a:ext>
                  </a:extLst>
                </a:gridCol>
              </a:tblGrid>
              <a:tr h="817051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rgbClr val="848E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8E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8E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8E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4304446"/>
                  </a:ext>
                </a:extLst>
              </a:tr>
              <a:tr h="3243668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b="1" dirty="0">
                          <a:solidFill>
                            <a:srgbClr val="344251"/>
                          </a:solidFill>
                        </a:rPr>
                        <a:t>I-Vision Essential Plus: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solidFill>
                            <a:srgbClr val="344251"/>
                          </a:solidFill>
                        </a:rPr>
                        <a:t>All Maintenance &amp; Repairs for Standard Chassis including fair Wear &amp; Tear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solidFill>
                            <a:srgbClr val="344251"/>
                          </a:solidFill>
                        </a:rPr>
                        <a:t>Isuzu Truck Assist for length of Contract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solidFill>
                            <a:srgbClr val="344251"/>
                          </a:solidFill>
                        </a:rPr>
                        <a:t>Tachograph Repairs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solidFill>
                            <a:srgbClr val="344251"/>
                          </a:solidFill>
                        </a:rPr>
                        <a:t>Fleet Management Services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solidFill>
                            <a:srgbClr val="344251"/>
                          </a:solidFill>
                        </a:rPr>
                        <a:t>Tachograph Calibration every 2 Years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solidFill>
                            <a:srgbClr val="344251"/>
                          </a:solidFill>
                        </a:rPr>
                        <a:t>MOT Presentation &amp; Test Fees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solidFill>
                            <a:srgbClr val="344251"/>
                          </a:solidFill>
                        </a:rPr>
                        <a:t>Index Linked or Fixed Monthly Payments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solidFill>
                            <a:srgbClr val="0070C0"/>
                          </a:solidFill>
                        </a:rPr>
                        <a:t>*Event Recording &amp; Vehicle Location on Request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 err="1">
                          <a:solidFill>
                            <a:srgbClr val="344251"/>
                          </a:solidFill>
                        </a:rPr>
                        <a:t>Tyre</a:t>
                      </a:r>
                      <a:r>
                        <a:rPr lang="en-US" sz="1400" b="0" dirty="0">
                          <a:solidFill>
                            <a:srgbClr val="344251"/>
                          </a:solidFill>
                        </a:rPr>
                        <a:t> Cover &amp; VED available on request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solidFill>
                            <a:srgbClr val="0070C0"/>
                          </a:solidFill>
                        </a:rPr>
                        <a:t>*API for 3</a:t>
                      </a:r>
                      <a:r>
                        <a:rPr lang="en-US" sz="1400" b="0" baseline="30000" dirty="0">
                          <a:solidFill>
                            <a:srgbClr val="0070C0"/>
                          </a:solidFill>
                        </a:rPr>
                        <a:t>rd</a:t>
                      </a:r>
                      <a:r>
                        <a:rPr lang="en-US" sz="1400" b="0" dirty="0">
                          <a:solidFill>
                            <a:srgbClr val="0070C0"/>
                          </a:solidFill>
                        </a:rPr>
                        <a:t> Party Telematics or Request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solidFill>
                            <a:srgbClr val="0070C0"/>
                          </a:solidFill>
                        </a:rPr>
                        <a:t>*PPM/PPKM Contract Offering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solidFill>
                            <a:srgbClr val="00B050"/>
                          </a:solidFill>
                        </a:rPr>
                        <a:t>Reduced Customer Premiums</a:t>
                      </a:r>
                    </a:p>
                  </a:txBody>
                  <a:tcPr>
                    <a:lnL w="12700" cap="flat" cmpd="sng" algn="ctr">
                      <a:solidFill>
                        <a:srgbClr val="848E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8E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8E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8E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2613248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C6D33422-F0FA-5915-EE83-EC1BF15F0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344251"/>
                </a:solidFill>
              </a:rPr>
              <a:t>Maintenance Packages </a:t>
            </a:r>
            <a:r>
              <a:rPr lang="en-US" sz="2000" dirty="0">
                <a:solidFill>
                  <a:srgbClr val="344251"/>
                </a:solidFill>
              </a:rPr>
              <a:t>(Lifecycle Business Solution)</a:t>
            </a:r>
            <a:endParaRPr lang="en-US" dirty="0">
              <a:solidFill>
                <a:srgbClr val="34425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10C658-A1E3-E1FB-447C-FEC69D5429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rgbClr val="344251"/>
                </a:solidFill>
              </a:rPr>
              <a:t>Develop new Maintenance Packages to reflect </a:t>
            </a:r>
            <a:r>
              <a:rPr lang="en-US" b="1" dirty="0">
                <a:solidFill>
                  <a:srgbClr val="344251"/>
                </a:solidFill>
              </a:rPr>
              <a:t>Lifecycle Business </a:t>
            </a:r>
            <a:r>
              <a:rPr lang="en-US" dirty="0">
                <a:solidFill>
                  <a:srgbClr val="344251"/>
                </a:solidFill>
              </a:rPr>
              <a:t>for P700 (Group H) based on maximizing uptime through connected services and five-year warranty.</a:t>
            </a:r>
          </a:p>
          <a:p>
            <a:pPr marL="0" indent="0">
              <a:buNone/>
            </a:pPr>
            <a:endParaRPr lang="en-US" dirty="0">
              <a:solidFill>
                <a:srgbClr val="34425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372A0E-1802-F2ED-4A2C-E3F04AED1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283" y="376801"/>
            <a:ext cx="2875592" cy="599619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4F93FCD7-216C-5E09-8178-3FBB77F96980}"/>
              </a:ext>
            </a:extLst>
          </p:cNvPr>
          <p:cNvGrpSpPr/>
          <p:nvPr/>
        </p:nvGrpSpPr>
        <p:grpSpPr>
          <a:xfrm>
            <a:off x="1468778" y="2012953"/>
            <a:ext cx="1789402" cy="723275"/>
            <a:chOff x="1636232" y="2276872"/>
            <a:chExt cx="1789402" cy="72327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3C24FB2-9DEA-43F6-C401-A6D8162F5E92}"/>
                </a:ext>
              </a:extLst>
            </p:cNvPr>
            <p:cNvSpPr txBox="1"/>
            <p:nvPr/>
          </p:nvSpPr>
          <p:spPr>
            <a:xfrm>
              <a:off x="1847528" y="2276872"/>
              <a:ext cx="1578106" cy="7232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</a:pPr>
              <a:endParaRPr lang="en-US" sz="2000" dirty="0">
                <a:solidFill>
                  <a:srgbClr val="344251"/>
                </a:solidFill>
              </a:endParaRPr>
            </a:p>
            <a:p>
              <a:pPr algn="l">
                <a:lnSpc>
                  <a:spcPct val="90000"/>
                </a:lnSpc>
                <a:spcBef>
                  <a:spcPts val="600"/>
                </a:spcBef>
              </a:pPr>
              <a:r>
                <a:rPr lang="en-US" sz="2000" dirty="0">
                  <a:solidFill>
                    <a:srgbClr val="A4A6A8"/>
                  </a:solidFill>
                </a:rPr>
                <a:t>Connect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16C0FC6-2B86-05FE-5A6E-3EBD630C26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36232" y="2322847"/>
              <a:ext cx="1579448" cy="329347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171F9A0-767D-22A0-D9F7-56AF47F16E9B}"/>
              </a:ext>
            </a:extLst>
          </p:cNvPr>
          <p:cNvGrpSpPr/>
          <p:nvPr/>
        </p:nvGrpSpPr>
        <p:grpSpPr>
          <a:xfrm>
            <a:off x="5217603" y="2012952"/>
            <a:ext cx="2665638" cy="723275"/>
            <a:chOff x="4511824" y="2276872"/>
            <a:chExt cx="2665638" cy="72327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0C0E94B-0A6D-30BB-8704-E564DEA8D9E2}"/>
                </a:ext>
              </a:extLst>
            </p:cNvPr>
            <p:cNvSpPr txBox="1"/>
            <p:nvPr/>
          </p:nvSpPr>
          <p:spPr>
            <a:xfrm>
              <a:off x="4729190" y="2276872"/>
              <a:ext cx="2448272" cy="7232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</a:pPr>
              <a:endParaRPr lang="en-US" sz="2000" dirty="0">
                <a:solidFill>
                  <a:srgbClr val="344251"/>
                </a:solidFill>
              </a:endParaRPr>
            </a:p>
            <a:p>
              <a:pPr algn="l">
                <a:lnSpc>
                  <a:spcPct val="90000"/>
                </a:lnSpc>
                <a:spcBef>
                  <a:spcPts val="600"/>
                </a:spcBef>
              </a:pPr>
              <a:r>
                <a:rPr lang="en-US" sz="2000" dirty="0">
                  <a:solidFill>
                    <a:srgbClr val="A4A6A8"/>
                  </a:solidFill>
                </a:rPr>
                <a:t>Essential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C7740E1-9F56-8474-1AB8-DF57586436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11824" y="2322847"/>
              <a:ext cx="1579448" cy="329347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9D4A6B1-9939-D999-B102-2D4A01B1C560}"/>
              </a:ext>
            </a:extLst>
          </p:cNvPr>
          <p:cNvGrpSpPr/>
          <p:nvPr/>
        </p:nvGrpSpPr>
        <p:grpSpPr>
          <a:xfrm>
            <a:off x="8932070" y="2012951"/>
            <a:ext cx="2710145" cy="723275"/>
            <a:chOff x="9335835" y="2214978"/>
            <a:chExt cx="2710145" cy="72327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69CE46D-7D14-3EC8-2C97-80ABCE2F3329}"/>
                </a:ext>
              </a:extLst>
            </p:cNvPr>
            <p:cNvSpPr txBox="1"/>
            <p:nvPr/>
          </p:nvSpPr>
          <p:spPr>
            <a:xfrm>
              <a:off x="9597708" y="2214978"/>
              <a:ext cx="2448272" cy="7232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</a:pPr>
              <a:endParaRPr lang="en-US" sz="2000" dirty="0">
                <a:solidFill>
                  <a:srgbClr val="344251"/>
                </a:solidFill>
              </a:endParaRPr>
            </a:p>
            <a:p>
              <a:pPr algn="l">
                <a:lnSpc>
                  <a:spcPct val="90000"/>
                </a:lnSpc>
                <a:spcBef>
                  <a:spcPts val="600"/>
                </a:spcBef>
              </a:pPr>
              <a:r>
                <a:rPr lang="en-US" sz="2000" dirty="0">
                  <a:solidFill>
                    <a:srgbClr val="A4A6A8"/>
                  </a:solidFill>
                </a:rPr>
                <a:t>Complete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B9ECC72-D852-BA32-1E45-863441D436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35835" y="2260953"/>
              <a:ext cx="1579448" cy="329347"/>
            </a:xfrm>
            <a:prstGeom prst="rect">
              <a:avLst/>
            </a:prstGeom>
          </p:spPr>
        </p:pic>
      </p:grp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56B6F81B-9807-4F8B-4FD8-E13447A24E4B}"/>
              </a:ext>
            </a:extLst>
          </p:cNvPr>
          <p:cNvGraphicFramePr>
            <a:graphicFrameLocks noGrp="1"/>
          </p:cNvGraphicFramePr>
          <p:nvPr/>
        </p:nvGraphicFramePr>
        <p:xfrm>
          <a:off x="4296263" y="1912422"/>
          <a:ext cx="3608779" cy="432225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8779">
                  <a:extLst>
                    <a:ext uri="{9D8B030D-6E8A-4147-A177-3AD203B41FA5}">
                      <a16:colId xmlns:a16="http://schemas.microsoft.com/office/drawing/2014/main" val="2270495606"/>
                    </a:ext>
                  </a:extLst>
                </a:gridCol>
              </a:tblGrid>
              <a:tr h="81705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848E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8E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8E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8E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4304446"/>
                  </a:ext>
                </a:extLst>
              </a:tr>
              <a:tr h="3243668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b="1" dirty="0">
                          <a:solidFill>
                            <a:srgbClr val="344251"/>
                          </a:solidFill>
                        </a:rPr>
                        <a:t>I-Vision Connect Plus: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solidFill>
                            <a:srgbClr val="344251"/>
                          </a:solidFill>
                        </a:rPr>
                        <a:t>All Safety Inspections &amp; Compliance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solidFill>
                            <a:srgbClr val="344251"/>
                          </a:solidFill>
                        </a:rPr>
                        <a:t>Rolling Road Brake Tests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solidFill>
                            <a:srgbClr val="344251"/>
                          </a:solidFill>
                        </a:rPr>
                        <a:t>Full Access to Isuzu Truck I-Maintain platform for electronic service records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solidFill>
                            <a:srgbClr val="344251"/>
                          </a:solidFill>
                        </a:rPr>
                        <a:t>Electronic Maintenance Planner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solidFill>
                            <a:srgbClr val="344251"/>
                          </a:solidFill>
                        </a:rPr>
                        <a:t>All Routine Maintenance for Vehicle Chassis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solidFill>
                            <a:srgbClr val="344251"/>
                          </a:solidFill>
                        </a:rPr>
                        <a:t>Flexible Contract Period and Mileage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>
                          <a:solidFill>
                            <a:srgbClr val="344251"/>
                          </a:solidFill>
                        </a:rPr>
                        <a:t>Dedicated Customer CARE Executive for Length of Contract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dirty="0">
                          <a:solidFill>
                            <a:srgbClr val="0070C0"/>
                          </a:solidFill>
                        </a:rPr>
                        <a:t>*Fuel Efficiency &amp; Driving Report on Request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dirty="0">
                          <a:solidFill>
                            <a:srgbClr val="0070C0"/>
                          </a:solidFill>
                        </a:rPr>
                        <a:t>Automated Slippage Reporting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dirty="0">
                          <a:solidFill>
                            <a:srgbClr val="0070C0"/>
                          </a:solidFill>
                        </a:rPr>
                        <a:t>Parts Pre-order/Improve Availability</a:t>
                      </a:r>
                      <a:endParaRPr lang="en-US" sz="1400" b="0" dirty="0">
                        <a:solidFill>
                          <a:srgbClr val="A4A6A8"/>
                        </a:solidFill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dirty="0">
                          <a:solidFill>
                            <a:srgbClr val="0070C0"/>
                          </a:solidFill>
                        </a:rPr>
                        <a:t>Remote Pre-service Diagnostics</a:t>
                      </a:r>
                    </a:p>
                  </a:txBody>
                  <a:tcPr>
                    <a:lnL w="12700" cap="flat" cmpd="sng" algn="ctr">
                      <a:solidFill>
                        <a:srgbClr val="848E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8E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8E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8E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261324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4A56542-6AB8-1D20-6775-5B00F5C79FCD}"/>
              </a:ext>
            </a:extLst>
          </p:cNvPr>
          <p:cNvSpPr txBox="1"/>
          <p:nvPr/>
        </p:nvSpPr>
        <p:spPr>
          <a:xfrm>
            <a:off x="7789333" y="6337002"/>
            <a:ext cx="3943667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90000"/>
              </a:lnSpc>
              <a:spcBef>
                <a:spcPts val="600"/>
              </a:spcBef>
            </a:pPr>
            <a:r>
              <a:rPr lang="en-US" sz="1000" dirty="0">
                <a:solidFill>
                  <a:srgbClr val="344251"/>
                </a:solidFill>
              </a:rPr>
              <a:t>*DTU Function Future Development, </a:t>
            </a:r>
          </a:p>
          <a:p>
            <a:pPr algn="r">
              <a:lnSpc>
                <a:spcPct val="90000"/>
              </a:lnSpc>
              <a:spcBef>
                <a:spcPts val="600"/>
              </a:spcBef>
            </a:pPr>
            <a:r>
              <a:rPr lang="en-US" sz="1000" dirty="0">
                <a:solidFill>
                  <a:srgbClr val="344251"/>
                </a:solidFill>
              </a:rPr>
              <a:t>Requires Live Odometer Information &amp; Tachograph Integration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DDFD3ADA-D818-09DD-8D63-8E20B3E346C6}"/>
              </a:ext>
            </a:extLst>
          </p:cNvPr>
          <p:cNvGraphicFramePr>
            <a:graphicFrameLocks noGrp="1"/>
          </p:cNvGraphicFramePr>
          <p:nvPr/>
        </p:nvGraphicFramePr>
        <p:xfrm>
          <a:off x="5897599" y="6335202"/>
          <a:ext cx="2112242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515856808"/>
                    </a:ext>
                  </a:extLst>
                </a:gridCol>
                <a:gridCol w="1903962">
                  <a:extLst>
                    <a:ext uri="{9D8B030D-6E8A-4147-A177-3AD203B41FA5}">
                      <a16:colId xmlns:a16="http://schemas.microsoft.com/office/drawing/2014/main" val="89727022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endParaRPr lang="en-US" sz="900" dirty="0">
                        <a:solidFill>
                          <a:srgbClr val="34425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848E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8E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8E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8E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rgbClr val="344251"/>
                          </a:solidFill>
                        </a:rPr>
                        <a:t>Benefits of 5-Year Warranty</a:t>
                      </a:r>
                    </a:p>
                  </a:txBody>
                  <a:tcPr>
                    <a:lnL w="12700" cap="flat" cmpd="sng" algn="ctr">
                      <a:solidFill>
                        <a:srgbClr val="848E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8E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8E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8E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4804864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endParaRPr lang="en-US" sz="900" dirty="0">
                        <a:solidFill>
                          <a:srgbClr val="34425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848E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8E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8E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8E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rgbClr val="344251"/>
                          </a:solidFill>
                        </a:rPr>
                        <a:t>Benefits of Connected DTU</a:t>
                      </a:r>
                    </a:p>
                  </a:txBody>
                  <a:tcPr>
                    <a:lnL w="12700" cap="flat" cmpd="sng" algn="ctr">
                      <a:solidFill>
                        <a:srgbClr val="848E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8E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8E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8E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12313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8120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A619260-6C5A-2134-A765-B0DEA059AF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noProof="0" dirty="0">
                <a:solidFill>
                  <a:srgbClr val="344251"/>
                </a:solidFill>
              </a:rPr>
              <a:t>I-Vision Contract Maintenance Sales Forecast - &gt;3.51 tonne</a:t>
            </a:r>
          </a:p>
          <a:p>
            <a:r>
              <a:rPr lang="en-GB" noProof="0" dirty="0">
                <a:solidFill>
                  <a:srgbClr val="344251"/>
                </a:solidFill>
              </a:rPr>
              <a:t>KPI based on Mid-Term Sales Registration Plan CY2026-CY2030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685970F-C027-C988-F521-E746B9DE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344251"/>
                </a:solidFill>
              </a:rPr>
              <a:t>Key Performance Indicators </a:t>
            </a:r>
            <a:r>
              <a:rPr lang="en-US" sz="2000" dirty="0">
                <a:solidFill>
                  <a:srgbClr val="344251"/>
                </a:solidFill>
              </a:rPr>
              <a:t>(KPI’s)</a:t>
            </a:r>
            <a:endParaRPr lang="en-US" dirty="0">
              <a:solidFill>
                <a:srgbClr val="34425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715A8C-9194-AB70-4C61-D6D782E62C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283" y="376801"/>
            <a:ext cx="2875592" cy="599619"/>
          </a:xfrm>
          <a:prstGeom prst="rect">
            <a:avLst/>
          </a:prstGeom>
        </p:spPr>
      </p:pic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9B9DA989-45EC-607C-6E11-B99A04F7D405}"/>
              </a:ext>
            </a:extLst>
          </p:cNvPr>
          <p:cNvGraphicFramePr/>
          <p:nvPr/>
        </p:nvGraphicFramePr>
        <p:xfrm>
          <a:off x="623392" y="1988840"/>
          <a:ext cx="6840760" cy="2452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B1E8960A-9160-EB9B-4250-B82745C9D193}"/>
              </a:ext>
            </a:extLst>
          </p:cNvPr>
          <p:cNvGraphicFramePr/>
          <p:nvPr/>
        </p:nvGraphicFramePr>
        <p:xfrm>
          <a:off x="623392" y="4465854"/>
          <a:ext cx="6840760" cy="21807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BBFDFE43-0E99-AA65-FC3A-149A514D859D}"/>
              </a:ext>
            </a:extLst>
          </p:cNvPr>
          <p:cNvSpPr txBox="1">
            <a:spLocks/>
          </p:cNvSpPr>
          <p:nvPr/>
        </p:nvSpPr>
        <p:spPr>
          <a:xfrm>
            <a:off x="7488730" y="1988840"/>
            <a:ext cx="4583934" cy="2452580"/>
          </a:xfrm>
          <a:prstGeom prst="rect">
            <a:avLst/>
          </a:prstGeom>
          <a:ln>
            <a:solidFill>
              <a:srgbClr val="344251"/>
            </a:solidFill>
          </a:ln>
        </p:spPr>
        <p:txBody>
          <a:bodyPr vert="horz" lIns="0" tIns="45720" rIns="91440" bIns="45720" rtlCol="0">
            <a:noAutofit/>
          </a:bodyPr>
          <a:lstStyle>
            <a:lvl1pPr marL="226800" indent="-226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20000"/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4400" indent="-237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7600" indent="-226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6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1200" indent="-226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50" dirty="0">
                <a:solidFill>
                  <a:srgbClr val="344251"/>
                </a:solidFill>
              </a:rPr>
              <a:t>Contract Maintenance Sales Penetration objective:</a:t>
            </a:r>
          </a:p>
          <a:p>
            <a:pPr lvl="1"/>
            <a:r>
              <a:rPr lang="en-US" sz="1150" dirty="0">
                <a:solidFill>
                  <a:srgbClr val="344251"/>
                </a:solidFill>
              </a:rPr>
              <a:t>+4% in 2027 – Driven by New P700 Impact</a:t>
            </a:r>
          </a:p>
          <a:p>
            <a:pPr lvl="1"/>
            <a:r>
              <a:rPr lang="en-US" sz="1150" dirty="0">
                <a:solidFill>
                  <a:srgbClr val="344251"/>
                </a:solidFill>
              </a:rPr>
              <a:t>+2% Year-on-Year in CY28 to CY30  </a:t>
            </a:r>
          </a:p>
          <a:p>
            <a:r>
              <a:rPr lang="en-US" sz="1150" dirty="0">
                <a:solidFill>
                  <a:srgbClr val="344251"/>
                </a:solidFill>
              </a:rPr>
              <a:t>Key Actions to achieve objectives:</a:t>
            </a:r>
          </a:p>
          <a:p>
            <a:pPr lvl="1"/>
            <a:r>
              <a:rPr lang="en-US" sz="1150" dirty="0">
                <a:solidFill>
                  <a:srgbClr val="344251"/>
                </a:solidFill>
              </a:rPr>
              <a:t>Sales Training – OLAT &amp; Contract Maintenance</a:t>
            </a:r>
          </a:p>
          <a:p>
            <a:pPr lvl="1"/>
            <a:r>
              <a:rPr lang="en-US" sz="1150" dirty="0">
                <a:solidFill>
                  <a:srgbClr val="344251"/>
                </a:solidFill>
              </a:rPr>
              <a:t>100% Increase in Salesperson Reward Scheme</a:t>
            </a:r>
          </a:p>
          <a:p>
            <a:r>
              <a:rPr lang="en-US" sz="1150" dirty="0">
                <a:solidFill>
                  <a:srgbClr val="344251"/>
                </a:solidFill>
              </a:rPr>
              <a:t>Contract Maintenance Parts Sales turnover will increase in line with New Vehicle Contract Sales.</a:t>
            </a:r>
          </a:p>
          <a:p>
            <a:r>
              <a:rPr lang="en-US" sz="1150" dirty="0">
                <a:solidFill>
                  <a:srgbClr val="344251"/>
                </a:solidFill>
              </a:rPr>
              <a:t>Turnover = Terminating Contracts forecast 2026-2030, Plus New Vehicle Contract Sales, Multiplied by the average Parts Sales Per Unit Per Year</a:t>
            </a: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6A5BF68B-4136-04C5-7950-273A8D0925CE}"/>
              </a:ext>
            </a:extLst>
          </p:cNvPr>
          <p:cNvGraphicFramePr/>
          <p:nvPr/>
        </p:nvGraphicFramePr>
        <p:xfrm>
          <a:off x="7488730" y="4465854"/>
          <a:ext cx="4583934" cy="21807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8654753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2534E-9EF7-65AB-0CCC-FE9533069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E769062-284C-12A0-2D02-2C1986218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>
                <a:solidFill>
                  <a:srgbClr val="0B1F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PMS KPI Proposal</a:t>
            </a:r>
          </a:p>
        </p:txBody>
      </p:sp>
      <p:sp>
        <p:nvSpPr>
          <p:cNvPr id="3" name="Shape 8">
            <a:extLst>
              <a:ext uri="{FF2B5EF4-FFF2-40B4-BE49-F238E27FC236}">
                <a16:creationId xmlns:a16="http://schemas.microsoft.com/office/drawing/2014/main" id="{B11A08C1-E0DC-6006-2CFE-8293929BE160}"/>
              </a:ext>
            </a:extLst>
          </p:cNvPr>
          <p:cNvSpPr/>
          <p:nvPr/>
        </p:nvSpPr>
        <p:spPr>
          <a:xfrm>
            <a:off x="621792" y="1537176"/>
            <a:ext cx="2615184" cy="4160520"/>
          </a:xfrm>
          <a:prstGeom prst="rect">
            <a:avLst/>
          </a:prstGeom>
          <a:solidFill>
            <a:srgbClr val="E6F0F0"/>
          </a:solidFill>
          <a:ln w="12700">
            <a:solidFill>
              <a:srgbClr val="21585A"/>
            </a:solidFill>
            <a:prstDash val="solid"/>
          </a:ln>
          <a:effectLst>
            <a:outerShdw blurRad="12700" dist="4445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8722BA29-5577-979C-5361-7913D94E66C5}"/>
              </a:ext>
            </a:extLst>
          </p:cNvPr>
          <p:cNvSpPr/>
          <p:nvPr/>
        </p:nvSpPr>
        <p:spPr>
          <a:xfrm>
            <a:off x="621792" y="1537176"/>
            <a:ext cx="2615184" cy="566928"/>
          </a:xfrm>
          <a:prstGeom prst="rect">
            <a:avLst/>
          </a:prstGeom>
          <a:solidFill>
            <a:srgbClr val="21585A"/>
          </a:solidFill>
          <a:ln>
            <a:solidFill>
              <a:srgbClr val="21585A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Commercial</a:t>
            </a:r>
            <a:endParaRPr lang="en-US" sz="1500" dirty="0"/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C2C970F6-7127-6212-910C-FCA9792C1B7E}"/>
              </a:ext>
            </a:extLst>
          </p:cNvPr>
          <p:cNvSpPr/>
          <p:nvPr/>
        </p:nvSpPr>
        <p:spPr>
          <a:xfrm>
            <a:off x="850392" y="2332704"/>
            <a:ext cx="310896" cy="310896"/>
          </a:xfrm>
          <a:prstGeom prst="ellipse">
            <a:avLst/>
          </a:prstGeom>
          <a:solidFill>
            <a:srgbClr val="21585A"/>
          </a:solidFill>
          <a:ln>
            <a:solidFill>
              <a:srgbClr val="21585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0D18D396-614F-373E-AD4D-D72CA8D87F73}"/>
              </a:ext>
            </a:extLst>
          </p:cNvPr>
          <p:cNvSpPr/>
          <p:nvPr/>
        </p:nvSpPr>
        <p:spPr>
          <a:xfrm>
            <a:off x="1280160" y="2314416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442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Selected PMS QTY / £</a:t>
            </a:r>
            <a:endParaRPr lang="en-US" sz="102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FA971FBF-6B3C-801A-15A6-D3FB77FACE88}"/>
              </a:ext>
            </a:extLst>
          </p:cNvPr>
          <p:cNvSpPr/>
          <p:nvPr/>
        </p:nvSpPr>
        <p:spPr>
          <a:xfrm>
            <a:off x="850392" y="2908776"/>
            <a:ext cx="310896" cy="310896"/>
          </a:xfrm>
          <a:prstGeom prst="ellipse">
            <a:avLst/>
          </a:prstGeom>
          <a:solidFill>
            <a:srgbClr val="21585A"/>
          </a:solidFill>
          <a:ln>
            <a:solidFill>
              <a:srgbClr val="21585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0E2E363B-44AA-245B-B9ED-A218AC430FE4}"/>
              </a:ext>
            </a:extLst>
          </p:cNvPr>
          <p:cNvSpPr/>
          <p:nvPr/>
        </p:nvSpPr>
        <p:spPr>
          <a:xfrm>
            <a:off x="1280160" y="2890488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442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Dealer baseline uplift</a:t>
            </a:r>
            <a:endParaRPr lang="en-US" sz="1020" dirty="0"/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5FBCA4A1-4968-D766-2CC4-5200BCFE47B9}"/>
              </a:ext>
            </a:extLst>
          </p:cNvPr>
          <p:cNvSpPr/>
          <p:nvPr/>
        </p:nvSpPr>
        <p:spPr>
          <a:xfrm>
            <a:off x="850392" y="3484848"/>
            <a:ext cx="310896" cy="310896"/>
          </a:xfrm>
          <a:prstGeom prst="ellipse">
            <a:avLst/>
          </a:prstGeom>
          <a:solidFill>
            <a:srgbClr val="21585A"/>
          </a:solidFill>
          <a:ln>
            <a:solidFill>
              <a:srgbClr val="21585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469AF6A7-C59F-2B68-686C-CD8E4D8F9955}"/>
              </a:ext>
            </a:extLst>
          </p:cNvPr>
          <p:cNvSpPr/>
          <p:nvPr/>
        </p:nvSpPr>
        <p:spPr>
          <a:xfrm>
            <a:off x="1280160" y="3466560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442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Air-filter inclusion rate</a:t>
            </a:r>
            <a:endParaRPr lang="en-US" sz="1020" dirty="0"/>
          </a:p>
        </p:txBody>
      </p:sp>
      <p:sp>
        <p:nvSpPr>
          <p:cNvPr id="27" name="Text 16">
            <a:extLst>
              <a:ext uri="{FF2B5EF4-FFF2-40B4-BE49-F238E27FC236}">
                <a16:creationId xmlns:a16="http://schemas.microsoft.com/office/drawing/2014/main" id="{B665F375-BEA8-D498-6C2A-E3C2FAA520E9}"/>
              </a:ext>
            </a:extLst>
          </p:cNvPr>
          <p:cNvSpPr/>
          <p:nvPr/>
        </p:nvSpPr>
        <p:spPr>
          <a:xfrm>
            <a:off x="850392" y="4060920"/>
            <a:ext cx="310896" cy="310896"/>
          </a:xfrm>
          <a:prstGeom prst="ellipse">
            <a:avLst/>
          </a:prstGeom>
          <a:solidFill>
            <a:srgbClr val="21585A"/>
          </a:solidFill>
          <a:ln>
            <a:solidFill>
              <a:srgbClr val="21585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17">
            <a:extLst>
              <a:ext uri="{FF2B5EF4-FFF2-40B4-BE49-F238E27FC236}">
                <a16:creationId xmlns:a16="http://schemas.microsoft.com/office/drawing/2014/main" id="{DEBC3C7F-3418-93F2-87F8-AC5409D6D930}"/>
              </a:ext>
            </a:extLst>
          </p:cNvPr>
          <p:cNvSpPr/>
          <p:nvPr/>
        </p:nvSpPr>
        <p:spPr>
          <a:xfrm>
            <a:off x="1280160" y="4042632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442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Complete filter-pack rate</a:t>
            </a:r>
            <a:endParaRPr lang="en-US" sz="1020" dirty="0"/>
          </a:p>
        </p:txBody>
      </p:sp>
      <p:sp>
        <p:nvSpPr>
          <p:cNvPr id="33" name="Text 18">
            <a:extLst>
              <a:ext uri="{FF2B5EF4-FFF2-40B4-BE49-F238E27FC236}">
                <a16:creationId xmlns:a16="http://schemas.microsoft.com/office/drawing/2014/main" id="{D59A18B5-5A50-1ADA-38FE-CD61499B35E0}"/>
              </a:ext>
            </a:extLst>
          </p:cNvPr>
          <p:cNvSpPr/>
          <p:nvPr/>
        </p:nvSpPr>
        <p:spPr>
          <a:xfrm>
            <a:off x="850392" y="4636992"/>
            <a:ext cx="310896" cy="310896"/>
          </a:xfrm>
          <a:prstGeom prst="ellipse">
            <a:avLst/>
          </a:prstGeom>
          <a:solidFill>
            <a:srgbClr val="21585A"/>
          </a:solidFill>
          <a:ln>
            <a:solidFill>
              <a:srgbClr val="21585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19">
            <a:extLst>
              <a:ext uri="{FF2B5EF4-FFF2-40B4-BE49-F238E27FC236}">
                <a16:creationId xmlns:a16="http://schemas.microsoft.com/office/drawing/2014/main" id="{F4E6E334-93D8-E145-85FA-E367CCC4577C}"/>
              </a:ext>
            </a:extLst>
          </p:cNvPr>
          <p:cNvSpPr/>
          <p:nvPr/>
        </p:nvSpPr>
        <p:spPr>
          <a:xfrm>
            <a:off x="1280160" y="4618704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442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 retention / next reminder</a:t>
            </a:r>
            <a:endParaRPr lang="en-US" sz="1020" dirty="0"/>
          </a:p>
        </p:txBody>
      </p:sp>
      <p:sp>
        <p:nvSpPr>
          <p:cNvPr id="39" name="Shape 20">
            <a:extLst>
              <a:ext uri="{FF2B5EF4-FFF2-40B4-BE49-F238E27FC236}">
                <a16:creationId xmlns:a16="http://schemas.microsoft.com/office/drawing/2014/main" id="{C7911A70-37B1-C028-0066-9D2DBB078B32}"/>
              </a:ext>
            </a:extLst>
          </p:cNvPr>
          <p:cNvSpPr/>
          <p:nvPr/>
        </p:nvSpPr>
        <p:spPr>
          <a:xfrm>
            <a:off x="3401568" y="1537176"/>
            <a:ext cx="2615184" cy="4160520"/>
          </a:xfrm>
          <a:prstGeom prst="rect">
            <a:avLst/>
          </a:prstGeom>
          <a:solidFill>
            <a:srgbClr val="E9EFF7"/>
          </a:solidFill>
          <a:ln w="12700">
            <a:solidFill>
              <a:srgbClr val="002664"/>
            </a:solidFill>
            <a:prstDash val="solid"/>
          </a:ln>
          <a:effectLst>
            <a:outerShdw blurRad="12700" dist="4445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2" name="Text 21">
            <a:extLst>
              <a:ext uri="{FF2B5EF4-FFF2-40B4-BE49-F238E27FC236}">
                <a16:creationId xmlns:a16="http://schemas.microsoft.com/office/drawing/2014/main" id="{45CFA67A-DAE0-7885-ABCB-6E8EB2CAFF22}"/>
              </a:ext>
            </a:extLst>
          </p:cNvPr>
          <p:cNvSpPr/>
          <p:nvPr/>
        </p:nvSpPr>
        <p:spPr>
          <a:xfrm>
            <a:off x="3401568" y="1537176"/>
            <a:ext cx="2615184" cy="566928"/>
          </a:xfrm>
          <a:prstGeom prst="rect">
            <a:avLst/>
          </a:prstGeom>
          <a:solidFill>
            <a:srgbClr val="002664"/>
          </a:solidFill>
          <a:ln>
            <a:solidFill>
              <a:srgbClr val="002664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Contract Maintenance</a:t>
            </a:r>
            <a:endParaRPr lang="en-US" sz="1500" dirty="0"/>
          </a:p>
        </p:txBody>
      </p:sp>
      <p:sp>
        <p:nvSpPr>
          <p:cNvPr id="45" name="Text 22">
            <a:extLst>
              <a:ext uri="{FF2B5EF4-FFF2-40B4-BE49-F238E27FC236}">
                <a16:creationId xmlns:a16="http://schemas.microsoft.com/office/drawing/2014/main" id="{66BF8597-5DAD-8BEF-69E0-EF59D70C8832}"/>
              </a:ext>
            </a:extLst>
          </p:cNvPr>
          <p:cNvSpPr/>
          <p:nvPr/>
        </p:nvSpPr>
        <p:spPr>
          <a:xfrm>
            <a:off x="3630168" y="2332704"/>
            <a:ext cx="310896" cy="310896"/>
          </a:xfrm>
          <a:prstGeom prst="ellipse">
            <a:avLst/>
          </a:prstGeom>
          <a:solidFill>
            <a:srgbClr val="002664"/>
          </a:solidFill>
          <a:ln>
            <a:solidFill>
              <a:srgbClr val="002664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1</a:t>
            </a:r>
            <a:endParaRPr lang="en-US" sz="1100" dirty="0"/>
          </a:p>
        </p:txBody>
      </p:sp>
      <p:sp>
        <p:nvSpPr>
          <p:cNvPr id="48" name="Text 23">
            <a:extLst>
              <a:ext uri="{FF2B5EF4-FFF2-40B4-BE49-F238E27FC236}">
                <a16:creationId xmlns:a16="http://schemas.microsoft.com/office/drawing/2014/main" id="{75ADFEE9-7FA2-E0E9-5C9F-787AFED244CC}"/>
              </a:ext>
            </a:extLst>
          </p:cNvPr>
          <p:cNvSpPr/>
          <p:nvPr/>
        </p:nvSpPr>
        <p:spPr>
          <a:xfrm>
            <a:off x="4059936" y="2314416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442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Penetration % of registrations</a:t>
            </a:r>
            <a:endParaRPr lang="en-US" sz="1020" dirty="0"/>
          </a:p>
        </p:txBody>
      </p:sp>
      <p:sp>
        <p:nvSpPr>
          <p:cNvPr id="51" name="Text 24">
            <a:extLst>
              <a:ext uri="{FF2B5EF4-FFF2-40B4-BE49-F238E27FC236}">
                <a16:creationId xmlns:a16="http://schemas.microsoft.com/office/drawing/2014/main" id="{8F5AF8BB-7A7C-412B-2ACC-F62EDD34F545}"/>
              </a:ext>
            </a:extLst>
          </p:cNvPr>
          <p:cNvSpPr/>
          <p:nvPr/>
        </p:nvSpPr>
        <p:spPr>
          <a:xfrm>
            <a:off x="3630168" y="2908776"/>
            <a:ext cx="310896" cy="310896"/>
          </a:xfrm>
          <a:prstGeom prst="ellipse">
            <a:avLst/>
          </a:prstGeom>
          <a:solidFill>
            <a:srgbClr val="002664"/>
          </a:solidFill>
          <a:ln>
            <a:solidFill>
              <a:srgbClr val="002664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2</a:t>
            </a:r>
            <a:endParaRPr lang="en-US" sz="1100" dirty="0"/>
          </a:p>
        </p:txBody>
      </p:sp>
      <p:sp>
        <p:nvSpPr>
          <p:cNvPr id="57" name="Text 26">
            <a:extLst>
              <a:ext uri="{FF2B5EF4-FFF2-40B4-BE49-F238E27FC236}">
                <a16:creationId xmlns:a16="http://schemas.microsoft.com/office/drawing/2014/main" id="{1FE0BB41-AD46-665A-6AA3-51F88AFDF438}"/>
              </a:ext>
            </a:extLst>
          </p:cNvPr>
          <p:cNvSpPr/>
          <p:nvPr/>
        </p:nvSpPr>
        <p:spPr>
          <a:xfrm>
            <a:off x="3630168" y="3484848"/>
            <a:ext cx="310896" cy="310896"/>
          </a:xfrm>
          <a:prstGeom prst="ellipse">
            <a:avLst/>
          </a:prstGeom>
          <a:solidFill>
            <a:srgbClr val="002664"/>
          </a:solidFill>
          <a:ln>
            <a:solidFill>
              <a:srgbClr val="002664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3</a:t>
            </a:r>
            <a:endParaRPr lang="en-US" sz="1100" dirty="0"/>
          </a:p>
        </p:txBody>
      </p:sp>
      <p:sp>
        <p:nvSpPr>
          <p:cNvPr id="60" name="Text 27">
            <a:extLst>
              <a:ext uri="{FF2B5EF4-FFF2-40B4-BE49-F238E27FC236}">
                <a16:creationId xmlns:a16="http://schemas.microsoft.com/office/drawing/2014/main" id="{09C8C624-B9B8-41AD-E370-83FBBBB71A18}"/>
              </a:ext>
            </a:extLst>
          </p:cNvPr>
          <p:cNvSpPr/>
          <p:nvPr/>
        </p:nvSpPr>
        <p:spPr>
          <a:xfrm>
            <a:off x="4059936" y="2906122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442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Active vehicles on contract</a:t>
            </a:r>
            <a:endParaRPr lang="en-US" sz="1020" dirty="0"/>
          </a:p>
        </p:txBody>
      </p:sp>
      <p:sp>
        <p:nvSpPr>
          <p:cNvPr id="63" name="Text 28">
            <a:extLst>
              <a:ext uri="{FF2B5EF4-FFF2-40B4-BE49-F238E27FC236}">
                <a16:creationId xmlns:a16="http://schemas.microsoft.com/office/drawing/2014/main" id="{0F56E8C6-4B9C-51D1-2200-B686454AD96F}"/>
              </a:ext>
            </a:extLst>
          </p:cNvPr>
          <p:cNvSpPr/>
          <p:nvPr/>
        </p:nvSpPr>
        <p:spPr>
          <a:xfrm>
            <a:off x="3630168" y="4060920"/>
            <a:ext cx="310896" cy="310896"/>
          </a:xfrm>
          <a:prstGeom prst="ellipse">
            <a:avLst/>
          </a:prstGeom>
          <a:solidFill>
            <a:srgbClr val="002664"/>
          </a:solidFill>
          <a:ln>
            <a:solidFill>
              <a:srgbClr val="002664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4</a:t>
            </a:r>
            <a:endParaRPr lang="en-US" sz="1100" dirty="0"/>
          </a:p>
        </p:txBody>
      </p:sp>
      <p:sp>
        <p:nvSpPr>
          <p:cNvPr id="65" name="Text 29">
            <a:extLst>
              <a:ext uri="{FF2B5EF4-FFF2-40B4-BE49-F238E27FC236}">
                <a16:creationId xmlns:a16="http://schemas.microsoft.com/office/drawing/2014/main" id="{741C8BE9-20B5-CE93-6BD5-C30F7FE2881E}"/>
              </a:ext>
            </a:extLst>
          </p:cNvPr>
          <p:cNvSpPr/>
          <p:nvPr/>
        </p:nvSpPr>
        <p:spPr>
          <a:xfrm>
            <a:off x="4059936" y="3482194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442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Contract parts turnover</a:t>
            </a:r>
            <a:endParaRPr lang="en-US" sz="1020" dirty="0"/>
          </a:p>
        </p:txBody>
      </p:sp>
      <p:sp>
        <p:nvSpPr>
          <p:cNvPr id="72" name="Text 31">
            <a:extLst>
              <a:ext uri="{FF2B5EF4-FFF2-40B4-BE49-F238E27FC236}">
                <a16:creationId xmlns:a16="http://schemas.microsoft.com/office/drawing/2014/main" id="{DB2E29C3-725B-91E0-D350-460D00F6B0A1}"/>
              </a:ext>
            </a:extLst>
          </p:cNvPr>
          <p:cNvSpPr/>
          <p:nvPr/>
        </p:nvSpPr>
        <p:spPr>
          <a:xfrm>
            <a:off x="4059936" y="4058266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442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Contract parts margin</a:t>
            </a:r>
            <a:endParaRPr lang="en-US" sz="1020" dirty="0"/>
          </a:p>
        </p:txBody>
      </p:sp>
      <p:sp>
        <p:nvSpPr>
          <p:cNvPr id="76" name="Shape 32">
            <a:extLst>
              <a:ext uri="{FF2B5EF4-FFF2-40B4-BE49-F238E27FC236}">
                <a16:creationId xmlns:a16="http://schemas.microsoft.com/office/drawing/2014/main" id="{962DB860-494F-B66A-7CA2-AF5B30C4440F}"/>
              </a:ext>
            </a:extLst>
          </p:cNvPr>
          <p:cNvSpPr/>
          <p:nvPr/>
        </p:nvSpPr>
        <p:spPr>
          <a:xfrm>
            <a:off x="6181344" y="1537176"/>
            <a:ext cx="2615184" cy="4160520"/>
          </a:xfrm>
          <a:prstGeom prst="rect">
            <a:avLst/>
          </a:prstGeom>
          <a:solidFill>
            <a:srgbClr val="EDF0F3"/>
          </a:solidFill>
          <a:ln w="12700">
            <a:solidFill>
              <a:srgbClr val="344251"/>
            </a:solidFill>
            <a:prstDash val="solid"/>
          </a:ln>
          <a:effectLst>
            <a:outerShdw blurRad="12700" dist="4445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0" name="Text 33">
            <a:extLst>
              <a:ext uri="{FF2B5EF4-FFF2-40B4-BE49-F238E27FC236}">
                <a16:creationId xmlns:a16="http://schemas.microsoft.com/office/drawing/2014/main" id="{6281B670-1803-77BF-57E3-5E4FCD952A2D}"/>
              </a:ext>
            </a:extLst>
          </p:cNvPr>
          <p:cNvSpPr/>
          <p:nvPr/>
        </p:nvSpPr>
        <p:spPr>
          <a:xfrm>
            <a:off x="6181344" y="1537176"/>
            <a:ext cx="2615184" cy="566928"/>
          </a:xfrm>
          <a:prstGeom prst="rect">
            <a:avLst/>
          </a:prstGeom>
          <a:solidFill>
            <a:srgbClr val="344251"/>
          </a:solidFill>
          <a:ln>
            <a:solidFill>
              <a:srgbClr val="344251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Availability &amp; quality</a:t>
            </a:r>
            <a:endParaRPr lang="en-US" sz="1500" dirty="0"/>
          </a:p>
        </p:txBody>
      </p:sp>
      <p:sp>
        <p:nvSpPr>
          <p:cNvPr id="84" name="Text 34">
            <a:extLst>
              <a:ext uri="{FF2B5EF4-FFF2-40B4-BE49-F238E27FC236}">
                <a16:creationId xmlns:a16="http://schemas.microsoft.com/office/drawing/2014/main" id="{0C1272C1-3A4E-A462-9836-F45754025ED6}"/>
              </a:ext>
            </a:extLst>
          </p:cNvPr>
          <p:cNvSpPr/>
          <p:nvPr/>
        </p:nvSpPr>
        <p:spPr>
          <a:xfrm>
            <a:off x="6409944" y="2332704"/>
            <a:ext cx="310896" cy="310896"/>
          </a:xfrm>
          <a:prstGeom prst="ellipse">
            <a:avLst/>
          </a:prstGeom>
          <a:solidFill>
            <a:srgbClr val="344251"/>
          </a:solidFill>
          <a:ln>
            <a:solidFill>
              <a:srgbClr val="344251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1</a:t>
            </a:r>
            <a:endParaRPr lang="en-US" sz="1100" dirty="0"/>
          </a:p>
        </p:txBody>
      </p:sp>
      <p:sp>
        <p:nvSpPr>
          <p:cNvPr id="88" name="Text 35">
            <a:extLst>
              <a:ext uri="{FF2B5EF4-FFF2-40B4-BE49-F238E27FC236}">
                <a16:creationId xmlns:a16="http://schemas.microsoft.com/office/drawing/2014/main" id="{AD9F18D4-4AA4-55ED-D698-C06961BC0BCB}"/>
              </a:ext>
            </a:extLst>
          </p:cNvPr>
          <p:cNvSpPr/>
          <p:nvPr/>
        </p:nvSpPr>
        <p:spPr>
          <a:xfrm>
            <a:off x="6839712" y="2314416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442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Parts availability / fill rate</a:t>
            </a:r>
            <a:endParaRPr lang="en-US" sz="1020" dirty="0"/>
          </a:p>
        </p:txBody>
      </p:sp>
      <p:sp>
        <p:nvSpPr>
          <p:cNvPr id="92" name="Text 36">
            <a:extLst>
              <a:ext uri="{FF2B5EF4-FFF2-40B4-BE49-F238E27FC236}">
                <a16:creationId xmlns:a16="http://schemas.microsoft.com/office/drawing/2014/main" id="{9F027E74-89B7-C942-0CF3-D5D641B2464A}"/>
              </a:ext>
            </a:extLst>
          </p:cNvPr>
          <p:cNvSpPr/>
          <p:nvPr/>
        </p:nvSpPr>
        <p:spPr>
          <a:xfrm>
            <a:off x="6409944" y="2908776"/>
            <a:ext cx="310896" cy="310896"/>
          </a:xfrm>
          <a:prstGeom prst="ellipse">
            <a:avLst/>
          </a:prstGeom>
          <a:solidFill>
            <a:srgbClr val="344251"/>
          </a:solidFill>
          <a:ln>
            <a:solidFill>
              <a:srgbClr val="344251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2</a:t>
            </a:r>
            <a:endParaRPr lang="en-US" sz="1100" dirty="0"/>
          </a:p>
        </p:txBody>
      </p:sp>
      <p:sp>
        <p:nvSpPr>
          <p:cNvPr id="96" name="Text 37">
            <a:extLst>
              <a:ext uri="{FF2B5EF4-FFF2-40B4-BE49-F238E27FC236}">
                <a16:creationId xmlns:a16="http://schemas.microsoft.com/office/drawing/2014/main" id="{CC93F9B2-9A5C-BB2F-C96A-89943F354CAD}"/>
              </a:ext>
            </a:extLst>
          </p:cNvPr>
          <p:cNvSpPr/>
          <p:nvPr/>
        </p:nvSpPr>
        <p:spPr>
          <a:xfrm>
            <a:off x="6839712" y="2890488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442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Back-order status</a:t>
            </a:r>
            <a:endParaRPr lang="en-US" sz="1020" dirty="0"/>
          </a:p>
        </p:txBody>
      </p:sp>
      <p:sp>
        <p:nvSpPr>
          <p:cNvPr id="100" name="Text 38">
            <a:extLst>
              <a:ext uri="{FF2B5EF4-FFF2-40B4-BE49-F238E27FC236}">
                <a16:creationId xmlns:a16="http://schemas.microsoft.com/office/drawing/2014/main" id="{03C07D80-F7E9-31FF-F5B1-6993211DD16F}"/>
              </a:ext>
            </a:extLst>
          </p:cNvPr>
          <p:cNvSpPr/>
          <p:nvPr/>
        </p:nvSpPr>
        <p:spPr>
          <a:xfrm>
            <a:off x="6409944" y="3484848"/>
            <a:ext cx="310896" cy="310896"/>
          </a:xfrm>
          <a:prstGeom prst="ellipse">
            <a:avLst/>
          </a:prstGeom>
          <a:solidFill>
            <a:srgbClr val="344251"/>
          </a:solidFill>
          <a:ln>
            <a:solidFill>
              <a:srgbClr val="344251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3</a:t>
            </a:r>
            <a:endParaRPr lang="en-US" sz="1100" dirty="0"/>
          </a:p>
        </p:txBody>
      </p:sp>
      <p:sp>
        <p:nvSpPr>
          <p:cNvPr id="104" name="Text 39">
            <a:extLst>
              <a:ext uri="{FF2B5EF4-FFF2-40B4-BE49-F238E27FC236}">
                <a16:creationId xmlns:a16="http://schemas.microsoft.com/office/drawing/2014/main" id="{5021E415-711B-5127-E25D-E9C2589C23C9}"/>
              </a:ext>
            </a:extLst>
          </p:cNvPr>
          <p:cNvSpPr/>
          <p:nvPr/>
        </p:nvSpPr>
        <p:spPr>
          <a:xfrm>
            <a:off x="6839712" y="3466560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442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Correct VIN / part selection</a:t>
            </a:r>
            <a:endParaRPr lang="en-US" sz="1020" dirty="0"/>
          </a:p>
        </p:txBody>
      </p:sp>
      <p:sp>
        <p:nvSpPr>
          <p:cNvPr id="116" name="Shape 44">
            <a:extLst>
              <a:ext uri="{FF2B5EF4-FFF2-40B4-BE49-F238E27FC236}">
                <a16:creationId xmlns:a16="http://schemas.microsoft.com/office/drawing/2014/main" id="{4C959E54-44A8-8BBE-76FA-353BD6A39B9D}"/>
              </a:ext>
            </a:extLst>
          </p:cNvPr>
          <p:cNvSpPr/>
          <p:nvPr/>
        </p:nvSpPr>
        <p:spPr>
          <a:xfrm>
            <a:off x="8961120" y="1537176"/>
            <a:ext cx="2615184" cy="4160520"/>
          </a:xfrm>
          <a:prstGeom prst="rect">
            <a:avLst/>
          </a:prstGeom>
          <a:solidFill>
            <a:srgbClr val="F7E8EA"/>
          </a:solidFill>
          <a:ln w="12700">
            <a:solidFill>
              <a:srgbClr val="B5091F"/>
            </a:solidFill>
            <a:prstDash val="solid"/>
          </a:ln>
          <a:effectLst>
            <a:outerShdw blurRad="12700" dist="4445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8" name="Text 45">
            <a:extLst>
              <a:ext uri="{FF2B5EF4-FFF2-40B4-BE49-F238E27FC236}">
                <a16:creationId xmlns:a16="http://schemas.microsoft.com/office/drawing/2014/main" id="{925BCFCE-6DB1-541B-1C61-B1650490D619}"/>
              </a:ext>
            </a:extLst>
          </p:cNvPr>
          <p:cNvSpPr/>
          <p:nvPr/>
        </p:nvSpPr>
        <p:spPr>
          <a:xfrm>
            <a:off x="8961120" y="1537176"/>
            <a:ext cx="2615184" cy="566928"/>
          </a:xfrm>
          <a:prstGeom prst="rect">
            <a:avLst/>
          </a:prstGeom>
          <a:solidFill>
            <a:srgbClr val="B5091F"/>
          </a:solidFill>
          <a:ln>
            <a:solidFill>
              <a:srgbClr val="B5091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Future Connected</a:t>
            </a:r>
            <a:endParaRPr lang="en-US" sz="1500" dirty="0"/>
          </a:p>
        </p:txBody>
      </p:sp>
      <p:sp>
        <p:nvSpPr>
          <p:cNvPr id="120" name="Text 46">
            <a:extLst>
              <a:ext uri="{FF2B5EF4-FFF2-40B4-BE49-F238E27FC236}">
                <a16:creationId xmlns:a16="http://schemas.microsoft.com/office/drawing/2014/main" id="{BED01515-5EC0-28C1-305E-8781567279B9}"/>
              </a:ext>
            </a:extLst>
          </p:cNvPr>
          <p:cNvSpPr/>
          <p:nvPr/>
        </p:nvSpPr>
        <p:spPr>
          <a:xfrm>
            <a:off x="9189720" y="2332704"/>
            <a:ext cx="310896" cy="310896"/>
          </a:xfrm>
          <a:prstGeom prst="ellipse">
            <a:avLst/>
          </a:prstGeom>
          <a:solidFill>
            <a:srgbClr val="B5091F"/>
          </a:solidFill>
          <a:ln>
            <a:solidFill>
              <a:srgbClr val="B5091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1</a:t>
            </a:r>
            <a:endParaRPr lang="en-US" sz="1100" dirty="0"/>
          </a:p>
        </p:txBody>
      </p:sp>
      <p:sp>
        <p:nvSpPr>
          <p:cNvPr id="122" name="Text 47">
            <a:extLst>
              <a:ext uri="{FF2B5EF4-FFF2-40B4-BE49-F238E27FC236}">
                <a16:creationId xmlns:a16="http://schemas.microsoft.com/office/drawing/2014/main" id="{786C978A-DD5B-86AB-1B51-F14F5AB114DA}"/>
              </a:ext>
            </a:extLst>
          </p:cNvPr>
          <p:cNvSpPr/>
          <p:nvPr/>
        </p:nvSpPr>
        <p:spPr>
          <a:xfrm>
            <a:off x="9619488" y="2314416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442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Vehicles with consented data</a:t>
            </a:r>
            <a:endParaRPr lang="en-US" sz="1020" dirty="0"/>
          </a:p>
        </p:txBody>
      </p:sp>
      <p:sp>
        <p:nvSpPr>
          <p:cNvPr id="124" name="Text 48">
            <a:extLst>
              <a:ext uri="{FF2B5EF4-FFF2-40B4-BE49-F238E27FC236}">
                <a16:creationId xmlns:a16="http://schemas.microsoft.com/office/drawing/2014/main" id="{56AB20D8-627B-040F-B7E2-D0EB66F81836}"/>
              </a:ext>
            </a:extLst>
          </p:cNvPr>
          <p:cNvSpPr/>
          <p:nvPr/>
        </p:nvSpPr>
        <p:spPr>
          <a:xfrm>
            <a:off x="9189720" y="2908776"/>
            <a:ext cx="310896" cy="310896"/>
          </a:xfrm>
          <a:prstGeom prst="ellipse">
            <a:avLst/>
          </a:prstGeom>
          <a:solidFill>
            <a:srgbClr val="B5091F"/>
          </a:solidFill>
          <a:ln>
            <a:solidFill>
              <a:srgbClr val="B5091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2</a:t>
            </a:r>
            <a:endParaRPr lang="en-US" sz="1100" dirty="0"/>
          </a:p>
        </p:txBody>
      </p:sp>
      <p:sp>
        <p:nvSpPr>
          <p:cNvPr id="126" name="Text 49">
            <a:extLst>
              <a:ext uri="{FF2B5EF4-FFF2-40B4-BE49-F238E27FC236}">
                <a16:creationId xmlns:a16="http://schemas.microsoft.com/office/drawing/2014/main" id="{C9C960B0-98A6-D481-3E55-EF200F28E08B}"/>
              </a:ext>
            </a:extLst>
          </p:cNvPr>
          <p:cNvSpPr/>
          <p:nvPr/>
        </p:nvSpPr>
        <p:spPr>
          <a:xfrm>
            <a:off x="9619488" y="2890488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442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Actionable odometer match</a:t>
            </a:r>
            <a:endParaRPr lang="en-US" sz="1020" dirty="0"/>
          </a:p>
        </p:txBody>
      </p:sp>
      <p:sp>
        <p:nvSpPr>
          <p:cNvPr id="128" name="Text 50">
            <a:extLst>
              <a:ext uri="{FF2B5EF4-FFF2-40B4-BE49-F238E27FC236}">
                <a16:creationId xmlns:a16="http://schemas.microsoft.com/office/drawing/2014/main" id="{9F5A8081-7F6A-BE83-EC59-1921D46F6C69}"/>
              </a:ext>
            </a:extLst>
          </p:cNvPr>
          <p:cNvSpPr/>
          <p:nvPr/>
        </p:nvSpPr>
        <p:spPr>
          <a:xfrm>
            <a:off x="9189720" y="3484848"/>
            <a:ext cx="310896" cy="310896"/>
          </a:xfrm>
          <a:prstGeom prst="ellipse">
            <a:avLst/>
          </a:prstGeom>
          <a:solidFill>
            <a:srgbClr val="B5091F"/>
          </a:solidFill>
          <a:ln>
            <a:solidFill>
              <a:srgbClr val="B5091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3</a:t>
            </a:r>
            <a:endParaRPr lang="en-US" sz="1100" dirty="0"/>
          </a:p>
        </p:txBody>
      </p:sp>
      <p:sp>
        <p:nvSpPr>
          <p:cNvPr id="130" name="Text 51">
            <a:extLst>
              <a:ext uri="{FF2B5EF4-FFF2-40B4-BE49-F238E27FC236}">
                <a16:creationId xmlns:a16="http://schemas.microsoft.com/office/drawing/2014/main" id="{9C5291E6-5DC6-3C7F-4E6B-241B1BF8769C}"/>
              </a:ext>
            </a:extLst>
          </p:cNvPr>
          <p:cNvSpPr/>
          <p:nvPr/>
        </p:nvSpPr>
        <p:spPr>
          <a:xfrm>
            <a:off x="9619488" y="3466560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442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Due reminders issued</a:t>
            </a:r>
            <a:endParaRPr lang="en-US" sz="1020" dirty="0"/>
          </a:p>
        </p:txBody>
      </p:sp>
      <p:sp>
        <p:nvSpPr>
          <p:cNvPr id="132" name="Text 52">
            <a:extLst>
              <a:ext uri="{FF2B5EF4-FFF2-40B4-BE49-F238E27FC236}">
                <a16:creationId xmlns:a16="http://schemas.microsoft.com/office/drawing/2014/main" id="{98D059F9-7AE1-1B9D-2F48-48B1CB3605AE}"/>
              </a:ext>
            </a:extLst>
          </p:cNvPr>
          <p:cNvSpPr/>
          <p:nvPr/>
        </p:nvSpPr>
        <p:spPr>
          <a:xfrm>
            <a:off x="9189720" y="4060920"/>
            <a:ext cx="310896" cy="310896"/>
          </a:xfrm>
          <a:prstGeom prst="ellipse">
            <a:avLst/>
          </a:prstGeom>
          <a:solidFill>
            <a:srgbClr val="B5091F"/>
          </a:solidFill>
          <a:ln>
            <a:solidFill>
              <a:srgbClr val="B5091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4</a:t>
            </a:r>
            <a:endParaRPr lang="en-US" sz="1100" dirty="0"/>
          </a:p>
        </p:txBody>
      </p:sp>
      <p:sp>
        <p:nvSpPr>
          <p:cNvPr id="134" name="Text 53">
            <a:extLst>
              <a:ext uri="{FF2B5EF4-FFF2-40B4-BE49-F238E27FC236}">
                <a16:creationId xmlns:a16="http://schemas.microsoft.com/office/drawing/2014/main" id="{EAAC96E8-8E0C-F746-98D3-62B136E7B3BF}"/>
              </a:ext>
            </a:extLst>
          </p:cNvPr>
          <p:cNvSpPr/>
          <p:nvPr/>
        </p:nvSpPr>
        <p:spPr>
          <a:xfrm>
            <a:off x="9619488" y="4042632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442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Parts pre-orders</a:t>
            </a:r>
            <a:endParaRPr lang="en-US" sz="1020" dirty="0"/>
          </a:p>
        </p:txBody>
      </p:sp>
      <p:sp>
        <p:nvSpPr>
          <p:cNvPr id="136" name="Text 54">
            <a:extLst>
              <a:ext uri="{FF2B5EF4-FFF2-40B4-BE49-F238E27FC236}">
                <a16:creationId xmlns:a16="http://schemas.microsoft.com/office/drawing/2014/main" id="{ED22EDB8-0441-F815-0C86-3F5FC6DB7EEF}"/>
              </a:ext>
            </a:extLst>
          </p:cNvPr>
          <p:cNvSpPr/>
          <p:nvPr/>
        </p:nvSpPr>
        <p:spPr>
          <a:xfrm>
            <a:off x="9189720" y="4636992"/>
            <a:ext cx="310896" cy="310896"/>
          </a:xfrm>
          <a:prstGeom prst="ellipse">
            <a:avLst/>
          </a:prstGeom>
          <a:solidFill>
            <a:srgbClr val="B5091F"/>
          </a:solidFill>
          <a:ln>
            <a:solidFill>
              <a:srgbClr val="B5091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5</a:t>
            </a:r>
            <a:endParaRPr lang="en-US" sz="1100" dirty="0"/>
          </a:p>
        </p:txBody>
      </p:sp>
      <p:sp>
        <p:nvSpPr>
          <p:cNvPr id="138" name="Text 55">
            <a:extLst>
              <a:ext uri="{FF2B5EF4-FFF2-40B4-BE49-F238E27FC236}">
                <a16:creationId xmlns:a16="http://schemas.microsoft.com/office/drawing/2014/main" id="{6F504D2D-4094-1C78-B652-38ED81626DCC}"/>
              </a:ext>
            </a:extLst>
          </p:cNvPr>
          <p:cNvSpPr/>
          <p:nvPr/>
        </p:nvSpPr>
        <p:spPr>
          <a:xfrm>
            <a:off x="9619488" y="4618704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442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Retention / missed-event reduction</a:t>
            </a:r>
            <a:endParaRPr lang="en-US" sz="1020" dirty="0"/>
          </a:p>
        </p:txBody>
      </p:sp>
    </p:spTree>
    <p:extLst>
      <p:ext uri="{BB962C8B-B14F-4D97-AF65-F5344CB8AC3E}">
        <p14:creationId xmlns:p14="http://schemas.microsoft.com/office/powerpoint/2010/main" val="24625625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9BA20-B9A5-6CBA-9D5D-332E16988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085F897-F2C0-8025-D343-491DF9102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>
                <a:solidFill>
                  <a:srgbClr val="0B1F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Roadmap</a:t>
            </a:r>
          </a:p>
        </p:txBody>
      </p:sp>
      <p:sp>
        <p:nvSpPr>
          <p:cNvPr id="22" name="Shape 10">
            <a:extLst>
              <a:ext uri="{FF2B5EF4-FFF2-40B4-BE49-F238E27FC236}">
                <a16:creationId xmlns:a16="http://schemas.microsoft.com/office/drawing/2014/main" id="{5D3963FF-0C5A-B197-F59D-4F98B4C51033}"/>
              </a:ext>
            </a:extLst>
          </p:cNvPr>
          <p:cNvSpPr/>
          <p:nvPr/>
        </p:nvSpPr>
        <p:spPr>
          <a:xfrm>
            <a:off x="1972056" y="2203704"/>
            <a:ext cx="411480" cy="411480"/>
          </a:xfrm>
          <a:prstGeom prst="ellipse">
            <a:avLst/>
          </a:prstGeom>
          <a:solidFill>
            <a:srgbClr val="B5091F"/>
          </a:solidFill>
          <a:ln w="12700">
            <a:solidFill>
              <a:srgbClr val="B5091F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E82100A1-AC51-AEF0-2813-BA12D2828ABA}"/>
              </a:ext>
            </a:extLst>
          </p:cNvPr>
          <p:cNvSpPr/>
          <p:nvPr/>
        </p:nvSpPr>
        <p:spPr>
          <a:xfrm>
            <a:off x="2383536" y="2404872"/>
            <a:ext cx="1490472" cy="0"/>
          </a:xfrm>
          <a:prstGeom prst="line">
            <a:avLst/>
          </a:prstGeom>
          <a:noFill/>
          <a:ln w="19050">
            <a:solidFill>
              <a:srgbClr val="D7DDE2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C6C8D9EF-3206-00E0-8541-426F981C0E1A}"/>
              </a:ext>
            </a:extLst>
          </p:cNvPr>
          <p:cNvSpPr/>
          <p:nvPr/>
        </p:nvSpPr>
        <p:spPr>
          <a:xfrm>
            <a:off x="1405128" y="275234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2664"/>
                </a:solidFill>
              </a:rPr>
              <a:t>18 Aug</a:t>
            </a:r>
            <a:endParaRPr lang="en-US" sz="1200" dirty="0"/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8C8EA54C-B9E8-CF8D-8A86-31D9C3C479BA}"/>
              </a:ext>
            </a:extLst>
          </p:cNvPr>
          <p:cNvSpPr/>
          <p:nvPr/>
        </p:nvSpPr>
        <p:spPr>
          <a:xfrm>
            <a:off x="1405128" y="320954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5091F"/>
                </a:solidFill>
              </a:rPr>
              <a:t>Japan alignment</a:t>
            </a:r>
            <a:endParaRPr lang="en-US" sz="1200" dirty="0"/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DA0BD83F-D205-EEDE-7D67-DE2C0D7A64E1}"/>
              </a:ext>
            </a:extLst>
          </p:cNvPr>
          <p:cNvSpPr/>
          <p:nvPr/>
        </p:nvSpPr>
        <p:spPr>
          <a:xfrm>
            <a:off x="1359408" y="3666744"/>
            <a:ext cx="1691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00" dirty="0">
                <a:solidFill>
                  <a:srgbClr val="344251"/>
                </a:solidFill>
              </a:rPr>
              <a:t>Scope, Target, Support, KPI, BVP questions, and roles agreed.</a:t>
            </a:r>
            <a:endParaRPr lang="en-US" sz="1000" dirty="0"/>
          </a:p>
        </p:txBody>
      </p:sp>
      <p:sp>
        <p:nvSpPr>
          <p:cNvPr id="37" name="Shape 15">
            <a:extLst>
              <a:ext uri="{FF2B5EF4-FFF2-40B4-BE49-F238E27FC236}">
                <a16:creationId xmlns:a16="http://schemas.microsoft.com/office/drawing/2014/main" id="{837CDAF0-BCEF-34A2-FEF8-FB60D0D78E8F}"/>
              </a:ext>
            </a:extLst>
          </p:cNvPr>
          <p:cNvSpPr/>
          <p:nvPr/>
        </p:nvSpPr>
        <p:spPr>
          <a:xfrm>
            <a:off x="3874008" y="2203704"/>
            <a:ext cx="411480" cy="411480"/>
          </a:xfrm>
          <a:prstGeom prst="ellipse">
            <a:avLst/>
          </a:prstGeom>
          <a:solidFill>
            <a:srgbClr val="002664"/>
          </a:solidFill>
          <a:ln w="12700">
            <a:solidFill>
              <a:srgbClr val="002664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40" name="Shape 16">
            <a:extLst>
              <a:ext uri="{FF2B5EF4-FFF2-40B4-BE49-F238E27FC236}">
                <a16:creationId xmlns:a16="http://schemas.microsoft.com/office/drawing/2014/main" id="{B1D145B9-7CAB-A46A-0C43-77771CB2C278}"/>
              </a:ext>
            </a:extLst>
          </p:cNvPr>
          <p:cNvSpPr/>
          <p:nvPr/>
        </p:nvSpPr>
        <p:spPr>
          <a:xfrm>
            <a:off x="4285488" y="2404872"/>
            <a:ext cx="1490472" cy="0"/>
          </a:xfrm>
          <a:prstGeom prst="line">
            <a:avLst/>
          </a:prstGeom>
          <a:noFill/>
          <a:ln w="19050">
            <a:solidFill>
              <a:srgbClr val="D7DDE2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43" name="Text 17">
            <a:extLst>
              <a:ext uri="{FF2B5EF4-FFF2-40B4-BE49-F238E27FC236}">
                <a16:creationId xmlns:a16="http://schemas.microsoft.com/office/drawing/2014/main" id="{3D64DEE0-16B7-A0CA-A702-E20DA88EDE90}"/>
              </a:ext>
            </a:extLst>
          </p:cNvPr>
          <p:cNvSpPr/>
          <p:nvPr/>
        </p:nvSpPr>
        <p:spPr>
          <a:xfrm>
            <a:off x="3307080" y="275234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2664"/>
                </a:solidFill>
              </a:rPr>
              <a:t>Sep</a:t>
            </a:r>
            <a:endParaRPr lang="en-US" sz="1200" dirty="0"/>
          </a:p>
        </p:txBody>
      </p:sp>
      <p:sp>
        <p:nvSpPr>
          <p:cNvPr id="46" name="Text 18">
            <a:extLst>
              <a:ext uri="{FF2B5EF4-FFF2-40B4-BE49-F238E27FC236}">
                <a16:creationId xmlns:a16="http://schemas.microsoft.com/office/drawing/2014/main" id="{64472119-45F2-1CF0-77F0-353EB064B5BA}"/>
              </a:ext>
            </a:extLst>
          </p:cNvPr>
          <p:cNvSpPr/>
          <p:nvPr/>
        </p:nvSpPr>
        <p:spPr>
          <a:xfrm>
            <a:off x="3307080" y="320954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5091F"/>
                </a:solidFill>
              </a:rPr>
              <a:t>Launch build</a:t>
            </a:r>
            <a:endParaRPr lang="en-US" sz="1200" dirty="0"/>
          </a:p>
        </p:txBody>
      </p:sp>
      <p:sp>
        <p:nvSpPr>
          <p:cNvPr id="50" name="Text 19">
            <a:extLst>
              <a:ext uri="{FF2B5EF4-FFF2-40B4-BE49-F238E27FC236}">
                <a16:creationId xmlns:a16="http://schemas.microsoft.com/office/drawing/2014/main" id="{2DEF6A6D-04FE-9A81-0E6D-D83C1111CEA9}"/>
              </a:ext>
            </a:extLst>
          </p:cNvPr>
          <p:cNvSpPr/>
          <p:nvPr/>
        </p:nvSpPr>
        <p:spPr>
          <a:xfrm>
            <a:off x="3261360" y="3666744"/>
            <a:ext cx="1691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344251"/>
                </a:solidFill>
              </a:rPr>
              <a:t>Dealer baselines &amp; targets, part packs, stock rules, one-page guide</a:t>
            </a:r>
            <a:endParaRPr lang="en-US" sz="1000" dirty="0"/>
          </a:p>
        </p:txBody>
      </p:sp>
      <p:sp>
        <p:nvSpPr>
          <p:cNvPr id="53" name="Shape 20">
            <a:extLst>
              <a:ext uri="{FF2B5EF4-FFF2-40B4-BE49-F238E27FC236}">
                <a16:creationId xmlns:a16="http://schemas.microsoft.com/office/drawing/2014/main" id="{4E8CF691-AC51-BE41-6159-63EAE45D9A58}"/>
              </a:ext>
            </a:extLst>
          </p:cNvPr>
          <p:cNvSpPr/>
          <p:nvPr/>
        </p:nvSpPr>
        <p:spPr>
          <a:xfrm>
            <a:off x="5775960" y="2203704"/>
            <a:ext cx="411480" cy="411480"/>
          </a:xfrm>
          <a:prstGeom prst="ellipse">
            <a:avLst/>
          </a:prstGeom>
          <a:solidFill>
            <a:srgbClr val="002664"/>
          </a:solidFill>
          <a:ln w="12700">
            <a:solidFill>
              <a:srgbClr val="002664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56" name="Shape 21">
            <a:extLst>
              <a:ext uri="{FF2B5EF4-FFF2-40B4-BE49-F238E27FC236}">
                <a16:creationId xmlns:a16="http://schemas.microsoft.com/office/drawing/2014/main" id="{900AD4BD-A27D-6284-0466-528B69DD4E63}"/>
              </a:ext>
            </a:extLst>
          </p:cNvPr>
          <p:cNvSpPr/>
          <p:nvPr/>
        </p:nvSpPr>
        <p:spPr>
          <a:xfrm>
            <a:off x="6187440" y="2404872"/>
            <a:ext cx="1490472" cy="0"/>
          </a:xfrm>
          <a:prstGeom prst="line">
            <a:avLst/>
          </a:prstGeom>
          <a:noFill/>
          <a:ln w="19050">
            <a:solidFill>
              <a:srgbClr val="D7DDE2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59" name="Text 22">
            <a:extLst>
              <a:ext uri="{FF2B5EF4-FFF2-40B4-BE49-F238E27FC236}">
                <a16:creationId xmlns:a16="http://schemas.microsoft.com/office/drawing/2014/main" id="{4A224CB4-89E1-09E8-DC09-D70252799C45}"/>
              </a:ext>
            </a:extLst>
          </p:cNvPr>
          <p:cNvSpPr/>
          <p:nvPr/>
        </p:nvSpPr>
        <p:spPr>
          <a:xfrm>
            <a:off x="5209032" y="275234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2664"/>
                </a:solidFill>
              </a:rPr>
              <a:t>Oct 2026</a:t>
            </a:r>
            <a:endParaRPr lang="en-US" sz="1200" dirty="0"/>
          </a:p>
        </p:txBody>
      </p:sp>
      <p:sp>
        <p:nvSpPr>
          <p:cNvPr id="61" name="Text 23">
            <a:extLst>
              <a:ext uri="{FF2B5EF4-FFF2-40B4-BE49-F238E27FC236}">
                <a16:creationId xmlns:a16="http://schemas.microsoft.com/office/drawing/2014/main" id="{97DD3350-C0AA-B68A-1611-276B8AFB5AD1}"/>
              </a:ext>
            </a:extLst>
          </p:cNvPr>
          <p:cNvSpPr/>
          <p:nvPr/>
        </p:nvSpPr>
        <p:spPr>
          <a:xfrm>
            <a:off x="5209032" y="320954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5091F"/>
                </a:solidFill>
              </a:rPr>
              <a:t>Go-live</a:t>
            </a:r>
            <a:endParaRPr lang="en-US" sz="1200" dirty="0"/>
          </a:p>
        </p:txBody>
      </p:sp>
      <p:sp>
        <p:nvSpPr>
          <p:cNvPr id="64" name="Text 24">
            <a:extLst>
              <a:ext uri="{FF2B5EF4-FFF2-40B4-BE49-F238E27FC236}">
                <a16:creationId xmlns:a16="http://schemas.microsoft.com/office/drawing/2014/main" id="{D0BBE425-1100-020E-A50D-A4DEDD6C5FAB}"/>
              </a:ext>
            </a:extLst>
          </p:cNvPr>
          <p:cNvSpPr/>
          <p:nvPr/>
        </p:nvSpPr>
        <p:spPr>
          <a:xfrm>
            <a:off x="5163312" y="3666744"/>
            <a:ext cx="1691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344251"/>
                </a:solidFill>
              </a:rPr>
              <a:t>N75 Fleet Uptime PMS campaign launched</a:t>
            </a:r>
            <a:endParaRPr lang="en-US" sz="1000" dirty="0"/>
          </a:p>
        </p:txBody>
      </p:sp>
      <p:sp>
        <p:nvSpPr>
          <p:cNvPr id="67" name="Shape 25">
            <a:extLst>
              <a:ext uri="{FF2B5EF4-FFF2-40B4-BE49-F238E27FC236}">
                <a16:creationId xmlns:a16="http://schemas.microsoft.com/office/drawing/2014/main" id="{F1B13151-A71B-08D2-29A4-806B71D9DDA7}"/>
              </a:ext>
            </a:extLst>
          </p:cNvPr>
          <p:cNvSpPr/>
          <p:nvPr/>
        </p:nvSpPr>
        <p:spPr>
          <a:xfrm>
            <a:off x="7677912" y="2203704"/>
            <a:ext cx="411480" cy="411480"/>
          </a:xfrm>
          <a:prstGeom prst="ellipse">
            <a:avLst/>
          </a:prstGeom>
          <a:solidFill>
            <a:srgbClr val="002664"/>
          </a:solidFill>
          <a:ln w="12700">
            <a:solidFill>
              <a:srgbClr val="002664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70" name="Shape 26">
            <a:extLst>
              <a:ext uri="{FF2B5EF4-FFF2-40B4-BE49-F238E27FC236}">
                <a16:creationId xmlns:a16="http://schemas.microsoft.com/office/drawing/2014/main" id="{049AF448-6FA4-EB23-C3DC-CAE4FAF6E594}"/>
              </a:ext>
            </a:extLst>
          </p:cNvPr>
          <p:cNvSpPr/>
          <p:nvPr/>
        </p:nvSpPr>
        <p:spPr>
          <a:xfrm>
            <a:off x="8089392" y="2404872"/>
            <a:ext cx="1490472" cy="0"/>
          </a:xfrm>
          <a:prstGeom prst="line">
            <a:avLst/>
          </a:prstGeom>
          <a:noFill/>
          <a:ln w="19050">
            <a:solidFill>
              <a:srgbClr val="D7DDE2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74" name="Text 27">
            <a:extLst>
              <a:ext uri="{FF2B5EF4-FFF2-40B4-BE49-F238E27FC236}">
                <a16:creationId xmlns:a16="http://schemas.microsoft.com/office/drawing/2014/main" id="{069A290F-60F3-84B0-41EF-7AC2EABF1A86}"/>
              </a:ext>
            </a:extLst>
          </p:cNvPr>
          <p:cNvSpPr/>
          <p:nvPr/>
        </p:nvSpPr>
        <p:spPr>
          <a:xfrm>
            <a:off x="7110984" y="275234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2664"/>
                </a:solidFill>
              </a:rPr>
              <a:t>Nov-Dec</a:t>
            </a:r>
            <a:endParaRPr lang="en-US" sz="1200" dirty="0"/>
          </a:p>
        </p:txBody>
      </p:sp>
      <p:sp>
        <p:nvSpPr>
          <p:cNvPr id="78" name="Text 28">
            <a:extLst>
              <a:ext uri="{FF2B5EF4-FFF2-40B4-BE49-F238E27FC236}">
                <a16:creationId xmlns:a16="http://schemas.microsoft.com/office/drawing/2014/main" id="{3AC42A39-3C4D-1081-9B46-F8E0EA43A8FD}"/>
              </a:ext>
            </a:extLst>
          </p:cNvPr>
          <p:cNvSpPr/>
          <p:nvPr/>
        </p:nvSpPr>
        <p:spPr>
          <a:xfrm>
            <a:off x="7110984" y="320954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5091F"/>
                </a:solidFill>
              </a:rPr>
              <a:t>Pilot review</a:t>
            </a:r>
            <a:endParaRPr lang="en-US" sz="1200" dirty="0"/>
          </a:p>
        </p:txBody>
      </p:sp>
      <p:sp>
        <p:nvSpPr>
          <p:cNvPr id="82" name="Text 29">
            <a:extLst>
              <a:ext uri="{FF2B5EF4-FFF2-40B4-BE49-F238E27FC236}">
                <a16:creationId xmlns:a16="http://schemas.microsoft.com/office/drawing/2014/main" id="{3BF4D7E5-4E9A-34EC-7406-226343FF443C}"/>
              </a:ext>
            </a:extLst>
          </p:cNvPr>
          <p:cNvSpPr/>
          <p:nvPr/>
        </p:nvSpPr>
        <p:spPr>
          <a:xfrm>
            <a:off x="7065264" y="3666744"/>
            <a:ext cx="1691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344251"/>
                </a:solidFill>
              </a:rPr>
              <a:t>Conversion, availability, dealer performance and customer feedback</a:t>
            </a:r>
            <a:endParaRPr lang="en-US" sz="1000" dirty="0"/>
          </a:p>
        </p:txBody>
      </p:sp>
      <p:sp>
        <p:nvSpPr>
          <p:cNvPr id="86" name="Shape 30">
            <a:extLst>
              <a:ext uri="{FF2B5EF4-FFF2-40B4-BE49-F238E27FC236}">
                <a16:creationId xmlns:a16="http://schemas.microsoft.com/office/drawing/2014/main" id="{992E8DD6-44CC-A699-EFD1-EED7ACC5BA7F}"/>
              </a:ext>
            </a:extLst>
          </p:cNvPr>
          <p:cNvSpPr/>
          <p:nvPr/>
        </p:nvSpPr>
        <p:spPr>
          <a:xfrm>
            <a:off x="9579864" y="2203704"/>
            <a:ext cx="411480" cy="411480"/>
          </a:xfrm>
          <a:prstGeom prst="ellipse">
            <a:avLst/>
          </a:prstGeom>
          <a:solidFill>
            <a:srgbClr val="002664"/>
          </a:solidFill>
          <a:ln w="12700">
            <a:solidFill>
              <a:srgbClr val="002664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90" name="Text 31">
            <a:extLst>
              <a:ext uri="{FF2B5EF4-FFF2-40B4-BE49-F238E27FC236}">
                <a16:creationId xmlns:a16="http://schemas.microsoft.com/office/drawing/2014/main" id="{9F397BE7-43B1-CE64-55C6-6EE4EFF65B2F}"/>
              </a:ext>
            </a:extLst>
          </p:cNvPr>
          <p:cNvSpPr/>
          <p:nvPr/>
        </p:nvSpPr>
        <p:spPr>
          <a:xfrm>
            <a:off x="9012936" y="275234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2664"/>
                </a:solidFill>
              </a:rPr>
              <a:t>FY27</a:t>
            </a:r>
            <a:endParaRPr lang="en-US" sz="1200" dirty="0"/>
          </a:p>
        </p:txBody>
      </p:sp>
      <p:sp>
        <p:nvSpPr>
          <p:cNvPr id="94" name="Text 32">
            <a:extLst>
              <a:ext uri="{FF2B5EF4-FFF2-40B4-BE49-F238E27FC236}">
                <a16:creationId xmlns:a16="http://schemas.microsoft.com/office/drawing/2014/main" id="{7B2CE89E-2017-A0E6-0B6F-306F8921D94C}"/>
              </a:ext>
            </a:extLst>
          </p:cNvPr>
          <p:cNvSpPr/>
          <p:nvPr/>
        </p:nvSpPr>
        <p:spPr>
          <a:xfrm>
            <a:off x="9012936" y="320954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5091F"/>
                </a:solidFill>
              </a:rPr>
              <a:t>Scale decision</a:t>
            </a:r>
            <a:endParaRPr lang="en-US" sz="1200" dirty="0"/>
          </a:p>
        </p:txBody>
      </p:sp>
      <p:sp>
        <p:nvSpPr>
          <p:cNvPr id="98" name="Text 33">
            <a:extLst>
              <a:ext uri="{FF2B5EF4-FFF2-40B4-BE49-F238E27FC236}">
                <a16:creationId xmlns:a16="http://schemas.microsoft.com/office/drawing/2014/main" id="{011ECED3-2D9F-FF87-8EBF-1D9565E0332A}"/>
              </a:ext>
            </a:extLst>
          </p:cNvPr>
          <p:cNvSpPr/>
          <p:nvPr/>
        </p:nvSpPr>
        <p:spPr>
          <a:xfrm>
            <a:off x="8967216" y="3666744"/>
            <a:ext cx="1691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344251"/>
                </a:solidFill>
              </a:rPr>
              <a:t>N35 expansion where data is reliable</a:t>
            </a:r>
            <a:endParaRPr lang="en-US" sz="1000" dirty="0"/>
          </a:p>
        </p:txBody>
      </p:sp>
      <p:sp>
        <p:nvSpPr>
          <p:cNvPr id="102" name="Shape 34">
            <a:extLst>
              <a:ext uri="{FF2B5EF4-FFF2-40B4-BE49-F238E27FC236}">
                <a16:creationId xmlns:a16="http://schemas.microsoft.com/office/drawing/2014/main" id="{AB243BE4-4E5E-1174-4F4F-69F85450226E}"/>
              </a:ext>
            </a:extLst>
          </p:cNvPr>
          <p:cNvSpPr/>
          <p:nvPr/>
        </p:nvSpPr>
        <p:spPr>
          <a:xfrm>
            <a:off x="883920" y="5129784"/>
            <a:ext cx="3017520" cy="960120"/>
          </a:xfrm>
          <a:prstGeom prst="roundRect">
            <a:avLst>
              <a:gd name="adj" fmla="val 7619"/>
            </a:avLst>
          </a:prstGeom>
          <a:solidFill>
            <a:srgbClr val="002664"/>
          </a:solidFill>
          <a:ln w="12700">
            <a:solidFill>
              <a:srgbClr val="E8ECF3"/>
            </a:solidFill>
            <a:prstDash val="solid"/>
          </a:ln>
        </p:spPr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06" name="Text 35">
            <a:extLst>
              <a:ext uri="{FF2B5EF4-FFF2-40B4-BE49-F238E27FC236}">
                <a16:creationId xmlns:a16="http://schemas.microsoft.com/office/drawing/2014/main" id="{F4FCD4C4-7DE9-2620-0E1C-3C23D29EEACB}"/>
              </a:ext>
            </a:extLst>
          </p:cNvPr>
          <p:cNvSpPr/>
          <p:nvPr/>
        </p:nvSpPr>
        <p:spPr>
          <a:xfrm>
            <a:off x="1112520" y="524865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ITUK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10" name="Text 36">
            <a:extLst>
              <a:ext uri="{FF2B5EF4-FFF2-40B4-BE49-F238E27FC236}">
                <a16:creationId xmlns:a16="http://schemas.microsoft.com/office/drawing/2014/main" id="{0131AE63-549A-B907-8B19-46B890A96E69}"/>
              </a:ext>
            </a:extLst>
          </p:cNvPr>
          <p:cNvSpPr/>
          <p:nvPr/>
        </p:nvSpPr>
        <p:spPr>
          <a:xfrm>
            <a:off x="1130808" y="55595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Dealer execution, baselines, stock rules, service workflow, dashboard.</a:t>
            </a:r>
          </a:p>
        </p:txBody>
      </p:sp>
      <p:sp>
        <p:nvSpPr>
          <p:cNvPr id="113" name="Shape 37">
            <a:extLst>
              <a:ext uri="{FF2B5EF4-FFF2-40B4-BE49-F238E27FC236}">
                <a16:creationId xmlns:a16="http://schemas.microsoft.com/office/drawing/2014/main" id="{06725766-21B6-EDCE-A29C-276E3AFBBC30}"/>
              </a:ext>
            </a:extLst>
          </p:cNvPr>
          <p:cNvSpPr/>
          <p:nvPr/>
        </p:nvSpPr>
        <p:spPr>
          <a:xfrm>
            <a:off x="4587240" y="5129784"/>
            <a:ext cx="3017520" cy="960120"/>
          </a:xfrm>
          <a:prstGeom prst="roundRect">
            <a:avLst>
              <a:gd name="adj" fmla="val 7619"/>
            </a:avLst>
          </a:prstGeom>
          <a:solidFill>
            <a:srgbClr val="21585A"/>
          </a:solidFill>
          <a:ln w="12700">
            <a:solidFill>
              <a:srgbClr val="E6EEEE"/>
            </a:solidFill>
            <a:prstDash val="solid"/>
          </a:ln>
        </p:spPr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15" name="Text 38">
            <a:extLst>
              <a:ext uri="{FF2B5EF4-FFF2-40B4-BE49-F238E27FC236}">
                <a16:creationId xmlns:a16="http://schemas.microsoft.com/office/drawing/2014/main" id="{4DE329D6-8DD6-97B4-56A1-4F370EEA6DE0}"/>
              </a:ext>
            </a:extLst>
          </p:cNvPr>
          <p:cNvSpPr/>
          <p:nvPr/>
        </p:nvSpPr>
        <p:spPr>
          <a:xfrm>
            <a:off x="4815840" y="524865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ISZE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17" name="Text 39">
            <a:extLst>
              <a:ext uri="{FF2B5EF4-FFF2-40B4-BE49-F238E27FC236}">
                <a16:creationId xmlns:a16="http://schemas.microsoft.com/office/drawing/2014/main" id="{BF8348B3-D1FA-CD5A-13B1-6F15FD544B45}"/>
              </a:ext>
            </a:extLst>
          </p:cNvPr>
          <p:cNvSpPr/>
          <p:nvPr/>
        </p:nvSpPr>
        <p:spPr>
          <a:xfrm>
            <a:off x="4834128" y="55595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Commercial support, incentive mechanism, BVP supply support.</a:t>
            </a:r>
          </a:p>
        </p:txBody>
      </p:sp>
      <p:sp>
        <p:nvSpPr>
          <p:cNvPr id="119" name="Shape 40">
            <a:extLst>
              <a:ext uri="{FF2B5EF4-FFF2-40B4-BE49-F238E27FC236}">
                <a16:creationId xmlns:a16="http://schemas.microsoft.com/office/drawing/2014/main" id="{1C71AC9D-4901-D451-FE03-BFCF13C9D384}"/>
              </a:ext>
            </a:extLst>
          </p:cNvPr>
          <p:cNvSpPr/>
          <p:nvPr/>
        </p:nvSpPr>
        <p:spPr>
          <a:xfrm>
            <a:off x="8290560" y="5129784"/>
            <a:ext cx="3017520" cy="960120"/>
          </a:xfrm>
          <a:prstGeom prst="roundRect">
            <a:avLst>
              <a:gd name="adj" fmla="val 7619"/>
            </a:avLst>
          </a:prstGeom>
          <a:solidFill>
            <a:srgbClr val="B5091F"/>
          </a:solidFill>
          <a:ln w="12700">
            <a:solidFill>
              <a:srgbClr val="F7E4E7"/>
            </a:solidFill>
            <a:prstDash val="solid"/>
          </a:ln>
        </p:spPr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21" name="Text 41">
            <a:extLst>
              <a:ext uri="{FF2B5EF4-FFF2-40B4-BE49-F238E27FC236}">
                <a16:creationId xmlns:a16="http://schemas.microsoft.com/office/drawing/2014/main" id="{266417F5-DF86-E482-7F20-7C13B6205F95}"/>
              </a:ext>
            </a:extLst>
          </p:cNvPr>
          <p:cNvSpPr/>
          <p:nvPr/>
        </p:nvSpPr>
        <p:spPr>
          <a:xfrm>
            <a:off x="8519160" y="524865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ISZJ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23" name="Text 42">
            <a:extLst>
              <a:ext uri="{FF2B5EF4-FFF2-40B4-BE49-F238E27FC236}">
                <a16:creationId xmlns:a16="http://schemas.microsoft.com/office/drawing/2014/main" id="{86411F78-F240-15FB-110F-A59A6222518F}"/>
              </a:ext>
            </a:extLst>
          </p:cNvPr>
          <p:cNvSpPr/>
          <p:nvPr/>
        </p:nvSpPr>
        <p:spPr>
          <a:xfrm>
            <a:off x="8537448" y="55595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PMS standard alignment, R90/BVP confirmation, connected requirements.</a:t>
            </a:r>
          </a:p>
        </p:txBody>
      </p:sp>
    </p:spTree>
    <p:extLst>
      <p:ext uri="{BB962C8B-B14F-4D97-AF65-F5344CB8AC3E}">
        <p14:creationId xmlns:p14="http://schemas.microsoft.com/office/powerpoint/2010/main" val="28101001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313DB-F2C7-0A10-7477-DF6A15B82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5B832DB-CF89-BCCB-D07F-7D19FEB04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PMS Parts Promotion – NPR75  N75  4HK1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8D74201-BF80-3AC3-0D97-102F54595D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0637639"/>
              </p:ext>
            </p:extLst>
          </p:nvPr>
        </p:nvGraphicFramePr>
        <p:xfrm>
          <a:off x="857251" y="1892046"/>
          <a:ext cx="10477498" cy="3429000"/>
        </p:xfrm>
        <a:graphic>
          <a:graphicData uri="http://schemas.openxmlformats.org/drawingml/2006/table">
            <a:tbl>
              <a:tblPr/>
              <a:tblGrid>
                <a:gridCol w="1509927">
                  <a:extLst>
                    <a:ext uri="{9D8B030D-6E8A-4147-A177-3AD203B41FA5}">
                      <a16:colId xmlns:a16="http://schemas.microsoft.com/office/drawing/2014/main" val="4272386093"/>
                    </a:ext>
                  </a:extLst>
                </a:gridCol>
                <a:gridCol w="789857">
                  <a:extLst>
                    <a:ext uri="{9D8B030D-6E8A-4147-A177-3AD203B41FA5}">
                      <a16:colId xmlns:a16="http://schemas.microsoft.com/office/drawing/2014/main" val="3880802927"/>
                    </a:ext>
                  </a:extLst>
                </a:gridCol>
                <a:gridCol w="2550381">
                  <a:extLst>
                    <a:ext uri="{9D8B030D-6E8A-4147-A177-3AD203B41FA5}">
                      <a16:colId xmlns:a16="http://schemas.microsoft.com/office/drawing/2014/main" val="2014193528"/>
                    </a:ext>
                  </a:extLst>
                </a:gridCol>
                <a:gridCol w="2160211">
                  <a:extLst>
                    <a:ext uri="{9D8B030D-6E8A-4147-A177-3AD203B41FA5}">
                      <a16:colId xmlns:a16="http://schemas.microsoft.com/office/drawing/2014/main" val="3503965793"/>
                    </a:ext>
                  </a:extLst>
                </a:gridCol>
                <a:gridCol w="1018249">
                  <a:extLst>
                    <a:ext uri="{9D8B030D-6E8A-4147-A177-3AD203B41FA5}">
                      <a16:colId xmlns:a16="http://schemas.microsoft.com/office/drawing/2014/main" val="4108908716"/>
                    </a:ext>
                  </a:extLst>
                </a:gridCol>
                <a:gridCol w="1319600">
                  <a:extLst>
                    <a:ext uri="{9D8B030D-6E8A-4147-A177-3AD203B41FA5}">
                      <a16:colId xmlns:a16="http://schemas.microsoft.com/office/drawing/2014/main" val="16251730"/>
                    </a:ext>
                  </a:extLst>
                </a:gridCol>
                <a:gridCol w="1129273">
                  <a:extLst>
                    <a:ext uri="{9D8B030D-6E8A-4147-A177-3AD203B41FA5}">
                      <a16:colId xmlns:a16="http://schemas.microsoft.com/office/drawing/2014/main" val="3230966458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PMS category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Part number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Description / note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Campaign priority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Monthly Average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Year To Date Demand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Comments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03056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Oil Filter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8983282071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Element; oil filter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High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5.2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47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11782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Oil Filter family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8983282070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Same HOF family / related oil filter reference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High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41.8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371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2447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Oil Filter BVP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1876102890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BVP alternative for 8983282070 family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Useful for price-sensitive customers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242.8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1,633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021352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Oil Filter BVP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5876101170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BVP alternative for 8983282070 family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Useful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16.5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60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S/S TO 1876102890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40963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Oil Filter BVP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5876100310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BVP alternative for 8983282070 family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Useful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S/S TO 1876102890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65231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Fuel Filter ASM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8975425050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Filter ASM; fuel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Medium-high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2.6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749385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Fuel Filter Element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8975425400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Element; fuel filter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High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289.3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2,065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29158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Fuel Filter BVP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1876102860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BVP alternative for 8975425400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Useful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05699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Air Cleaner ASM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8981235322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Cleaner ASM; air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Do not headline unless required by VIN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0.3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08648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Air Cleaner ASM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8982157230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Cleaner ASM; air; used on some NPR75 rows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Do not headline unless required by VIN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754183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Air Filter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8981772710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Filter; ACL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High campaign priority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115.3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463614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Air Filter BVP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5876102500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BVP alternative for 8981772710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Strong campaign item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812575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Brake Pad Kit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8982447940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Pad kit; front/rear caliper application in matrix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Highest N75 focus item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199.2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1,463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875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Clutch Disc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8981649171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Manual only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Do not headline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4.5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178237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Clutch Disc BVP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5876100920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BVP alternative for 8981649171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Only if targeting manual units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527095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Clutch Pressure Plate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8970388314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Manual only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Do not headline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1.5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17104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Clutch Pressure Plate BVP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5876101040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BVP alternative for 8970388314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Only if targeting manual units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0.7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490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01419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F47C4-E803-376E-3D02-25DB18F1E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4ECB2E8-C367-CE50-B99B-703BAE054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PMS Parts Promotion – NPR88  N75  4JZ1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464B548-7FD2-44DA-C0B3-E76ABA89F53C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814507"/>
          <a:ext cx="11277600" cy="3876686"/>
        </p:xfrm>
        <a:graphic>
          <a:graphicData uri="http://schemas.openxmlformats.org/drawingml/2006/table">
            <a:tbl>
              <a:tblPr/>
              <a:tblGrid>
                <a:gridCol w="1396861">
                  <a:extLst>
                    <a:ext uri="{9D8B030D-6E8A-4147-A177-3AD203B41FA5}">
                      <a16:colId xmlns:a16="http://schemas.microsoft.com/office/drawing/2014/main" val="2800074538"/>
                    </a:ext>
                  </a:extLst>
                </a:gridCol>
                <a:gridCol w="1021234">
                  <a:extLst>
                    <a:ext uri="{9D8B030D-6E8A-4147-A177-3AD203B41FA5}">
                      <a16:colId xmlns:a16="http://schemas.microsoft.com/office/drawing/2014/main" val="2906757184"/>
                    </a:ext>
                  </a:extLst>
                </a:gridCol>
                <a:gridCol w="2632321">
                  <a:extLst>
                    <a:ext uri="{9D8B030D-6E8A-4147-A177-3AD203B41FA5}">
                      <a16:colId xmlns:a16="http://schemas.microsoft.com/office/drawing/2014/main" val="365060493"/>
                    </a:ext>
                  </a:extLst>
                </a:gridCol>
                <a:gridCol w="1998451">
                  <a:extLst>
                    <a:ext uri="{9D8B030D-6E8A-4147-A177-3AD203B41FA5}">
                      <a16:colId xmlns:a16="http://schemas.microsoft.com/office/drawing/2014/main" val="2316664973"/>
                    </a:ext>
                  </a:extLst>
                </a:gridCol>
                <a:gridCol w="1223721">
                  <a:extLst>
                    <a:ext uri="{9D8B030D-6E8A-4147-A177-3AD203B41FA5}">
                      <a16:colId xmlns:a16="http://schemas.microsoft.com/office/drawing/2014/main" val="912871884"/>
                    </a:ext>
                  </a:extLst>
                </a:gridCol>
                <a:gridCol w="1502506">
                  <a:extLst>
                    <a:ext uri="{9D8B030D-6E8A-4147-A177-3AD203B41FA5}">
                      <a16:colId xmlns:a16="http://schemas.microsoft.com/office/drawing/2014/main" val="2977615934"/>
                    </a:ext>
                  </a:extLst>
                </a:gridCol>
                <a:gridCol w="1502506">
                  <a:extLst>
                    <a:ext uri="{9D8B030D-6E8A-4147-A177-3AD203B41FA5}">
                      <a16:colId xmlns:a16="http://schemas.microsoft.com/office/drawing/2014/main" val="4230098689"/>
                    </a:ext>
                  </a:extLst>
                </a:gridCol>
              </a:tblGrid>
              <a:tr h="1762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PMS category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Part Number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Description / note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Campaign priority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Monthly Average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Year To Date Demand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Comments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920328"/>
                  </a:ext>
                </a:extLst>
              </a:tr>
              <a:tr h="1762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Oil Filter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8975439050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Element kit; oil filter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High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123.8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920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4252148"/>
                  </a:ext>
                </a:extLst>
              </a:tr>
              <a:tr h="1762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Fuel Filter ASM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8983104491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Filter ASM; fuel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Medium-high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1.0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5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8629563"/>
                  </a:ext>
                </a:extLst>
              </a:tr>
              <a:tr h="1762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Fuel Filter ASM related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8983104490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Same HOF family reference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Use by VIN / supersession check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0.0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S/S TO 8983104491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6629345"/>
                  </a:ext>
                </a:extLst>
              </a:tr>
              <a:tr h="1762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Fuel Sedimenter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8983572930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Sedimenter; fuel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Medium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0.3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8022750"/>
                  </a:ext>
                </a:extLst>
              </a:tr>
              <a:tr h="1762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</a:rPr>
                        <a:t>Fuel Filter Element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</a:rPr>
                        <a:t>8975425390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</a:rPr>
                        <a:t>Element kit; fuel filter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</a:rPr>
                        <a:t>High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</a:rPr>
                        <a:t>148.6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</a:rPr>
                        <a:t>1,090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326340"/>
                  </a:ext>
                </a:extLst>
              </a:tr>
              <a:tr h="1762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Fuel Filter Element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8983752250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Element kit; fuel filter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High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1.2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7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S/S TO 8975425390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877451"/>
                  </a:ext>
                </a:extLst>
              </a:tr>
              <a:tr h="1762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Fuel Cartridge Kit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8980374810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Cartridge kit; fuel filter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High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103.2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726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4201909"/>
                  </a:ext>
                </a:extLst>
              </a:tr>
              <a:tr h="1762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Fuel Cartridge BVP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5876101570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BVP alternative for 8980374810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Useful for price-sensitive customers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65.7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499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8061781"/>
                  </a:ext>
                </a:extLst>
              </a:tr>
              <a:tr h="1762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Fuel Cartridge related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8980318470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Related genuine reference under 8980374810 HOF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Use by VIN / supersession check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0.0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S/S TO 8980374810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475372"/>
                  </a:ext>
                </a:extLst>
              </a:tr>
              <a:tr h="1762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Fuel Cartridge related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8980179710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Related genuine reference under 8980374810 HOF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Use by VIN / supersession check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0.0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S/S TO 8980374810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233967"/>
                  </a:ext>
                </a:extLst>
              </a:tr>
              <a:tr h="1762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Air Cleaner ASM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8976659910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Cleaner ASM; air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Do not headline unless required by VIN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0.1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975139"/>
                  </a:ext>
                </a:extLst>
              </a:tr>
              <a:tr h="1762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Air Filter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8976739570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Filter; ACL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High campaign priority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70.8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474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6362787"/>
                  </a:ext>
                </a:extLst>
              </a:tr>
              <a:tr h="1762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Brake Pad Kit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8982447940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Main NPR88 brake pad kit for most rows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Highest N75 focus item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199.2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1,463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1220271"/>
                  </a:ext>
                </a:extLst>
              </a:tr>
              <a:tr h="1762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Brake Pad Kit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8982169220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Used on specific NPR88 model-code groups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Secondary, VIN-specific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53.0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359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2194974"/>
                  </a:ext>
                </a:extLst>
              </a:tr>
              <a:tr h="1762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Brake Pad BVP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5876102380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BVP alternative for 8982169220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Useful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0.0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2013509"/>
                  </a:ext>
                </a:extLst>
              </a:tr>
              <a:tr h="1762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Brake Pad BVP related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5876170050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Related BVP reference for 8982169220 family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Useful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0.0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801016"/>
                  </a:ext>
                </a:extLst>
              </a:tr>
              <a:tr h="1762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Clutch Disc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8978283700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Manual only, some NPR88 rows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Do not headline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0.3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2324"/>
                  </a:ext>
                </a:extLst>
              </a:tr>
              <a:tr h="1762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Clutch Disc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8982551391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Manual only, some NPR88 rows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Do not headline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4.0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36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2479729"/>
                  </a:ext>
                </a:extLst>
              </a:tr>
              <a:tr h="1762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Clutch Disc BVP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5876100771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BVP alternative for 8982551391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Only if targeting manual units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4.3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29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6969812"/>
                  </a:ext>
                </a:extLst>
              </a:tr>
              <a:tr h="1762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Clutch Pressure Plate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8980400932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Manual only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Do not headline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4.6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43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7867340"/>
                  </a:ext>
                </a:extLst>
              </a:tr>
              <a:tr h="17621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Clutch Pressure Plate BVP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5876100910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BVP alternative for 8980400932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Only if targeting manual units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4.0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28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8811" marR="8811" marT="8811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31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42409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2687B-8E95-D2E7-A3B0-5040CC991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0792C7-D132-DF03-CFF5-E4FEAC084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PMS Parts Promotion – NLR87   N35.125   RZ4E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1C9DC99-3F5E-7A88-FDA0-295782929A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9192777"/>
              </p:ext>
            </p:extLst>
          </p:nvPr>
        </p:nvGraphicFramePr>
        <p:xfrm>
          <a:off x="933450" y="1746504"/>
          <a:ext cx="10325100" cy="3816096"/>
        </p:xfrm>
        <a:graphic>
          <a:graphicData uri="http://schemas.openxmlformats.org/drawingml/2006/table">
            <a:tbl>
              <a:tblPr/>
              <a:tblGrid>
                <a:gridCol w="1244217">
                  <a:extLst>
                    <a:ext uri="{9D8B030D-6E8A-4147-A177-3AD203B41FA5}">
                      <a16:colId xmlns:a16="http://schemas.microsoft.com/office/drawing/2014/main" val="3709570596"/>
                    </a:ext>
                  </a:extLst>
                </a:gridCol>
                <a:gridCol w="1104560">
                  <a:extLst>
                    <a:ext uri="{9D8B030D-6E8A-4147-A177-3AD203B41FA5}">
                      <a16:colId xmlns:a16="http://schemas.microsoft.com/office/drawing/2014/main" val="1600107826"/>
                    </a:ext>
                  </a:extLst>
                </a:gridCol>
                <a:gridCol w="1790150">
                  <a:extLst>
                    <a:ext uri="{9D8B030D-6E8A-4147-A177-3AD203B41FA5}">
                      <a16:colId xmlns:a16="http://schemas.microsoft.com/office/drawing/2014/main" val="567455955"/>
                    </a:ext>
                  </a:extLst>
                </a:gridCol>
                <a:gridCol w="2221817">
                  <a:extLst>
                    <a:ext uri="{9D8B030D-6E8A-4147-A177-3AD203B41FA5}">
                      <a16:colId xmlns:a16="http://schemas.microsoft.com/office/drawing/2014/main" val="914340724"/>
                    </a:ext>
                  </a:extLst>
                </a:gridCol>
                <a:gridCol w="1323568">
                  <a:extLst>
                    <a:ext uri="{9D8B030D-6E8A-4147-A177-3AD203B41FA5}">
                      <a16:colId xmlns:a16="http://schemas.microsoft.com/office/drawing/2014/main" val="726125086"/>
                    </a:ext>
                  </a:extLst>
                </a:gridCol>
                <a:gridCol w="1625100">
                  <a:extLst>
                    <a:ext uri="{9D8B030D-6E8A-4147-A177-3AD203B41FA5}">
                      <a16:colId xmlns:a16="http://schemas.microsoft.com/office/drawing/2014/main" val="1160553000"/>
                    </a:ext>
                  </a:extLst>
                </a:gridCol>
                <a:gridCol w="1015688">
                  <a:extLst>
                    <a:ext uri="{9D8B030D-6E8A-4147-A177-3AD203B41FA5}">
                      <a16:colId xmlns:a16="http://schemas.microsoft.com/office/drawing/2014/main" val="1624642181"/>
                    </a:ext>
                  </a:extLst>
                </a:gridCol>
              </a:tblGrid>
              <a:tr h="38709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PMS category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Part Number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Description / note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Campaign priority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Monthly Average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Year To Date Demand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Comments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14126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Oil Filter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8982705240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Element; oil filter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High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455.1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3,095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304242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Oil Filter BVP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5876150530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BVP alternative for 8982705240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Useful for price-sensitive customers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9.0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91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788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Fuel Filter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8975080920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Filter ASM; fuel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High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4.1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80116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Fuel Filter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8975080932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Filter ASM; fuel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High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0.8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110948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Fuel Filter Element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8981596930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Element kit; fuel filter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High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388.9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2,794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4983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Fuel Filter BVP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5876150170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BVP alternative for 8981596930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Useful for price-sensitive customers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20.8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127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5997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Fuel Filter Element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8981941190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Element kit; fuel filter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High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407.4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2,787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09635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Fuel Filter BVP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5876150240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BVP alternative for 8981941190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Useful for price-sensitive customers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22.7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142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369235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Air Filter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8983214130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Filter; ACL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Highest N35 focus item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83.5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641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74999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Air Filter BVP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5876102900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BVP alternative for 8983214130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Strong campaign item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25.9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187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5208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Air Cleaner ASM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8975095290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Cleaner ASM; air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Do not headline unless required by VIN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0.6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806665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Front Brake Pad Kit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8982169210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Pad kit; caliper disc brake front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Brake inspection conversion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66.7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497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19304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Front Brake Pad Kit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8982169220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Pad kit; caliper disc brake front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Brake inspection conversion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53.0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359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68124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Brake Pad BVP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5876102380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BVP alternative for 8982169220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Useful for price-sensitive repair channel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88188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Rear Brake Shoe ASM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8973319320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Shoe ASM; rear brake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Secondary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6.0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737154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Rear Brake Shoe Kit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5878320440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Shoe kit; rear brake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Secondary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1.1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279977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Clutch Disc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8983753331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Manual only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Do not headline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0.9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106951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Clutch Pressure Plate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8982831940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Manual only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Do not headline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9.3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76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6647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43801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EBC8E-B0AF-3A89-9BD6-B243A8022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7677107-0BE4-5D11-57F1-8EAC746B3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PMS Parts Promotion – NLR88  N35.150  4JZ1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6FF5F0C-8B72-C9C0-6F97-92570A6AFF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8921973"/>
              </p:ext>
            </p:extLst>
          </p:nvPr>
        </p:nvGraphicFramePr>
        <p:xfrm>
          <a:off x="469900" y="2045970"/>
          <a:ext cx="11252200" cy="3048000"/>
        </p:xfrm>
        <a:graphic>
          <a:graphicData uri="http://schemas.openxmlformats.org/drawingml/2006/table">
            <a:tbl>
              <a:tblPr/>
              <a:tblGrid>
                <a:gridCol w="1510448">
                  <a:extLst>
                    <a:ext uri="{9D8B030D-6E8A-4147-A177-3AD203B41FA5}">
                      <a16:colId xmlns:a16="http://schemas.microsoft.com/office/drawing/2014/main" val="3631671863"/>
                    </a:ext>
                  </a:extLst>
                </a:gridCol>
                <a:gridCol w="1408905">
                  <a:extLst>
                    <a:ext uri="{9D8B030D-6E8A-4147-A177-3AD203B41FA5}">
                      <a16:colId xmlns:a16="http://schemas.microsoft.com/office/drawing/2014/main" val="1725906701"/>
                    </a:ext>
                  </a:extLst>
                </a:gridCol>
                <a:gridCol w="1789690">
                  <a:extLst>
                    <a:ext uri="{9D8B030D-6E8A-4147-A177-3AD203B41FA5}">
                      <a16:colId xmlns:a16="http://schemas.microsoft.com/office/drawing/2014/main" val="2987829156"/>
                    </a:ext>
                  </a:extLst>
                </a:gridCol>
                <a:gridCol w="2160955">
                  <a:extLst>
                    <a:ext uri="{9D8B030D-6E8A-4147-A177-3AD203B41FA5}">
                      <a16:colId xmlns:a16="http://schemas.microsoft.com/office/drawing/2014/main" val="2149373926"/>
                    </a:ext>
                  </a:extLst>
                </a:gridCol>
                <a:gridCol w="1323228">
                  <a:extLst>
                    <a:ext uri="{9D8B030D-6E8A-4147-A177-3AD203B41FA5}">
                      <a16:colId xmlns:a16="http://schemas.microsoft.com/office/drawing/2014/main" val="4270481835"/>
                    </a:ext>
                  </a:extLst>
                </a:gridCol>
                <a:gridCol w="1624683">
                  <a:extLst>
                    <a:ext uri="{9D8B030D-6E8A-4147-A177-3AD203B41FA5}">
                      <a16:colId xmlns:a16="http://schemas.microsoft.com/office/drawing/2014/main" val="1858783188"/>
                    </a:ext>
                  </a:extLst>
                </a:gridCol>
                <a:gridCol w="1434291">
                  <a:extLst>
                    <a:ext uri="{9D8B030D-6E8A-4147-A177-3AD203B41FA5}">
                      <a16:colId xmlns:a16="http://schemas.microsoft.com/office/drawing/2014/main" val="12553544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PMS category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Main part number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Description / note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Campaign priority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Monthly Average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Year To Date Demand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Comments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020548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Oil Filter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8975439050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Element kit; oil filter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Medium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123.8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920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96733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Fuel Filter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8983104491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Filter ASM; fuel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Medium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1.0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32044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Fuel Filter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8977903031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Filter ASM; fuel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Medium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0.2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596484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Fuel Filter Element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8981941190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Element kit; fuel filter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Medium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407.4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2,787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25575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Fuel Filter BVP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5876150240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BVP alternative for 8981941190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Useful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22.7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142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21994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</a:rPr>
                        <a:t>Fuel Filter Element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</a:rPr>
                        <a:t>8975425390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</a:rPr>
                        <a:t>Element kit; fuel filter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</a:rPr>
                        <a:t>High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</a:rPr>
                        <a:t>148.6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</a:rPr>
                        <a:t>1,090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645001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Fuel Filter Element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8983752250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Element kit; fuel filter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High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1.2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S/S TO 8975425390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997039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Air Filter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8976739570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Filter; ACL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Main NLR88 air-filter item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70.8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474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961922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Air Cleaner ASM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8976643531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Cleaner ASM; air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Do not headline unless required by VIN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787659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Front Brake Pad Kit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8982169220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Pad kit; caliper disc brake front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Brake inspection conversion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53.0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359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18288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Rear Brake Pad Kit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8982169210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Pad kit; caliper rear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Brake inspection conversion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66.7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497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25821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Brake Pad BVP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5876102380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BVP alternative for 8982169220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Useful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732088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Clutch Disc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8978293170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Manual only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Do not headline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2.3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367586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Clutch Pressure Plate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8980400932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Manual only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Do not headline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4.6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43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72075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Clutch Pressure Plate BVP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5876100910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BVP alternative for 8980400932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Only if doing clutch targeting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4.0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7276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40771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6031D-F250-8C5C-A29C-DED014727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77D13F4-7FB3-42C4-1BFD-6B20AFEC9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Support</a:t>
            </a:r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2D94D33F-F56F-73AC-DE33-BCBF378023DB}"/>
              </a:ext>
            </a:extLst>
          </p:cNvPr>
          <p:cNvSpPr/>
          <p:nvPr/>
        </p:nvSpPr>
        <p:spPr>
          <a:xfrm>
            <a:off x="2057400" y="1892808"/>
            <a:ext cx="438912" cy="438912"/>
          </a:xfrm>
          <a:prstGeom prst="ellipse">
            <a:avLst/>
          </a:prstGeom>
          <a:solidFill>
            <a:srgbClr val="002664"/>
          </a:solidFill>
          <a:ln>
            <a:solidFill>
              <a:srgbClr val="00266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AE9F2687-040F-409F-1C78-7B43003A35EF}"/>
              </a:ext>
            </a:extLst>
          </p:cNvPr>
          <p:cNvSpPr/>
          <p:nvPr/>
        </p:nvSpPr>
        <p:spPr>
          <a:xfrm>
            <a:off x="2624328" y="199339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6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</a:t>
            </a:r>
            <a:endParaRPr lang="en-US" sz="140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5C6E36AF-BEA4-D847-12D5-20C552DBB314}"/>
              </a:ext>
            </a:extLst>
          </p:cNvPr>
          <p:cNvSpPr/>
          <p:nvPr/>
        </p:nvSpPr>
        <p:spPr>
          <a:xfrm>
            <a:off x="2057400" y="2953512"/>
            <a:ext cx="438912" cy="438912"/>
          </a:xfrm>
          <a:prstGeom prst="ellipse">
            <a:avLst/>
          </a:prstGeom>
          <a:solidFill>
            <a:srgbClr val="002664"/>
          </a:solidFill>
          <a:ln>
            <a:solidFill>
              <a:srgbClr val="00266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B7F1BCE8-EB64-0CE4-78FB-31B4238E8D18}"/>
              </a:ext>
            </a:extLst>
          </p:cNvPr>
          <p:cNvSpPr/>
          <p:nvPr/>
        </p:nvSpPr>
        <p:spPr>
          <a:xfrm>
            <a:off x="2624328" y="305409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6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Dealer Incentive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8120211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706665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COUNT" val="1"/>
  <p:tag name="LANG_DEF" val="1041"/>
  <p:tag name="LANG_NAME" val="Japanese"/>
  <p:tag name="DES1LAYOUTCOUNT" val="47"/>
  <p:tag name="LINGO_COUNT" val="4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heme/theme1.xml><?xml version="1.0" encoding="utf-8"?>
<a:theme xmlns:a="http://schemas.openxmlformats.org/drawingml/2006/main" name="ISUZU GROUP PPT Template 202410">
  <a:themeElements>
    <a:clrScheme name="ISUZU Colors 240404">
      <a:dk1>
        <a:srgbClr val="000000"/>
      </a:dk1>
      <a:lt1>
        <a:srgbClr val="FFFFFF"/>
      </a:lt1>
      <a:dk2>
        <a:srgbClr val="344251"/>
      </a:dk2>
      <a:lt2>
        <a:srgbClr val="848E9A"/>
      </a:lt2>
      <a:accent1>
        <a:srgbClr val="B5091F"/>
      </a:accent1>
      <a:accent2>
        <a:srgbClr val="002664"/>
      </a:accent2>
      <a:accent3>
        <a:srgbClr val="21585A"/>
      </a:accent3>
      <a:accent4>
        <a:srgbClr val="DF621D"/>
      </a:accent4>
      <a:accent5>
        <a:srgbClr val="008FB8"/>
      </a:accent5>
      <a:accent6>
        <a:srgbClr val="80B129"/>
      </a:accent6>
      <a:hlink>
        <a:srgbClr val="72C2D6"/>
      </a:hlink>
      <a:folHlink>
        <a:srgbClr val="344251"/>
      </a:folHlink>
    </a:clrScheme>
    <a:fontScheme name="ユーザー定義 1">
      <a:majorFont>
        <a:latin typeface="Arial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>
            <a:lumMod val="20000"/>
            <a:lumOff val="80000"/>
          </a:schemeClr>
        </a:solidFill>
        <a:ln w="19050">
          <a:solidFill>
            <a:schemeClr val="tx2"/>
          </a:solidFill>
        </a:ln>
      </a:spPr>
      <a:bodyPr rtlCol="0" anchor="ctr"/>
      <a:lstStyle>
        <a:defPPr algn="ctr">
          <a:lnSpc>
            <a:spcPct val="90000"/>
          </a:lnSpc>
          <a:spcBef>
            <a:spcPts val="600"/>
          </a:spcBef>
          <a:defRPr sz="2000"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rgbClr val="304352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Bef>
            <a:spcPts val="600"/>
          </a:spcBef>
          <a:defRPr sz="2000" dirty="0" err="1" smtClean="0"/>
        </a:defPPr>
      </a:lstStyle>
    </a:txDef>
  </a:objectDefaults>
  <a:extraClrSchemeLst/>
  <a:custClrLst>
    <a:custClr name="ISUZU Corporate Red">
      <a:srgbClr val="E60012"/>
    </a:custClr>
    <a:custClr name="ISUZU Light Grey">
      <a:srgbClr val="848E9A"/>
    </a:custClr>
    <a:custClr name="ISUZU Dark Grey">
      <a:srgbClr val="344251"/>
    </a:custClr>
    <a:custClr name="ISUZU Dark Red">
      <a:srgbClr val="B5091F"/>
    </a:custClr>
    <a:custClr name="Dark Blue">
      <a:srgbClr val="002664"/>
    </a:custClr>
    <a:custClr name="Dark Green">
      <a:srgbClr val="21585A"/>
    </a:custClr>
    <a:custClr name="Dark Orange">
      <a:srgbClr val="DF621D"/>
    </a:custClr>
    <a:custClr name="Dark Blue">
      <a:srgbClr val="002664"/>
    </a:custClr>
    <a:custClr name="Dark Green">
      <a:srgbClr val="21585A"/>
    </a:custClr>
    <a:custClr name="Dark Orange">
      <a:srgbClr val="DF621D"/>
    </a:custClr>
    <a:custClr name="Black">
      <a:srgbClr val="000000"/>
    </a:custClr>
    <a:custClr name="Light Grey 80">
      <a:srgbClr val="9DA5AE"/>
    </a:custClr>
    <a:custClr name="Dark Grey 80">
      <a:srgbClr val="5D6874"/>
    </a:custClr>
    <a:custClr name="Dark Red 80">
      <a:srgbClr val="C43A4C"/>
    </a:custClr>
    <a:custClr name="Dark Blue 80">
      <a:srgbClr val="335183"/>
    </a:custClr>
    <a:custClr name="Dark Green 80">
      <a:srgbClr val="4D797B"/>
    </a:custClr>
    <a:custClr name="Dark Orange 80">
      <a:srgbClr val="E5814A"/>
    </a:custClr>
    <a:custClr name="Blue">
      <a:srgbClr val="008FB8"/>
    </a:custClr>
    <a:custClr name="Green">
      <a:srgbClr val="80B129"/>
    </a:custClr>
    <a:custClr name="Yellow">
      <a:srgbClr val="F5A200"/>
    </a:custClr>
    <a:custClr name="White">
      <a:srgbClr val="FFFFFF"/>
    </a:custClr>
    <a:custClr name="Light Grey 75">
      <a:srgbClr val="A3AAB3"/>
    </a:custClr>
    <a:custClr name="Dark Grey 75">
      <a:srgbClr val="67717C"/>
    </a:custClr>
    <a:custClr name="Dark Red 75">
      <a:srgbClr val="C74657"/>
    </a:custClr>
    <a:custClr name="Dark Blue 75">
      <a:srgbClr val="405C8B"/>
    </a:custClr>
    <a:custClr name="Dark Green 75">
      <a:srgbClr val="588283"/>
    </a:custClr>
    <a:custClr name="Dark Orange 75">
      <a:srgbClr val="E78955"/>
    </a:custClr>
    <a:custClr name="Light Blue">
      <a:srgbClr val="72C2D6"/>
    </a:custClr>
    <a:custClr name="Light Green">
      <a:srgbClr val="B6D55D"/>
    </a:custClr>
    <a:custClr name="Light Orange">
      <a:srgbClr val="FDD34E"/>
    </a:custClr>
    <a:custClr name="BLANK">
      <a:srgbClr val="FFFFFF"/>
    </a:custClr>
    <a:custClr name="Light Grey 60">
      <a:srgbClr val="B5BBC2"/>
    </a:custClr>
    <a:custClr name="Dark Grey 60">
      <a:srgbClr val="858E97"/>
    </a:custClr>
    <a:custClr name="Dark Red 60">
      <a:srgbClr val="D36B79"/>
    </a:custClr>
    <a:custClr name="Dark Blue 60">
      <a:srgbClr val="667DA2"/>
    </a:custClr>
    <a:custClr name="Dark Green 60">
      <a:srgbClr val="7A9B9C"/>
    </a:custClr>
    <a:custClr name="Dark Orange 60">
      <a:srgbClr val="ECA177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ISUZU GROUP PPT Template_JPN_202410.pptx" id="{DAFEDCD1-E6D8-4F1D-B930-9B1B06933545}" vid="{3F159DE2-77F8-4152-B7E9-A68242AE273D}"/>
    </a:ext>
  </a:extLst>
</a:theme>
</file>

<file path=ppt/theme/theme2.xml><?xml version="1.0" encoding="utf-8"?>
<a:theme xmlns:a="http://schemas.openxmlformats.org/drawingml/2006/main" name="Office Theme">
  <a:themeElements>
    <a:clrScheme name="ISUZU Colors 240404">
      <a:dk1>
        <a:srgbClr val="000000"/>
      </a:dk1>
      <a:lt1>
        <a:srgbClr val="FFFFFF"/>
      </a:lt1>
      <a:dk2>
        <a:srgbClr val="344251"/>
      </a:dk2>
      <a:lt2>
        <a:srgbClr val="848E9A"/>
      </a:lt2>
      <a:accent1>
        <a:srgbClr val="B5091F"/>
      </a:accent1>
      <a:accent2>
        <a:srgbClr val="002664"/>
      </a:accent2>
      <a:accent3>
        <a:srgbClr val="21585A"/>
      </a:accent3>
      <a:accent4>
        <a:srgbClr val="DF621D"/>
      </a:accent4>
      <a:accent5>
        <a:srgbClr val="008FB8"/>
      </a:accent5>
      <a:accent6>
        <a:srgbClr val="80B129"/>
      </a:accent6>
      <a:hlink>
        <a:srgbClr val="72C2D6"/>
      </a:hlink>
      <a:folHlink>
        <a:srgbClr val="344251"/>
      </a:folHlink>
    </a:clrScheme>
    <a:fontScheme name="Isuzu Meiryo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ISUZU Colors 240404">
      <a:dk1>
        <a:srgbClr val="000000"/>
      </a:dk1>
      <a:lt1>
        <a:srgbClr val="FFFFFF"/>
      </a:lt1>
      <a:dk2>
        <a:srgbClr val="344251"/>
      </a:dk2>
      <a:lt2>
        <a:srgbClr val="848E9A"/>
      </a:lt2>
      <a:accent1>
        <a:srgbClr val="B5091F"/>
      </a:accent1>
      <a:accent2>
        <a:srgbClr val="002664"/>
      </a:accent2>
      <a:accent3>
        <a:srgbClr val="21585A"/>
      </a:accent3>
      <a:accent4>
        <a:srgbClr val="DF621D"/>
      </a:accent4>
      <a:accent5>
        <a:srgbClr val="008FB8"/>
      </a:accent5>
      <a:accent6>
        <a:srgbClr val="80B129"/>
      </a:accent6>
      <a:hlink>
        <a:srgbClr val="72C2D6"/>
      </a:hlink>
      <a:folHlink>
        <a:srgbClr val="344251"/>
      </a:folHlink>
    </a:clrScheme>
    <a:fontScheme name="Isuzu Meiryo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122b829-8724-470b-986d-098077dd34b8">
      <Terms xmlns="http://schemas.microsoft.com/office/infopath/2007/PartnerControls"/>
    </lcf76f155ced4ddcb4097134ff3c332f>
    <TaxCatchAll xmlns="7f970a2c-e610-47a8-a2de-9982ccc31c2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34B5BDE85556624BBCE99F7B4FD8D8C6" ma:contentTypeVersion="11" ma:contentTypeDescription="新しいドキュメントを作成します。" ma:contentTypeScope="" ma:versionID="473a36a0b428684d82675f04cea60e8e">
  <xsd:schema xmlns:xsd="http://www.w3.org/2001/XMLSchema" xmlns:xs="http://www.w3.org/2001/XMLSchema" xmlns:p="http://schemas.microsoft.com/office/2006/metadata/properties" xmlns:ns2="0122b829-8724-470b-986d-098077dd34b8" xmlns:ns3="7f970a2c-e610-47a8-a2de-9982ccc31c2b" targetNamespace="http://schemas.microsoft.com/office/2006/metadata/properties" ma:root="true" ma:fieldsID="b83a5af186d86254845bbee05d537444" ns2:_="" ns3:_="">
    <xsd:import namespace="0122b829-8724-470b-986d-098077dd34b8"/>
    <xsd:import namespace="7f970a2c-e610-47a8-a2de-9982ccc31c2b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22b829-8724-470b-986d-098077dd34b8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画像タグ" ma:readOnly="false" ma:fieldId="{5cf76f15-5ced-4ddc-b409-7134ff3c332f}" ma:taxonomyMulti="true" ma:sspId="d78d7d5a-2c89-47bb-bda4-6ea5dbfbd41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970a2c-e610-47a8-a2de-9982ccc31c2b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c0b04fd0-30fc-4ef9-a654-d8c007d35bd7}" ma:internalName="TaxCatchAll" ma:showField="CatchAllData" ma:web="7f970a2c-e610-47a8-a2de-9982ccc31c2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B383D4A-78E7-44CE-ADFC-39E7E727F4A6}">
  <ds:schemaRefs>
    <ds:schemaRef ds:uri="http://schemas.microsoft.com/office/2006/metadata/properties"/>
    <ds:schemaRef ds:uri="http://www.w3.org/XML/1998/namespace"/>
    <ds:schemaRef ds:uri="http://purl.org/dc/terms/"/>
    <ds:schemaRef ds:uri="0122b829-8724-470b-986d-098077dd34b8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purl.org/dc/elements/1.1/"/>
    <ds:schemaRef ds:uri="7f970a2c-e610-47a8-a2de-9982ccc31c2b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EE67BB62-49D3-409A-9602-86AFC94A106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5D75695-CD55-493F-ABB2-08C81361B9AB}">
  <ds:schemaRefs>
    <ds:schemaRef ds:uri="0122b829-8724-470b-986d-098077dd34b8"/>
    <ds:schemaRef ds:uri="7f970a2c-e610-47a8-a2de-9982ccc31c2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ISUZU GROUP PPT Template_JPN_202410</Template>
  <TotalTime>1784</TotalTime>
  <Words>2703</Words>
  <Application>Microsoft Office PowerPoint</Application>
  <PresentationFormat>Widescreen</PresentationFormat>
  <Paragraphs>875</Paragraphs>
  <Slides>20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Meiryo</vt:lpstr>
      <vt:lpstr>Aptos</vt:lpstr>
      <vt:lpstr>Aptos Display</vt:lpstr>
      <vt:lpstr>Arial</vt:lpstr>
      <vt:lpstr>Roboto</vt:lpstr>
      <vt:lpstr>Roboto Condensed</vt:lpstr>
      <vt:lpstr>ISUZU GROUP PPT Template 202410</vt:lpstr>
      <vt:lpstr>Periodic Maintenance Service (PMS) Project</vt:lpstr>
      <vt:lpstr>Contents</vt:lpstr>
      <vt:lpstr>Maintenance Intervals</vt:lpstr>
      <vt:lpstr>PMS Project Outline - Protect Uptime and TCO</vt:lpstr>
      <vt:lpstr>PMS Project Outline - Protect Uptime and TCO</vt:lpstr>
      <vt:lpstr>Parts Categories</vt:lpstr>
      <vt:lpstr>Parts \ Service Flow</vt:lpstr>
      <vt:lpstr>ISZJ PMS Requests &amp; ITUK Response</vt:lpstr>
      <vt:lpstr>Promotion Parts List – BVP Queries</vt:lpstr>
      <vt:lpstr>Connected Pathway</vt:lpstr>
      <vt:lpstr>Maintenance Packages (Lifecycle Business Solution)</vt:lpstr>
      <vt:lpstr>Key Performance Indicators (KPI’s)</vt:lpstr>
      <vt:lpstr>PMS KPI Proposal</vt:lpstr>
      <vt:lpstr>Implementation Roadmap</vt:lpstr>
      <vt:lpstr>PMS Parts Promotion – NPR75  N75  4HK1</vt:lpstr>
      <vt:lpstr>PMS Parts Promotion – NPR88  N75  4JZ1</vt:lpstr>
      <vt:lpstr>PMS Parts Promotion – NLR87   N35.125   RZ4E</vt:lpstr>
      <vt:lpstr>PMS Parts Promotion – NLR88  N35.150  4JZ1</vt:lpstr>
      <vt:lpstr>Support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KOSHA Presentation</dc:title>
  <dc:creator>Sakiko Ishizuka ISZJ</dc:creator>
  <cp:lastModifiedBy>Duncan Young</cp:lastModifiedBy>
  <cp:revision>7</cp:revision>
  <cp:lastPrinted>2024-10-15T01:06:05Z</cp:lastPrinted>
  <dcterms:created xsi:type="dcterms:W3CDTF">2024-11-13T15:55:57Z</dcterms:created>
  <dcterms:modified xsi:type="dcterms:W3CDTF">2026-08-13T22:30:32Z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0x01010034B5BDE85556624BBCE99F7B4FD8D8C6</vt:lpwstr>
  </property>
</Properties>
</file>