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70" r:id="rId4"/>
    <p:sldId id="271" r:id="rId5"/>
    <p:sldId id="266" r:id="rId6"/>
    <p:sldId id="272" r:id="rId7"/>
    <p:sldId id="269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  <p:guide orient="horz" pos="346"/>
        <p:guide pos="211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8A49-8D98-B94E-0D64-A1BD1D941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4306A-6034-1598-9DD5-19AF22F4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B41AB-B213-464B-51E2-70B5F97E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A92F9-A2A9-02B8-B691-0579EF09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8131-821A-5225-F606-AD56C020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262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E853-CB99-AAA7-ABA9-8F0082BB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0B409-3E30-B480-D018-E0482E6C8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862C8-D0A0-8283-FC5E-18FD896A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4E404-2C06-FE1D-2889-1D0AA69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0BA1-85A6-B5E3-42FB-7013D705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798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1183-FB83-F24A-9415-489F50E0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6852A-14AD-3439-E499-2B8863C6A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4DFA-2A3C-837F-DBCB-1E75B54A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1CEE-4F2D-212C-4C86-EA22D07B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96B66-BDA8-D567-0E1B-F6C50130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23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A155-CAC1-AB44-1801-06962D19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99C2-81C6-52B6-A898-A253C5EFE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8656D-66B5-0B79-0AD6-6F27E4079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C07B-0EB3-FE3E-1260-C2E6E97B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80155-16FB-777E-BE5E-9F7D54C0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D3469-3CF9-440E-00B3-6ABEF659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33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3C0F-F1F7-FFD9-4E26-CBF063F7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24011-3852-2684-09ED-A21C3A9D4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2B53C-3D32-D98F-53BA-ED1F04D42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D4035-2138-8B64-2620-57D76DEF6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160B5-983B-3225-6107-7081037FB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96C7A-5916-6F90-410E-1F06E315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A4EFE-E4EB-95F2-D75E-09F19D15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46525-AF71-633B-7C8D-CEE2D500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929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627C-C3AC-5523-6BF7-3F4712E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7982B-B91F-398F-3293-925159FB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2AF4C-6BD3-45D4-B589-7816AC5B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C6D37-6FA9-703A-4760-01237661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910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A7C5A-E1E3-3143-7542-CB7F1D6A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B9FE8-C376-5AC9-1B8F-DF1167F8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1408-D345-7760-3849-BCB01DBA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599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7AAA-9872-EBF5-2831-DD2142E4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D6564-FD5A-B53E-AA1E-2EBA1680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F56BC-67E8-F003-9B27-020863872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5342-4EE0-CB8E-55E2-FB94DAD4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E865-11CC-28DB-DD9C-B2E45242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600B-485D-3ADE-CA88-D2EC9BF3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056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3C49-9905-0780-E390-F0B33713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88F6C-845B-98B2-D19A-8E594EA40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A14C2-A871-36D3-3202-972B5F8A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26C3E-5695-A238-4CF6-C8D4F09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E3C50-12DB-8859-0114-93F18D38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0F90C-9E91-9A2A-E68B-7B7BFE5C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954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5383-3068-1784-9D67-DB5B07A7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B2022-56F8-E877-134E-68E48C0D4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8399-8DD4-AD23-68DB-ABC504CC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B438-D139-CFB8-76CA-316FEBD6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5F64-F00B-450C-3562-7A560F09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390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B1F7E-9D64-059F-2311-FE11C2125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5F158-68A0-2888-2D8C-75BBF1062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5AA6A-D226-7F4E-5A5C-DEA7297D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1DEB-263C-559C-1CA9-C81C79F6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1394-8257-9A1A-B297-2F36973B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52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C530A-A734-C125-CCA2-3CD6934A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AD094-5468-71DF-BDF7-DDF26630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54AA-57CF-4178-3797-A350BB9C9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B724D-3FC7-4B85-83A5-C850B478FF95}" type="datetimeFigureOut">
              <a:rPr lang="LID4096" smtClean="0"/>
              <a:t>08/20/2026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A682-89E0-9D63-1008-179E159BB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FCA2-B171-DD29-23A0-91EFA438A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436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D34A-4DFB-6292-648F-3999438A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A3F28B-2FCB-96D8-16A8-6B8AE21F0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FD70E5C-8658-01C8-1696-FEFA8400CB11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0EEF2532-840E-7335-4BBE-1B08D75BC712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8EED7-D5DA-2370-B2CC-42C2C0416FA9}"/>
              </a:ext>
            </a:extLst>
          </p:cNvPr>
          <p:cNvSpPr txBox="1"/>
          <p:nvPr/>
        </p:nvSpPr>
        <p:spPr>
          <a:xfrm>
            <a:off x="334963" y="179943"/>
            <a:ext cx="403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52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54878A-04FF-2BC5-3617-9A8A523A8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9BAF5354-859E-6048-7CE1-83033B3DA19C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1194DFB1-3239-6937-D373-DB33C0C8DE68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C876A-A5A1-F9BE-0E30-4B39B65CB000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D756B-7041-A358-FD8A-E9A52D6C0303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European Standard Price, ex. UK, Iceland, Norway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37C70D-270C-0105-03FA-F69F24FF6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49220"/>
              </p:ext>
            </p:extLst>
          </p:nvPr>
        </p:nvGraphicFramePr>
        <p:xfrm>
          <a:off x="334962" y="1211263"/>
          <a:ext cx="11485564" cy="4835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Base price * discount 0,62 (JP) or 0,611 (TH) / exchange rate / 0,475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79,74 JP / 78,58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50,5%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76,51 JP / 75,40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68,24 JP / 67,25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68,24 JP / 67,25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75,75 JP / 74,65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86,08 JP / 84,83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67,63 JP / 66,65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55,70 JP / 54,89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48,2%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73,12 JP / 72,05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32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E3E1-15BE-81DB-60EF-3C5459D1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1AE1DC-DA06-C78F-B2CB-18E067CD2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F19C80D0-2B45-4308-FFE3-AA7BE659AECB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F07ED3DE-2C61-38D6-8EB1-18B84107185C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8E189-269F-DEDF-8473-F8E444408593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B1BA0-5AC8-A8DF-80D2-E2C3C1771472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UK (European standard price -2,4%) 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AA5A40-8D66-D730-4E89-6E7EA718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067501"/>
              </p:ext>
            </p:extLst>
          </p:nvPr>
        </p:nvGraphicFramePr>
        <p:xfrm>
          <a:off x="334962" y="1211263"/>
          <a:ext cx="11485564" cy="4835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Base price * discount 0,62 (JP) or 0,611 (TH) / exchange rate / 0,475 -2,4%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51,3%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77,82 JP / 76,69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0,495 -2,4%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49,3%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74,68 JP / 73,59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66,60 JP / 65,64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66,60 JP / 65,64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0,50 -2,4%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48,8%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73,93 JP / 72,86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0,44 -2,4%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54,9%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84,01 JP / 82,79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0,56 -2,4%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42,6%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66,01 JP / 65,05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0,68 -2,4%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54,36 JP / 53,57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100k-1m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0,518 -2,4%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46,9%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71,36 JP / 70,33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15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093C-491C-84C9-DAF2-38A0A5E9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91AA5-761B-F1C0-5BF4-8DF5F870A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AB9287CD-5781-ADD9-07B8-149CBC84F1E1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4AC7E5EA-425B-1C53-72DE-C6D7E1F5989A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A5A1C-80DF-5183-38A8-C4F8E41087EC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4A338-EC75-02B4-81CC-836004241706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Iceland, Norway (European Standard Price -1.2%) 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E6D7EB-EE35-49C3-D446-9798D3553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67357"/>
              </p:ext>
            </p:extLst>
          </p:nvPr>
        </p:nvGraphicFramePr>
        <p:xfrm>
          <a:off x="334962" y="1211263"/>
          <a:ext cx="11485564" cy="4835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Base price * discount 0,62 (JP) or 0,611 (TH) / exchange rate / 0,475 -1,2%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51,9%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78,78 JP / 77,63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0,495 -1,2%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49,9%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75,60 JP / 74,50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67,42 JP / 66,44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0,555 -1,2%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67,42 JP / 66,44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0,50 -1,2%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49,4%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74,84 JP / 73,75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0,44 -1,2%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85,04 JP / 83,81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0,56 -1,2%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66,82 JP / 65,85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0,68 -1,2%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55,03 JP / 54,23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100k-1m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0,518 -1,2%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47,6%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72,24 JP / 71,19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0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80D9-9A45-11F7-46B0-D849AF10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0712C8-CB77-7B6E-D607-5D80E5CC3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7A86D840-40A4-5D58-1D0F-A43F26562D45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190E9DAC-4C5D-1D40-47FC-61BB277A75C7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D3069-1ACA-F0EF-6FEB-CE7C4E9FCF54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3C5CE-9A73-0778-EC13-1A462D81CAF4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UTI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4C492A-0CC9-BB42-B764-C54493BA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733889"/>
              </p:ext>
            </p:extLst>
          </p:nvPr>
        </p:nvGraphicFramePr>
        <p:xfrm>
          <a:off x="334962" y="1211263"/>
          <a:ext cx="11485564" cy="473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Base price / Exchange rate * 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67,20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74,53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62,92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65,36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65,97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67,20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34,7%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58,03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22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BA98-03CA-CA24-F4BF-5E12F398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DED897-6563-7650-F08E-EEBEB1FC9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E9B85678-DF10-7D93-151E-2401ADF491FB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7C38887A-5737-9D07-6B31-1874652738DD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F95E6-4C3F-C214-64BA-21DFB2D214AC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9F788-F054-BE19-3362-06701127C94A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UMI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15C714-7E9F-0F86-B051-2FD96ABEB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68332"/>
              </p:ext>
            </p:extLst>
          </p:nvPr>
        </p:nvGraphicFramePr>
        <p:xfrm>
          <a:off x="334962" y="1211263"/>
          <a:ext cx="11485564" cy="473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76,36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76,36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61,09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62,31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67,20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1,08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65,97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/ Exchange rate * 0,92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56,20 JP &amp;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33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04BA-5AC6-E2A0-C61D-977DBA6F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68D95D-75FC-DDA4-4818-90579409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CC8D0829-AE80-30FC-0E0B-295F76802830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August 2026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E3FCF14F-A453-7AAC-865F-1AC7001B3281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2026,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4192-48A2-D6FC-DDF4-93155648609E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3001B-684E-D968-144A-C70FFE43828F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Kazakhstan, Armenia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032890-EA24-F545-9F17-0081BCDE4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79761"/>
              </p:ext>
            </p:extLst>
          </p:nvPr>
        </p:nvGraphicFramePr>
        <p:xfrm>
          <a:off x="334962" y="1211263"/>
          <a:ext cx="11485564" cy="473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477067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Base price * discount 0,62 (JP) or 0,611 (TH) / exchange rate / 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94,69 JP / 93,31 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61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1399</Words>
  <Application>Microsoft Office PowerPoint</Application>
  <PresentationFormat>Widescreen</PresentationFormat>
  <Paragraphs>243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Masumi Hayakawa</dc:creator>
  <cp:lastModifiedBy>Jerome Van Der Pluym</cp:lastModifiedBy>
  <cp:revision>8</cp:revision>
  <dcterms:created xsi:type="dcterms:W3CDTF">2025-06-19T07:52:50Z</dcterms:created>
  <dcterms:modified xsi:type="dcterms:W3CDTF">2026-08-20T11:59:38Z</dcterms:modified>
</cp:coreProperties>
</file>