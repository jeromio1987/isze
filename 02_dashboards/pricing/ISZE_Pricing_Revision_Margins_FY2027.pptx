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· VEHICLE PARTS &amp; ACCESSORIES ·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FY2027 Pricing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Margin model across the three lists — PR00 · Israel (ZPR1) · CIS  |  ISZE internal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COST BASIS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IML formula is untouched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SP_EUR = FOB_EUR / class_factor    ·    FOB_EUR = BP_JPY / FX × source_discount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691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ISZE has no pricing discretion — pass-through of IML base prices in JPY.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608" y="2240280"/>
          <a:ext cx="11521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4206240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T="20000" marB="20000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20000" marB="20000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T="20000" marB="20000">
                    <a:solidFill>
                      <a:srgbClr val="CC0E1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FX rate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163.7 JPY/EUR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FY2026, Oct 2025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Source J discount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Japan / IML sourced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Source T discount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0.611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Thailand / IMIT sourced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Class factor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0.44 – 0.80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Sets gross margin per class (next slide)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92608" y="5623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FX symmetry: prices were not reduced when JPY weakened without IML instruction.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PR00 · MAIN EU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PR00 — gross margin by class factor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pr00_g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87880"/>
            <a:ext cx="5943600" cy="277368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188720"/>
          <a:ext cx="52120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828800"/>
                <a:gridCol w="1828800"/>
              </a:tblGrid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T="20000" marB="20000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T="20000" marB="20000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GM</a:t>
                      </a:r>
                    </a:p>
                  </a:txBody>
                  <a:tcPr marT="20000" marB="20000">
                    <a:solidFill>
                      <a:srgbClr val="CC0E1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0.440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56.0%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0.470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53.0%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0.480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52.0%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0.525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47.5%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45.0%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J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0.555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44.5%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6172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GM = 1 − class_factor. P (56%) prices the most aggressively; T (20%) is the lowest-margin class.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ZPR1 · UMI 1797 / UTI 1799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Israel (ZPR1) — flat −10% on PR00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pr00_vs_zp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964746"/>
            <a:ext cx="6309360" cy="301994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1188720"/>
          <a:ext cx="49377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737360"/>
                <a:gridCol w="1737360"/>
              </a:tblGrid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T="20000" marB="20000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PR00</a:t>
                      </a:r>
                    </a:p>
                  </a:txBody>
                  <a:tcPr marT="20000" marB="20000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ZPR1 −10%</a:t>
                      </a:r>
                    </a:p>
                  </a:txBody>
                  <a:tcPr marT="20000" marB="20000">
                    <a:solidFill>
                      <a:srgbClr val="CC0E1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56.0%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51.1%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53.0%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47.8%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52.0%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46.7%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44.4%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47.5%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41.7%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45.0%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38.9%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J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44.5%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38.3%</a:t>
                      </a:r>
                    </a:p>
                  </a:txBody>
                  <a:tcPr marT="12000" marB="120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11.1%</a:t>
                      </a:r>
                    </a:p>
                  </a:txBody>
                  <a:tcPr marT="12000" marB="12000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0" y="6172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Same 8 class factors, then −10% on the PR00 list. Realized ~40.8% GP vs 44.3% network (CY2024).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CIS · GA ARMENIA / CBC KAZAKHSTAN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CIS — flat 60% GM, class-independent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234440"/>
            <a:ext cx="11521440" cy="13716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SP = FOB / 0.40   →   60% gross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Applied to every class. The highest margin in the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971800"/>
            <a:ext cx="11430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Recommended: make CIS class-dependent (end the flat 0.40).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Segment by Qingling grey-import overlap: 40–45% GM where a Chinese equivalent exists.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Hold 60% GM where it cannot be followed (Euro 6/7 aftertreatment, electronics, safety).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EAEU customs union — goods landing in Kazakhstan circulate to Armenia duty-free.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5532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You cannot beat Qingling on price — protect margin on parts they cannot follow.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Three lists, three margin regimes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234440"/>
            <a:ext cx="3703320" cy="64008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410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PR00 · 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Class-implied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337413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GM 20% – 56% by class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 highest (56%), T lowest (20%)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FY2026 realised +5.3% 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234440"/>
            <a:ext cx="3703320" cy="64008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417320"/>
            <a:ext cx="3410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ZPR1 · Israel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1874519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PR00 − 10% flat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2331720"/>
            <a:ext cx="337413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Same class factors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UMI 1797 · UTI 1799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Realised ~40.8% GP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2" y="1234440"/>
            <a:ext cx="3703320" cy="64008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417320"/>
            <a:ext cx="3410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CIS · GA / CBC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1874519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Flat 60% GM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331720"/>
            <a:ext cx="337413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Class-independent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Highest margin in system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Qingling grey-import at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DATA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still missing from the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80160"/>
            <a:ext cx="11430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522 PNs billed with no PR00 entry — €4.96M, 15.1% of CY2025 revenue. Outside the reach of any list-price action.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800 PNs billed on superseded numbers — €1.82M. Route to successor, exclude from the delta.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31 Spec C4 PNs still no PR00 in SAP (~€592k) — flagged NO_PR00_IN_SAP, do not re-request.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UMI Shell/lubricants ~€526k parked (business off).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Revision exception queue: 20,572 PN × DB rows flagged leakage / overstock / IAM undercut / high list exposure.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5532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These are data fixes, not pricing levers — close them before the alloc run ships.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