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DENMARK  ·  DENMARK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Denmark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Danmark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DENMARK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50K against EUR 42K a year earlier — +19.9%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8983767550 (ROTOR; DISC BRK,FRT) EUR -4K, 50 fewer pcs; 8975546610 (PAD KIT; CALIPER,DIS) [TF*] EUR -3K, 40 fewer pcs; 8974882780 (LAMP UNIT; RR COMB) EUR -1K, 5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8983980531 (CAMERA; REAR) EUR 1K, 7 more pcs; 8983282070 (ELEMENT; OIL FILTER) [FRR,FS*,FTR,FVR,NPS,N*R] EUR 1K, 72 more pcs; 8978279610 (PAD KIT; DISC BRK,W/) EUR 1K, 15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Engine parts (EUR 3K, +1606%): 8983980531 (CAMERA; REAR) EUR 1K, 7 more pcs; 5884032481 (TARGET;AEBS,CAMERA A) EUR 1K, 2 more pcs; 8982438901 (CARRIER; CAM SHAFT) EUR 0K, 1 more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12,841 (CY H1 2025) to EUR 5,885 (CY H1 2026), down EUR 6,956 (-54%).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6,056 to EUR 2,058,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4,168 to EUR 834, 40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8981246643 (ROTOR; DISC BRK,FRT): EUR 333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8983767530 (ROTOR; DISC BRK,FRT): EUR 316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4,818 (CY H1 2025) to EUR 3,501 (CY H1 2026), down EUR 1,318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8974882780 (LAMP UNIT; RR COMB): EUR 721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347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8977993743 (LAMP ASM; HEAD): EUR 330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8983287647 (LAMP ASM; HEAD): EUR 330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8983980531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CAMERA; REAR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8983282070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FRR,FS*,FTR,FVR,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1,918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8982330922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565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8983214130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Engine parts +1606%, Fuel system +3126%, Miscellaneous +191%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(21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8982599691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5884032481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TARGET;AEBS,CAMERA AIMING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25.0% against 46.7%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49.5% against 60.6%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is not shown: the modelled demand base for that category does not hold for this market, so the rate is not quotable.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Denmark averages 79.7%, above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Anders Hansen Automobiler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Fyns-Bilsalg A/S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Thybo 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Denmark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Pedersen Og Nielsen Aabenraa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Pedersen Og Nielsen Aabenraa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Varebil-Leasing Kolding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 1 further dealer did not return an assessment and is excluded from every figure on this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0.3 points above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31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851 vehicles in 2025 → 866 working estimate for end-2026 (+1.8%).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865; CV — LD 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191,517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187,600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217,633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3,917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191,517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(DENMARK): EUR 191,517.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187,600.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(+1.8%)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191,517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187,600)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DENMARK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Danmark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191,517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DENMARK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DENMARK · ISUZU DANMARK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Danmark.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59.1% → FY26 73.0%.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the same GPS after removing warranty parts (€). FY26 ≈ 69.6% (warranty EUR 11,545 ≈ 8%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Both lines divide by the same wallet (EUR 207,500), so the gap between them is warranty and nothing else.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143,464 → EUR 180,803 (+26.0%).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30,497.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7,186; BVP EUR -344 (0.0%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143,464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180,803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37,338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126,503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157,000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30,497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16,610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23,796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30,497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7,066 on genuine-only; BVP in that basket moved EUR -350.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8981654121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MOTOR ASM; FAN,BLOWER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-15,094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8983360671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EVRV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-11,369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8982450410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-10,719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8975568060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BLADE; WIPER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-8,340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8975568070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BLADE; WIPER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-4,937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-2,997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8976526220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49.5% vs network 60.6%; Fuel filter 25.0% vs network 46.7%; Air filter 54.6% vs network 52.2%.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4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withheld — the modelled demand base does not hold for this market, so the rate is not quotable.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4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Danmark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7,084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9,980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Isuzu Danmark pad sales are genuine-only in this cut (~EUR 10K FY26) — no BVP pad lines billed.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~0.0% of FY26 — do not generalise a pad story to the whole wallet.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1,371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9,115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3,098 · FY26 EUR 11,545.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Danmark.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~0.0%.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73.0%; excl. warranty ≈ 69.6%.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