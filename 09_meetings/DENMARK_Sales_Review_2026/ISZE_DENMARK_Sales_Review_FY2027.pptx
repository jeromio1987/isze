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DENMARK  ·  DENMARK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Denmark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Danmark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DENMARK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85K against EUR 61K a year earlier — +39.6%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8983767550 (ROTOR; DISC BRK,FRT) EUR -5K, 62 fewer pcs; 8975546610 (PAD KIT; CALIPER,DIS) [TF*] EUR -3K, 41 fewer pcs; 8983682091 (PIPE; EXH) EUR -2K, 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8983980531 (CAMERA; REAR) EUR 1K, 7 more pcs; 8972746690 (TANK ASM; DEF) EUR 1K, 1 more pcs; 8983282070 (ELEMENT; OIL FILTER) [FRR,FS*,FTR,FVR,NPS,N*R] EUR 1K, 72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9K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14,607 (CY H1 2025) to EUR 5,562 (CY H1 2026), down EUR 9,045 (-62%).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6,625 to EUR 1,583,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4,268 to EUR 834, 41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8983767530 (ROTOR; DISC BRK,FRT): EUR 1,076 to EUR 0,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8981246643 (ROTOR; DISC BRK,FRT): EUR 333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8983980531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CAMERA; REAR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8983282070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FRR,FS*,FTR,FVR,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8982330922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1,042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607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Miscellaneous +191%, Engine parts +2232%, Fuel system +578%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(21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7551846320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2,333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8982599691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8981901180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1,546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8983929650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SHAFT ASM; FRT DRIVE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572,864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+1.8%.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623,128.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71.0%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Denmark today: 71.0%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213K on 851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71.0%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25.0% against 46.7%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49.5% against 60.6%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Denmark averages 75.7%,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Anders Hansen Automobiler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Fyns-Bilsalg A/S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Thybo 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Denmark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Pedersen Og Nielsen Aabenraa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Varebil-Leasing Kolding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Kjerulff A/S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20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0.9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98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851 vehicles in 2025 → 866 working estimate for end-2026 (+1.8%).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865; CV — LD 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572,864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582,961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612,110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623,128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+8.8%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+1.8%.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623,128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572,864)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+8.8%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DENMARK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Danmark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623,128 (+8.8%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DENMARK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DENMARK · ISUZU DANMARK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Danmark.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57.5% → FY26 71.0%.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65.6% (warranty EUR 11,545 ≈ 8%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851 → 866 (working year-end estimate under the FY2027 target).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143,464 → EUR 180,803 (+26.0%).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30,497.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7,186; BVP EUR -344 (0.0%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143,464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180,803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37,338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126,503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157,000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30,497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16,610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23,796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30,497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7,066 on genuine-only; BVP in that basket moved EUR -350.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8981654121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MOTOR ASM; FAN,BLOWER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-15,094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8983360671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EVRV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-11,369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8982450410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-10,719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8975568060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BLADE; WIPER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-8,340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8975568070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BLADE; WIPER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-4,937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-2,997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8976526220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49.5% vs network 60.6%; Fuel filter 25.0% vs network 46.7%; Air filter 54.6% vs network 52.2%.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Danmark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~0.0% of FY26 — do not generalise a pad story to the whole wallet.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1,371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9,115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3,098 · FY26 EUR 11,545.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Danmark.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~0.0%.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71.0%; excl. warranty ≈ 65.6%.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