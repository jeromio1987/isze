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DENMARK  ·  DENMARK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Denmark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Isuzu Danmark  ·  July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DENMARK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Brake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Electrical sensors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Sales-to-Dealer Outlook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IDS 2026 — Dealer Standard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Parts billing EUR 94K against EUR 69K a year earlier — +37.2%.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Biggest declines: Brake parts EUR -9K; Electrical sensors EUR -1K.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Growing: Miscellaneous +191%, Steering +3455%, Engine parts +2232%.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CY H1 2026 against CY H1 2025 (calendar Jan–Jun, Q1+Q2) — like-for-like half-year cut.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BRAKE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parts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EUR 14,818 (CY H1 2025) to EUR 5,667 (CY H1 2026), down EUR 9,151 (-62%).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8983767550 (ROTOR; DISC BRK,FRT): EUR 6,625 to EUR 1,583, 62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8975546610 (PAD KIT; CALIPER,DISC BRK,FRT): EUR 4,268 to EUR 834, 41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8983767530 (ROTOR; DISC BRK,FRT): EUR 1,076 to EUR 0, 12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 value-tier range moved the same way, not the other way: BVP billing went from EUR 13,529 to EUR 13,173 across the window. So this does not read as a switch from genuine to value 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pad and rotor pricing competitive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still quoting these part numbers, or have they dropped off the workshop menu?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ELECTRICAL SENSORS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Electrical sensors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EUR 8,307 (CY H1 2025) to EUR 7,091 (CY H1 2026), down EUR 1,215 (-15%).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8983712150 (SENSOR; SPD,RR WHEEL): EUR 782 to EUR 196, 3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480560"/>
                <a:gridCol w="2468880"/>
                <a:gridCol w="246888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8983980531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CAMERA; REAR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190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1,521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8972746690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TANK ASM; DEF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1,298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2,600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8983282070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ELEMENT; OIL FILTER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846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1,918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8983320160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VALVE; EGR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527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1,508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8982330922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LAMP ASM; RR COMB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565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1,200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8978279610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PAD KIT; DISC BRK,W/O SHIM &amp; CLIP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1,042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1,649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Miscellaneous +191%, Steering +3455%, Engine parts +2232% — where the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Several of these are the kind of item that also moves on a campaign or claim. Denmark warranty parts ran to EUR 9K across CY2025, so we would not read this list as purely commercial growth without checking it against claims together.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Worth agreeing which of these are repeatable and which were one-off.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TRANSPORT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Transporting Cost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10,254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7551846320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TRANSFER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2,333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7552348290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STEERING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2,123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8983320621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PUMP ASM; FUEL,SUPPLY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2,053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8982599691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TURBOCHARGER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2,005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8981901180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DRIVE ASM; FINAL,RR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1,546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SALES-TO-DEALER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Sales-to-Dealer outlook — FY2027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FY2026 Sales-to-Dealer is EUR 572,864 (reported KPI).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working fleet movement into FY2027 is +1.8%.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Applying fleet movement, the 5% price adjustment and 1.8% additional growth gives a FY2027 Sales-to-Dealer target of EUR 623,128.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discussion is held in Sales-to-Dealer amounts; ISZE billing remains an internal reconciliation measure.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Capture: 71.0%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measures your actual parts purchases against the full potential of your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Denmark today: 71.0% (FY2026 purchases against the CY2025 fleet potential).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Fleet potential: EUR 213K on 851 vehicles.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Real, sustained headroom above 71.0% — the service-parts and SPA discussion are both direct levers on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coverage: fuel filter is the clear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Fuel filter 5.2% against 11.9%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rotor 11.8% against 13.4%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IDS 2026 — DEALER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IDS 2026: Denmark averages 75.7%, above the 74.8% network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40"/>
                <a:gridCol w="2560320"/>
                <a:gridCol w="2560320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Dealer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Total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Global rank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Anders Hansen Automobiler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97.5%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#11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Fyns-Bilsalg A/S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86.1%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#164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Thybo Biler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85.7%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#172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Denmark country average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75.7%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Network average (all IDS 2026)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74.8%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Pedersen Og Nielsen Aabenraa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74.6%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#348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Varebil-Leasing Kolding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66.4%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#430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Kjerulff A/S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160520"/>
            <a:ext cx="11612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20 dealers assessed across Premises, Organisation, Service, Parts and Vehicle Sales.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country average sits 0.9 points above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spread is the point: 98 points between the strongest and weakest dealer.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Dealer-by-dealer detail and individual feedback are available as a separate pack — worth agreeing which dealers to visit, and when.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grow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Parc 851 in 2025 and 866 in the 2026 working year-end estimate — +1.8%.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shows 2019–2026 only. The 2026 point is a working year-end estimate.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Sales-to-Dealer target applies this fleet movement, a 5% price adjustment and 1.8% additional growth.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target reflects the working fleet outlook without extending the chart beyond 2026.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Sales-to-Dealer amount bridge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FY2026 Sales-to-Dealer (reported KPI)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572,864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fleet movement (+1.8%)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582,961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price adjustment (+5%)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612,110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target after additional growth (+1.8%)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623,128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3977639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FY2027 target is +8.8% versus the FY2026 Sales-to-Dealer base.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FY2026 base is the reported Sales-to-Dealer KPI.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working fleet movement used in the target is +1.8%.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Sales-to-Dealer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623,128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vs FY2026 Sales-to-Dealer (EUR 572,864)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+8.8%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21208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 We will confirm as soon as we have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DENMARK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Isuzu Danmark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Already halfway there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You already report Sales-to-Dealer monthly. The ask is the same data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FY2027 Sales-to-Dealer target: EUR 623,128 (+8.8% vs FY2026 Sales-to-Dealer).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 once approved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parts and Electrical sensors: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DENMARK proposal, ISZE review and counter-proposal cycle to follow.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IDS 2026: agree dealer visit dates, starting with the lower-scoring dealers.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