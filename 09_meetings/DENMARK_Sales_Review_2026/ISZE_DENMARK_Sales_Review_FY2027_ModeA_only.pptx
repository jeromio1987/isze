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DENMARK  ·  DENMARK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Denmark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Danmark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DENMARK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>
                <a:solidFill>
                  <a:srgbClr val="CC0E1E"/>
                </a:solidFill>
                <a:latin typeface="Calibri"/>
              </a:rPr>
              <a:t>—  </a:t>
            </a:r>
            <a:r>
              <a:rPr sz="145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50K against EUR 42K a year earlier — +19.9%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8983767550 (ROTOR; DISC BRK,FRT) EUR -4K, 50 fewer pcs; 8975546610 (PAD KIT; CALIPER,DIS) [TF*] EUR -3K, 40 fewer pcs; 8974882780 (LAMP UNIT; RR COMB) EUR -1K, 5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8983980531 (CAMERA; REAR) EUR 1K, 7 more pcs; 8983282070 (ELEMENT; OIL FILTER) [FRR,FS*,FTR,FVR,NPS,N*R] EUR 1K, 72 more pcs; 8978279610 (PAD KIT; DISC BRK,W/) EUR 1K, 15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Engine parts (EUR 3K, +1606%): 8983980531 (CAMERA; REAR) EUR 1K, 7 more pcs; 5884032481 (TARGET;AEBS,CAMERA A) EUR 1K, 2 more pcs; 8982438901 (CARRIER; CAM SHAFT) EUR 0K, 1 more pcs.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12,841 (CY H1 2025) to EUR 5,885 (CY H1 2026), down EUR 6,956 (-54%).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8983767550 (ROTOR; DISC BRK,FRT): EUR 6,056 to EUR 2,058, 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4,168 to EUR 834, 40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8981246643 (ROTOR; DISC BRK,FRT): EUR 333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8983767530 (ROTOR; DISC BRK,FRT): EUR 316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4,818 (CY H1 2025) to EUR 3,501 (CY H1 2026), down EUR 1,318 (-27%).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8974882780 (LAMP UNIT; RR COMB): EUR 721 to EUR 0,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8983287885 (LAMP ASM; HEAD): EUR 347 to EUR 0, 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8977993743 (LAMP ASM; HEAD): EUR 330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8983287647 (LAMP ASM; HEAD): EUR 330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8983980531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CAMERA; REAR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1,521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1,331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8983282070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FRR,FS*,FTR,FVR,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1,918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8978279610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PAD KIT; DISC BRK,W/O SHIM &amp;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8982330922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RR COMB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565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8983214130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N*R,NPS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2,332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Engine parts +1606%, Fuel system +3126%, Miscellaneous +191%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(21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8983320621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8982599691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2,005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5884032481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TARGET;AEBS,CAMERA AIMING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1,086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999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25.0% against 46.7%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49.5% against 60.6%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is not shown: the modelled demand base for that category does not hold for this market, so the rate is not quotable.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Denmark averages 79.7%, above the 79.4%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Anders Hansen Automobiler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Fyns-Bilsalg A/S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Thybo Biler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Denmark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79.4%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Pedersen Og Nielsen Aabenraa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Pedersen Og Nielsen Aabenraa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Varebil-Leasing Kolding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 1 further dealer did not return an assessment and is excluded from every figure on this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0.3 points above the network — both averages are taken on assessed dealers only.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31 points between the strongest and weakest assessed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851 vehicles in 2025 → 866 working estimate for end-2026 (+1.8%).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865; CV — LD 1.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extended target (ISZE→DB) applies a 5% price adjustment and 1.8% stretch — locked at EUR 191,517 from GPS Extended Target V3.1 (Dashboard column 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extended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ISZE → DB extended target (V3.1 Dashboard column I)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Business Plan / actual FY27 base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187,600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Market potential (max spend FY27)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217,633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Stretch (+1.8% of max spend)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3,917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EXTENDED TARGET (locked)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191,517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4069080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Extended target = BP + stretch; stretch default is 1.8% (network rule from GPS Extended Target V3.1).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Figure locked from GPS Extended Target FY27 V3.1, Dashboard column I (DENMARK): EUR 191,517.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FY2027 business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starts from the FY2027 Business Plan for this market, EUR 187,600.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Your fleet outlook (+1.8%) sets the market potential the stretch is measured against.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extended target (V3.1 col 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191,517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vs BP FY27 (EUR 187,600)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+2.1%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Stretch included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extended target as the working figure (BP + stretch), not a locked commercial commitment.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DENMARK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Danmark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extended target: EUR 191,517 (V3.1 Dashboard column I, +1.8% stretch).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Lighting: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DENMARK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