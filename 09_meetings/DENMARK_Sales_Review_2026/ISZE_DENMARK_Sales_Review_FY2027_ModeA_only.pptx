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DENMARK  ·  DENMARK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Denmark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Isuzu Danmark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DENMARK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85K against EUR 61K a year earlier — +39.6%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drops: 8983767550 (ROTOR; DISC BRK,FRT) EUR -5K, 62 fewer pcs; 8975546610 (PAD KIT; CALIPER,DIS) [TF*] EUR -3K, 41 fewer pcs; 8983682091 (PIPE; EXH) EUR -2K, 1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gains: 8983980531 (CAMERA; REAR) EUR 1K, 7 more pcs; 8972746690 (TANK ASM; DEF) EUR 1K, 1 more pcs; 8983282070 (ELEMENT; OIL FILTER) [FRR,FS*,FTR,FVR,NPS,N*R] EUR 1K, 72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About EUR 9K of claim-matched PN billing was stripped so this chart is aftermarket demand, not warranty.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14,607 (CY H1 2025) to EUR 5,562 (CY H1 2026), down EUR 9,045 (-62%).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8983767550 (ROTOR; DISC BRK,FRT): EUR 6,625 to EUR 1,583, 62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8975546610 (PAD KIT; CALIPER,DISC BRK,FRT · TF*): EUR 4,268 to EUR 834, 41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8983767530 (ROTOR; DISC BRK,FRT): EUR 1,076 to EUR 0, 12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8981246643 (ROTOR; DISC BRK,FRT): EUR 333 to EUR 0, 4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8983980531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CAMERA; REAR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1,521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1,331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8972746690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TANK ASM; DEF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1,298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2,600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1,302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8983282070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ELEMENT; OIL FILTER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FRR,FS*,FTR,FVR,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846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1,918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1,073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8983320160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VALVE; EGR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527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1,508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981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8982330922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LAMP ASM; RR COMB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565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1,200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635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8978279610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PAD KIT; DISC BRK,W/O SHIM &amp;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1,042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1,649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607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Miscellaneous +191%, Engine parts +2232%, Fuel system +578%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(21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7551846320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TRANSFER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2,333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7552348290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2,123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8983320621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PUMP ASM; FUEL,SUPPLY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2,053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8982599691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TURBOCHARGER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2,005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8981901180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DRIVE ASM; FINAL,RR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1,546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8983929650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SHAFT ASM; FRT DRIVE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1,311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572,864 (reported KPI).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+1.8%.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623,128.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71.0%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Denmark today: 71.0%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213K on 851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71.0%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fuel filter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25.0% against 46.7%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49.5% against 60.6%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Denmark averages 75.7%, above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Anders Hansen Automobiler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Fyns-Bilsalg A/S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86.1%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#164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Thybo Biler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85.7%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#172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Denmark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75.7%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Pedersen Og Nielsen Aabenraa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#348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Varebil-Leasing Kolding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66.4%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Kjerulff A/S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20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0.9 points above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98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grow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851 vehicles in 2025 → 866 working estimate for end-2026 (+1.8%).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865; CV — LD 1.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reflects the working fleet outlook without extending the chart beyond 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(reported KPI)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572,864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582,961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612,110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623,128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+8.8%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the reported Sales-to-Dealer KPI.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+1.8%.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623,128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572,864)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+8.8%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DENMARK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Danmark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Align on the FY2027 Sales-to-Dealer bridge (fleet, price, additional growth) — working figure EUR 623,128 (+8.8% vs FY2026 base).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adjustment; lock the target once that approval is through.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parts: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DENMARK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