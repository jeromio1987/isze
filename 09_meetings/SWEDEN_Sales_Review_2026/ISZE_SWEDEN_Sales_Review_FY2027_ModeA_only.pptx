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SWEDEN  ·  SWEDEN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Sweden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Sverige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SWEDEN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Exhaust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Mirrors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579K against EUR 370K a year earlier — +56.3%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drops: 8983952370 (DRIVE ASM; FINAL,RR) EUR -8K, 6 fewer pcs; 8975536860 (BODY ASM; REAR) EUR -4K, 3 fewer pcs; 8983953042 (FRAME ASM) EUR -3K, 1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gains: 8974995480 (FILTER; ACL) [TFR,TFS,UCR,UCS] EUR 7K, 255 more pcs; 5874123812 (INTERFACE MX2-T) EUR 5K, 5 more pcs; 8975554500 (FILTER; BLOWER UNIT) [TF*,UC*] EUR 5K, 40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Credit notes of EUR 24K stay on the net bridge (net EUR 782K); not in the movers.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EXHAUST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Exhaust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14,504 (CY H1 2025) to EUR 6,664 (CY H1 2026), down EUR 7,840 (-54%).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8983320764 (DPD ASM): EUR 4,395 to EUR 2,198,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8983511791 (PIPE; EXH): EUR 1,863 to EUR 0, 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8981405904 (SILENCER ASM; EXH): EUR 1,573 to EUR 0, 11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8980139111 (VALVE; EGR): EUR 1,458 to EUR 0, 10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MIRRORS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Mirrors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5,505 (CY H1 2025) to EUR 2,846 (CY H1 2026), down EUR 2,659 (-48%).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8984813531 (MIRROR ASM; DOOR): EUR 939 to EUR 0, 7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7551828420 (MIRROR ASM; DOOR): EUR 650 to EUR 126,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7551828430 (MIRROR ASM; DOOR): EUR 521 to EUR 0, 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8983288527 (MIRROR ASM; DOOR): EUR 505 to EUR 0, 4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18,214 (CY H1 2025) to EUR 17,080 (CY H1 2026), down EUR 1,134 (-6%).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8976526220 (PAD KIT; CALIPER,DISC BRK,FRT): EUR 4,383 to EUR 1,482, 45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8978348260 (SHOE KIT; BRK,RR · TFR,TFS (RT,RG)): EUR 881 to EUR 207, 17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8980779960 (CALIPER; FRT DISC BRK): EUR 565 to EUR 0, 6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8980779970 (CALIPER; FRT DISC BRK): EUR 474 to EUR 196, 3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TFR,TFS,UCR,UCS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7,517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14,527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7,010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8,022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13,137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5,115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TF*,UC*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15,796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20,691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4,895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7552172691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BUMPER ASM; 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4,547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3,838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8977993753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3,624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6,916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3,292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8975595830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3,425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2,995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Miscellaneous +196%, Body parts +22%, Lighting +62%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(154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7552816560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BATTERY ASM; HIGH VOLTAGE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38,794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8972746690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TANK ASM; DEF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6,660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4,550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5884026751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COMPRESSION GAUGE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4,003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8976607440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MANUAL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3,955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8983042280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AUTO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3,417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3,154,222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-1.6%.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3,316,440.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57.0%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Sweden today: 57.0%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2,111K on 8,443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57.0%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 sits below the network on every routine category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21.2% against 48.0%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48.7% against 61.2%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8,443 vehicles in 2025 → 8,305 working estimate for end-2026 (-1.6%).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8,305; CV — LD 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3,154,222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(-1.6%)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3,102,667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3,257,800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3,316,440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+5.1%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-1.6%.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3,316,440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3,154,222)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SWEDEN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Sverige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3,316,440 (+5.1%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Exhaust / Mirrors / Brake parts: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SWEDEN proposal, ISZE review and counter-proposal cycle to follow.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