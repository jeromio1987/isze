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SWEDEN  ·  SWEDEN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Sweden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Sverige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SWEDEN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Mirrors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549K against EUR 370K a year earlier — +48.4%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8983952370 (DRIVE ASM; FINAL,RR) EUR -8K, 6 fewer pcs; 8975536860 (BODY ASM; REAR) EUR -4K, 3 fewer pcs; 8983953042 (FRAME ASM) EUR -3K, 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8974995480 (FILTER; ACL) [TFR,TFS,UCR,UCS] EUR 7K, 255 more pcs; 5874123812 (INTERFACE MX2-T) EUR 5K, 5 more pcs; 8975554500 (FILTER; BLOWER UNIT) [TF*,UC*] EUR 5K, 40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Miscellaneous (EUR 52K, +203%): 7552816560 (BATTERY ASM; HIGH VO) EUR 39K, 1 more pcs; 5874123812 (INTERFACE MX2-T) EUR 5K, 5 more pcs; 8972660360 (TRANSFER ASM) EUR 2K, 1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14,504 (CY H1 2025) to EUR 6,673 (CY H1 2026), down EUR 7,830 (-54%).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8983320764 (DPD ASM): EUR 4,395 to EUR 2,198,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8983511791 (PIPE; EXH): EUR 1,863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1,573 to EUR 0,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8980139111 (VALVE; EGR): EUR 1,458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Mirrors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5,505 (CY H1 2025) to EUR 3,297 (CY H1 2026), down EUR 2,208 (-40%).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8984813531 (MIRROR ASM; DOOR): EUR 939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7551828420 (MIRROR ASM; DOOR): EUR 650 to EUR 126,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8983288527 (MIRROR ASM; DOOR): EUR 505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7551828430 (MIRROR ASM; DOOR): EUR 521 to EUR 126,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7,517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14,527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7,010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8,022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13,137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5,115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15,796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20,691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4,895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7552172691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5,391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4,683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8977993753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3,624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4,276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8975509392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11,601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15,104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3,504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+203%, Body parts +34%, Electrical sensors +157%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(154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7552816560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BATTERY ASM; HIGH VOLTAGE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38,794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8,829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7,174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8978249025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4,646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4,550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5884026751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COMPRESSION GAUGE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4,003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21.2% against 48.0%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48.7% against 61.2%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8,443 vehicles in 2025 → 8,305 working estimate for end-2026 (-1.6%).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8,305;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1,502,024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1,464,302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2,095,636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37,721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1,502,024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(SWEDEN): EUR 1,502,024.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1,464,302.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(-1.6%)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1,502,024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1,464,302)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SWEDEN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Sverige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1,502,024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Exhaust / Mirrors: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SWEDEN proposal, ISZE review and counter-proposal cycle to follow.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