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SWEDEN  ·  SWEDEN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Sweden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Isuzu Sverige  ·  July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SWEDEN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Parts Performance — category movers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Parts Performance — Electrical sensors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Parts Performance — Brake parts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Parts Performance — where volume grew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New Business — validation queue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Sales-to-Dealer Outlook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GPS Capture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Service-Parts Coverage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Fleet &amp; FY2027 Target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SPA — status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R&amp;M — market discussion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Data request: part-level Sales-to-Dealer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Parts Performance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Parts billing EUR 806K against EUR 642K a year earlier — +25.5%. After EUR 24K of credit notes the net figure is EUR 782K.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Biggest declines: Electrical sensors EUR -35K; Brake parts EUR -7K.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Growing: Miscellaneous +183%, Body parts +27%, Lighting +33%.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CY H1 2026 against CY H1 2025 (calendar Jan–Jun, Q1+Q2) — like-for-like half-year cut.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ELECTRICAL SENSORS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Electrical sensors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EUR 162,450 (CY H1 2025) to EUR 127,926 (CY H1 2026), down EUR 34,524 (-21%).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8974993681 (SENSOR; TIRE INFLATION): EUR 49,063 to EUR 120, 3,939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7552422500 (CONTROL UNIT): EUR 12,363 to EUR 1,385, 16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8978808270 (SENSOR; PM): EUR 16,451 to EUR 10,173, 23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BVP billing rose over the same window (EUR 67,060 to EUR 77,101) — worth checking how much of this is a move to the value tier rather than lost business.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BRAKE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parts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EUR 58,440 (CY H1 2025) to EUR 51,598 (CY H1 2026), down EUR 6,842 (-12%).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8983767550 (ROTOR; DISC BRK,FRT): EUR 27,385 to EUR 22,177, 67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8976526220 (PAD KIT; CALIPER,DISC BRK,FRT): EUR 4,383 to EUR 1,482, 45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pad and rotor pricing competitive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dealers still quoting these part numbers, or have they dropped off the workshop menu?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volume grew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480560"/>
                <a:gridCol w="2468880"/>
                <a:gridCol w="246888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CY H1 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CY H1 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8975359391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DPD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2,216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13,105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8974995480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FILTER; ACL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7,517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14,527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5874123812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INTERFACE MX2-T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8,022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13,137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8975554500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FILTER; BLOWER UNIT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15,796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20,691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7552172691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BUMPER ASM; FRT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708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4,547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8977993753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LAMP ASM; HEAD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3,624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6,916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840480"/>
            <a:ext cx="11612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Miscellaneous +183%, Body parts +27%, Lighting +33% — where the volume went.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Several of these are the kind of item that also moves on a campaign or claim. Sweden warranty parts ran to EUR 190K across CY2025, so we would not read this list as purely commercial growth without checking it against claims together.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Worth agreeing which of these are repeatable and which were one-off.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New Business — validation queue (CY H1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023360"/>
                <a:gridCol w="2194560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Current sales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TRANSPORT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Transporting Cost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69,134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7552816560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BATTERY ASM; HIGH VOLTAGE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38,794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8972746690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TANK ASM; DEF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6,660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7552689700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PUMP; WATER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4,550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5884026751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COMPRESSION GAUGE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4,003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8976607440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TRANSMISSION ASM; MANUAL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3,955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06908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These lines had no prior-period sales, so they are kept out of the incremental-growth 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 first sale can be a new model, a supersession, timing, or a warranty campaign. It is not treated as a commercial win until that cause is confirmed.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SALES-TO-DEALER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Sales-to-Dealer outlook — FY2027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881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FY2026 Sales-to-Dealer is EUR 3,154,222 (reported KPI).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working fleet movement into FY2027 is -1.6%.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Applying fleet movement, the 5% price adjustment and 1.8% additional growth gives a FY2027 Sales-to-Dealer target of EUR 3,316,440.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discussion is held in Sales-to-Dealer amounts; ISZE billing remains an internal reconciliation measure.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 Capture: 57.0%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measures your actual parts purchases against the full potential of your fleet.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Sweden today: 57.0% (FY2026 purchases against the CY2025 fleet potential).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Fleet potential: EUR 2,111K on 8,443 vehicles.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Real, sustained headroom above 57.0% — the service-parts and SPA discussion are both direct levers on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SERVICE-PARTS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coverage: brake rotor is the clear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pic>
        <p:nvPicPr>
          <p:cNvPr id="8" name="Picture 7" descr="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Brake rotor 6.4% against 13.8%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Fuel filter 5.9% against 12.2%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Every market here is measured on the same fleet-and-interval model, so the comparison is like-for-like even where the underlying interval assumption is debatable.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agreeing which category we tackle first, and what the joint action is.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decline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Parc 8,443 in 2025 and 8,305 in the 2026 working year-end estimate — -1.6%.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shows 2019–2026 only. The 2026 point is a working year-end estimate.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Sales-to-Dealer target applies this fleet movement, a 5% price adjustment and 1.8% additional growth.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target therefore starts from a contracting fleet, not an assumed growth story.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Sales-to-Dealer amount bridge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926080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FY2026 Sales-to-Dealer (reported KPI)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3,154,222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fleet movement (-1.6%)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3,102,667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price adjustment (+5%)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3,257,800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FY2027 target after additional growth (+1.8%)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3,316,440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3977639"/>
            <a:ext cx="11612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FY2027 target is +5.1% versus the FY2026 Sales-to-Dealer base.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FY2026 base is the reported Sales-to-Dealer KPI.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Your fleet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working fleet movement used in the target is -1.6%.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price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applying a 5% price adjustment for FY2027, consistent with every ISZE market this year.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It is built into the per-vehicle rate above, not added separately on 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5661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Sales-to-Dealer target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3,316,440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vs FY2026 Sales-to-Dealer (EUR 3,154,222)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+5.1%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212080"/>
            <a:ext cx="11612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As in previous cycles we would expect an incentive to sit alongside this adjustment — that approval is still pending on our side. We will confirm as soon as we have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SWEDEN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Isuzu Sverige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parc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Already halfway there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You already report Sales-to-Dealer monthly. The ask is the same data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612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FY2027 Sales-to-Dealer target: EUR 3,316,440 (+5.1% vs FY2026 Sales-to-Dealer).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the incentive alongside the price adjustment once approved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Electrical sensors and Brake parts: agree which category we tackle first, and what the joint action is.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Agree part-level Sales-to-Dealer data sharing, effective 01/01/2025.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SPA: SWEDEN proposal, ISZE review and counter-proposal cycle to follow.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