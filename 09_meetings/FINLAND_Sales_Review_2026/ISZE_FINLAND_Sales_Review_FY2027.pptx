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FINLAND  ·  FINLAND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Finland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Nordic Automotive Trading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FINLAND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137K against EUR 128K a year earlier — +6.4%.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Exhaust EUR -7K; Brake parts EUR -5K.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Turbo +125%, Starter / alternator +6021%, Hydraulic / mechanical +52%.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11,607 (CY H1 2025) to EUR 4,228 (CY H1 2026), down EUR 7,380 (-64%).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8980139111 (VALVE; EGR): EUR 4,652 to EUR 1,045, 25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8983682091 (PIPE; EXH): EUR 2,623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8975359391 (DPD ASM): EUR 2,194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 value-tier range moved the same way, not the other way: BVP billing went from EUR 12,708 to EUR 12,429 across the window. So this does not read as a switch from genuine to value 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7,575 (CY H1 2025) to EUR 2,729 (CY H1 2026), down EUR 4,847 (-64%).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2,287 to EUR 793, 19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7551912190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SENSOR; SHORT RANGE RADAR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2,522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5,836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8975289810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JOINT ASM; OUTSIDE,FRT DRIVE 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1,082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8982602580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SENSOR; PRESSURE,DPD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1,547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2,427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Turbo +125%, Starter / alternator +6021%, Hydraulic / mechanical +52%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Finland warranty parts ran to EUR 49K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24,931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8982059351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8977993743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8983320621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8980432420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DOOR ASM; FRT,WO/TRIM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8981405894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SILENCER ASM; EXH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429,820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-0.7%.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456,382.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88.4%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Finland today: 88.4%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301K on 1,204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88.4%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5.0% against 13.4%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pad 0.4% against 6.1%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1,204 in 2025 and 1,196 in the 2026 working year-end estimate — -0.7%.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429,820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(-0.7%)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426,964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448,313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456,382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+6.2%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imputed from ISZE billing divided by 0.65 because no usable Sales-to-Dealer KPI was available.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-0.7%.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456,382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429,820)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Nordic Automotive Trading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456,382 (+6.2%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and Brake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FINLAND proposal, ISZE review and counter-proposal cycle to follow.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