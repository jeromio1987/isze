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FINLAND  ·  FINLAND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Finland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Nordic Automotive Trading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FINLAND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Transmission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79K against EUR 91K a year earlier — -13.4%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8980139111 (VALVE; EGR) EUR -4K, 25 fewer pcs; 8983682091 (PIPE; EXH) EUR -3K, 2 fewer pcs; 8981901180 (DRIVE ASM; FINAL,RR) EUR -3K, 2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8982602580 (SENSOR; PRESSURE,DPD) EUR 1K, 9 more pcs; 8981596930 (ELEMENT KIT; FUEL FI) [N*R,NPS,QKR,TF*,UC*] EUR 1K, 36 more pcs; 8981045589 (PANEL; SIDE GATE) EUR 0K, 2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Starter / alternator (EUR 1K, +5059%): 8983092631 (STARTER ASM) EUR 1K, 2 more pcs; 8982476891 (GENERATOR ASM) EUR 0K, 1 more pcs; 8981836550 (STARTER ASM) EUR 0K, 1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10,706 (CY H1 2025) to EUR 4,188 (CY H1 2026), down EUR 6,518 (-61%).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8980139111 (VALVE; EGR): EUR 4,652 to EUR 1,045, 25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8983682091 (PIPE; EXH): EUR 2,623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8975359391 (DPD ASM): EUR 2,194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8983314120 (SENSOR; PRESSURE,DPD): EUR 396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TRANSMISSION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Transmission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7,152 (CY H1 2025) to EUR 3,553 (CY H1 2026), down EUR 3,599 (-50%).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8981901180 (DRIVE ASM; FINAL,RR): EUR 2,577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8980842808 (CASE; FRT AXLE): EUR 615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1884057500 (T/AXLEOIL): EUR 508 to EUR 0, 16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8979487611 (SHAFT ASM; PROP,FRT): EUR 498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 mix shift towards assemblies, or fewer component-level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lines?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4,789 (CY H1 2025) to EUR 1,763 (CY H1 2026), down EUR 3,026 (-63%).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8976526220 (PAD KIT; CALIPER,DISC BRK,FRT): EUR 773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8983767530 (ROTOR; DISC BRK,FRT): EUR 635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8978279610 (PAD KIT; DISC BRK,W/O SHIM &amp; CLIP): EUR 903 to EUR 411,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8979488071 (ROTOR; DISC BRK,FRT): EUR 326 to EUR 0,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8982602580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PRESSURE,DPD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N*R,NPS,QKR,TF*,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1,449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8981045589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8981402660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8981394280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8981408531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ACTUATOR; AXLE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Starter / alternator +5059%, Lighting +20%, Steering +112%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(95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8982059351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8975536750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ASM; REAR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1,552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8981405894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SILENCER ASM;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7551890430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HARNESS; BUMPER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8977993743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8983320621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18.2% against 46.8%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42.5%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1,204 vehicles in 2025 → 1,196 working estimate for end-2026 (-0.7%).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1,196;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365,728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360,300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301,550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5,428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365,728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(FINLAND): EUR 365,728.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360,300.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(-0.7%)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365,728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360,300)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Nordic Automotive Trading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365,728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Exhaust / Transmission parts / Brake parts: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FINLAND proposal, ISZE review and counter-proposal cycle to follow.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FINLAND · NORDIC AUTOMOTIVE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Nordic Automotive Trading.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84.6% → FY26 84.5%.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69.8% (warranty EUR 59,704 ≈ 22%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314,750), so the gap between them is warranty and nothing else.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314,111 → EUR 328,901 (+4.7%).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12,561.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2,446; BVP EUR -217 (0.2%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314,111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328,901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14,790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288,900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301,461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12,561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24,366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26,812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2,446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-0.1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12,561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4,768 on genuine-only; BVP in that basket moved EUR 157.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-6,436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-6,368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8981472452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SHAFT ASM; FRT DRIVE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-5,303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8979487180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SHAFT ASM; PROP,RR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-2,691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-2,112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8981405904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SILENCER ASM; EXH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-2,009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8981532774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BUMPER;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-1,841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78.2% vs network 60.4%; Fuel filter 18.2% vs network 46.8%; Air filter 59.1% vs network 52.2%.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Sales-to-Nordic Automotive Trading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3,625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1,612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Nordic Automotive Trading pad sales are genuine-only in this cut (~EUR 2K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~0.2% of FY26 — do not generalise a pad story to the whole wallet.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6,166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2,291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3,635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48,676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16,257 · FY26 EUR 59,704.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Nordic FI.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~0.2%.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84.5%; excl. warranty ≈ 69.8%.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