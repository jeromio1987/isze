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FINLAND  ·  FINLAND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Finland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Nordic Automotive Trading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FINLAND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Transmission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79K against EUR 91K a year earlier — -13.4%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8980139111 (VALVE; EGR) EUR -4K, 25 fewer pcs; 8983682091 (PIPE; EXH) EUR -3K, 2 fewer pcs; 8981901180 (DRIVE ASM; FINAL,RR) EUR -3K, 2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8982602580 (SENSOR; PRESSURE,DPD) EUR 1K, 9 more pcs; 8981596930 (ELEMENT KIT; FUEL FI) [N*R,NPS,QKR,TF*,UC*] EUR 1K, 36 more pcs; 8981045589 (PANEL; SIDE GATE) EUR 0K, 2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Starter / alternator (EUR 1K, +5059%): 8983092631 (STARTER ASM) EUR 1K, 2 more pcs; 8982476891 (GENERATOR ASM) EUR 0K, 1 more pcs; 8981836550 (STARTER ASM) EUR 0K, 1 more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10,706 (CY H1 2025) to EUR 4,188 (CY H1 2026), down EUR 6,518 (-61%).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8980139111 (VALVE; EGR): EUR 4,652 to EUR 1,045, 25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8983682091 (PIPE; EXH): EUR 2,623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8975359391 (DPD ASM): EUR 2,194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8983314120 (SENSOR; PRESSURE,DPD): EUR 396 to EUR 0, 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TRANSMISSION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Transmission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7,152 (CY H1 2025) to EUR 3,553 (CY H1 2026), down EUR 3,599 (-50%).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8981901180 (DRIVE ASM; FINAL,RR): EUR 2,577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8980842808 (CASE; FRT AXLE): EUR 615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1884057500 (T/AXLEOIL): EUR 508 to EUR 0, 16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8979487611 (SHAFT ASM; PROP,FRT): EUR 498 to EUR 0, 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 mix shift towards assemblies, or fewer component-level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Any availability problems on the fast-moving lines?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4,789 (CY H1 2025) to EUR 1,763 (CY H1 2026), down EUR 3,026 (-63%).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8976526220 (PAD KIT; CALIPER,DISC BRK,FRT): EUR 773 to EUR 0,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8983767530 (ROTOR; DISC BRK,FRT): EUR 635 to EUR 0,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8978279610 (PAD KIT; DISC BRK,W/O SHIM &amp; CLIP): EUR 903 to EUR 411,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8979488071 (ROTOR; DISC BRK,FRT): EUR 326 to EUR 0, 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8982602580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SENSOR; PRESSURE,DPD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8981596930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N*R,NPS,QKR,TF*,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1,449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8981045589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8981402660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TFR,TFS,UCR,UCS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670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8981394280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1,252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1,713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8981408531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ACTUATOR; AXLE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237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689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Starter / alternator +5059%, Lighting +20%, Steering +112%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(95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8982059351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2,035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8975536750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BODY ASM; REAR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1,552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8981405894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SILENCER ASM;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7551890430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HARNESS; BUMPER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1,132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8977993743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8983320621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992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18.2% against 46.8%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42.5% against 54.6%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1,204 vehicles in 2025 → 1,196 working estimate for end-2026 (-0.7%).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1,196; CV — LD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365,728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360,300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301,550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5,428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365,728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GPS Extended Target FY27 V3.1, Dashboard column I (FINLAND): EUR 365,728.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360,300.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(-0.7%)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365,728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360,300)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FINLAND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Nordic Automotive Trading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extended target: EUR 365,728 (V3.1 Dashboard column I, +1.8% stretch).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Exhaust / Transmission parts / Brake parts: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FINLAND proposal, ISZE review and counter-proposal cycle to follow.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