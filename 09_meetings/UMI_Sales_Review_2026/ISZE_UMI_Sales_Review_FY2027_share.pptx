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ISRAEL  ·  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UMI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Universal Motors Israel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FY2027 YTD (Apr–Jul)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Lighting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Hydraulic / mechanical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Filters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Shell lubricants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POWER BI — OFFICIAL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YTD (Apr–Jul): EUR 875K, +2% vs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875K against a EUR 855K budget — +2%, and -14% on last year's EUR 1,017K.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Against Original BP EUR 995K the period is -12%.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Jul is -38% YoY — Shell lubricants on hold (price not agreed) is the stated turnover gap into August.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By month vs budget: Apr +4%, May +1%, Jun +3%, Jul +2%.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665K against EUR 498K a year earlier — +33.6%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8980565510 (ROD END ASM; OUTER) EUR -7K, 185 fewer pcs; 1884057860 (GEAR OIL LSD) EUR -6K, 203 fewer pcs; 8982457540 (NOZZLE ASM; INJ) EUR -5K, 20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8982601090 (NOZZLE ASM; INJ) EUR 22K, 96 more pcs; 5876150640 (PAD KIT; DISC BRK,W/) EUR 6K, 150 more pcs; 8978461132 (GLASS; WINDSHIELD) EUR 5K, 25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Shell lubricants (EUR 135K): 550047337 (Rim R4L15W40 CK4_3*5) EUR 106K, 2,371 more pcs; 550047252 (Rim R4 L 15W40 CJ4_1) EUR 17K, 24 more pcs; 550070445 (Rim R4L 15W40 CK4_1*) EUR 9K, 120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Lighting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66,473 (CY H1 2025) to EUR 47,348 (CY H1 2026), down EUR 19,125 (-29%).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8977993773 (LAMP ASM; HEAD): EUR 4,162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8977993763 (LAMP ASM; HEAD): EUR 3,865 to EUR 0,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8983287885 (LAMP ASM; HEAD): EUR 4,013 to EUR 1,086, 28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8976830212 (LAMP ASM; RR COMB): EUR 7,066 to EUR 4,159, 25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the bodyshops in your network sourcing lamps elsewhere?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HYDRAULIC / MECHANICAL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Hydraulic / mechanical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43,066 (CY H1 2025) to EUR 28,206 (CY H1 2026), down EUR 14,860 (-35%).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8980565510 (ROD END ASM; OUTER): EUR 9,604 to EUR 2,988, 185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1884057860 (GEAR OIL LSD): EUR 8,956 to EUR 3,066, 203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8979458422 (ARM; UPR CONT): EUR 2,319 to EUR 0, 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8979458441 (ARM; LWR CONT): EUR 1,188 to EUR 0, 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22,637 (CY H1 2025) to EUR 16,468 (CY H1 2026), down EUR 6,169 (-27%).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5876150050 (ELEMENT; OIL FILTER · TFR,TFS,UCR,UCS): EUR 7,435 to EUR 2,545, 920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8978770040 (FILTER ASM): EUR 3,152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5876100190 (CARTRIDGE;OIL FILTER · UBS): EUR 1,130 to EUR 426, 230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5876100170 (CARTRIDGE;OIL FILTER · UBS): EUR 1,128 to EUR 664, 90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SHELL LUBRICANTS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Shell lubricants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0 (CY H1 2025) to EUR 135,109 (CY H1 2026), up EUR 135,109.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increase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550047337 (Rim R4L15W40 CK4_3*5L): EUR 0 to EUR 105,984, +2,371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550047252 (Rim R4 L 15W40 CJ4_1*209L): EUR 0 to EUR 17,493, +24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550070445 (Rim R4L 15W40 CK4_1*20L JC_A246): EUR 0 to EUR 8,640, +120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550070643 (RimulaR6LM10W40CK-4_1*20L JC_A246): EUR 0 to EUR 2,992, +40 pcs.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41605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48056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When can the Shell price discussion close so lubricant orders restart?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of the Original BP gap is lubricants vs the rest of the basket?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Shell volume moving outside ISZE while the hold continues?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4,954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27,009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22,056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5876150640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PAD KIT; DISC BRK,W/O SHIM &amp; CLIP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4,076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10,436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6,360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8978461132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6,105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4,726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8978248633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5,467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4,099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7552172681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BUMPER ASM; 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4,711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3,963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7552070241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GRILLE; INNER,RAD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1,368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4,982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3,615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Exhaust +122%, Body parts +20%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(720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54.2%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UMI today: 54.2%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Fleet potential: EUR 4,636K on 18,542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Q1 FY2027 order mix is routine stock — SOR ~97% / VOR ~3% of coded €. Urgency mix is not lifting GPS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12.0% against 60.4%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22.9% against 56.3%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UMI averages 60.9%, below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Kfir Yaud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Eden Garage Rishon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Tel Hanan Haifa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UMI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Asayag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Ram Raanana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43.2%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Zarfati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29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13.9 points below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18,542 vehicles in 2025 → 17,161 working estimate for end-2026 (-7.4%).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17,161.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3,051,652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2,973,279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4,354,036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78,373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3,051,652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V3.1 Dashboard col I UMI: EUR 3,051,652.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-7.4%.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3,051,652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2,973,279)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UMI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Universal Motors Israel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· UNIVERSAL MOTORS ISRAEL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Universal Motors Israel.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UMI only — never blend UTI into these figures or IDS views.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59.2% → FY26 54.2%.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18.9% (warranty EUR 1,633,086 ≈ 65%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18,542 → 17,161 (working year-end estimate under the FY2027 target).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6,263,047 → EUR 6,322,218 (+0.9%).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194,105.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-34,824; BVP EUR -100,110 (6.4%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6,263,047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6,322,218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59,171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5,687,724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5,881,829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194,105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69,463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34,638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-34,824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505,861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405,751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-100,110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-1.7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194,105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-3,606 on genuine-only; BVP in that basket moved EUR -31,193.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8982878080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-328,202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8982049420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-270,711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-255,665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-193,288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8983528480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SENSOR; NOX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-173,207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-100,540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8983320763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-94,143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85.2% vs network 57.1%; Fuel filter 26.4% vs network 49.3%; Air filter 22.9% vs network 56.3%.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Sales-to-Universal Motors Israel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65,344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55,238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UMI pad sales are genuine-only in this cut (~EUR 55K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~6.4% of FY26 — do not generalise a pad story to the whole wallet.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12,441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20,462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24,726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1,791,020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Dedicated UMI claim file; UMI only, never blended with UTI.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2,902,813 · FY25 EUR 1,504,142 · FY26 EUR 1,633,086.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UMI.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~6.4%.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54.2%; excl. warranty ≈ 18.9%.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This is Israel network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UMI only — UTI did not sit in IDS Israel.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