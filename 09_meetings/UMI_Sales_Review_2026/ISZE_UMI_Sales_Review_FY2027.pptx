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ISRAEL  ·  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UMI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Universal Motors Israel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Cooling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Lighting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Parts billing EUR 2,649K against EUR 1,386K a year earlier — +91.2%. After EUR 137K of credit notes the net figure is EUR 2,512K.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declines: Exhaust EUR -57K; Cooling EUR -3K; Lighting EUR -1K.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Filters +252%, Electrical sensors +95%, Body parts +91%.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CY H1 2026 against CY H1 2025 (calendar Jan–Jun, Q1+Q2) — like-for-like half-year cut.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204,992 (CY H1 2025) to EUR 147,736 (CY H1 2026), down EUR 57,256 (-28%).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8975359391 (DPD ASM): EUR 82,552 to EUR 0, 42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8983682091 (PIPE; EXH): EUR 38,591 to EUR 0, 33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8983320764 (DPD ASM): EUR 27,544 to EUR 0, 15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COOLING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Cooling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57,988 (CY H1 2025) to EUR 55,232 (CY H1 2026), down EUR 2,757 (-5%).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8984865960 (RADIATOR ASM): EUR 20,283 to EUR 5,087, 92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LIGHTING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Lighting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110,801 (CY H1 2025) to EUR 109,581 (CY H1 2026), down EUR 1,220 (-1%).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availability, pricing, or genuinely fewer accident repairs?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the bodyshops in your network sourcing lamps elsewhere?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37,383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110,876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8974985741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TURBOCHARGER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24,467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48,464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4,954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24,935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5,980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14,577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5876150530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8,020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8983842670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INJECTOR ASM; DEF DCM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10,363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16,332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Filters +252%, Electrical sensors +95%, Body parts +91% — where the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Several of these are the kind of item that also moves on a campaign or claim. Israel CY2025 warranty parts (claim-price basis) were EUR 1,791K — separate from fiscal GPS warranty expense. Do not read this growth list as purely commercial without checking claims together.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8982878080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117,547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8983528481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SENSOR; NOX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108,290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550047337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Rim R4L15W40 CK4_3*5L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70,984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5876102320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CLUTCH KIT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40,712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8982447940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PAD KIT; CALIPER,DISC BRK,FRT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39,103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8982984040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37,552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3,863,026 (working estimate).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-7.4%.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3,821,648.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54.2%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UMI today: 54.2%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4,636K on 18,542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54.2%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brake rotor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12.0% against 60.4%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Air filter 22.9% against 56.3%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UMI averages 60.9%, below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Kfir Yaud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69.6%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#406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Eden Garage Rishon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Tel Hanan Haifa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68.6%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UMI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Asayag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44.3%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Ram Raanana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43.2%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Zarfati Jerusalem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39.3%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29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13.9 points below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30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18,542 vehicles in 2025 → 17,161 working estimate for end-2026 (-7.4%).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(working estimate)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3,863,026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(-7.4%)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3,575,309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3,754,075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3,821,648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-1.1%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a working estimate (ISZE billing ÷ 0.65): the KPI Dashboard has no usable Sales-to-Dealer row for this market.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-7.4%.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3,821,648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3,863,026)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UMI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Universal Motors Israel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starting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We have no Sales-to-Dealer figures from you for FY2026. The ask is monthly Sales-to-Dealer,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3,821,648 (-1.1%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Exhaust / Cooling / Lighting: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UMI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UMI · UNIVERSAL MOTORS ISRAEL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Universal Motors Israel.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UMI only — never blend UTI into these figures or IDS views.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calendar year and fiscal year on one chart (incl. warranty)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calendar-year capture vs network + fiscal-year billing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calendar year, fiscal year, and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calendar-year GPS. Recent peak 80.7%; CY2025 = 71.6%.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fiscal-year GPS (frozen CY2025 wallet). FY26 headline 54.2%.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Grey = fiscal GPS after removing warranty parts (€). FY26 ≈ 18.9% (warranty EUR 1,633,086 ≈ 65%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18,542 → 17,161 (working CY2026 estimate).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6,263,047 → EUR 6,322,218 (+0.9%).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194,105.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-34,824; BVP EUR -100,110 (6.4%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6,263,047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6,322,218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59,171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5,687,724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5,881,829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194,105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69,463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34,638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-34,824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505,861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405,751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-100,110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8.1%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-1.7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(calendar 2024 → 2025)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636,521 from CY2024 to CY2025.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193 on genuine-only; BVP in that basket moved EUR 53,053.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8982878080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-328,202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8982049420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-270,711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-255,665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8975293230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-193,288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8983528480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SENSOR; NOX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-173,207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8982601090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NOZZLE ASM; INJ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-100,540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8983320763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-94,143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85.2% vs network 57.1%; Fuel filter 26.4% vs network 49.3%; Air filter 22.9% vs network 56.3%.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Sales-to-Universal Motors Israel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~6.4%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12,441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20,462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24,726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1,791,020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Dedicated UMI claim file; UMI only, never blended with UTI.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2,902,813 · FY25 EUR 1,504,142 · FY26 EUR 1,633,086.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UMI.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~6.4%.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54.2%; excl. warranty ≈ 18.9%.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This is Israel network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UMI only — UTI did not sit in IDS Israel.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