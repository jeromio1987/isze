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2,082K against EUR 498K a year earlier — +318.5%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8975056801 (PAD KIT; CALIPER,DIS) EUR -10K, 140 fewer pcs; 1884057860 (GEAR OIL LSD) EUR -9K, 311 fewer pcs; 5876150050 (ELEMENT; OIL FILTER) [TFR,TFS,UCR,UCS] EUR -7K, 1,420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8982601090 (NOZZLE ASM; INJ) EUR 20K, 86 more pcs; 8978461132 (GLASS; WINDSHIELD) EUR 5K, 24 more pcs; 8978248633 (LAMP ASM; RR COMB) EUR 4K, 29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137K stay on the net bridge (net EUR 2,512K);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840480"/>
                <a:gridCol w="1920240"/>
                <a:gridCol w="1920240"/>
                <a:gridCol w="19202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24,935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19,982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8978461132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5,916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4,537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5,467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4,099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7552172681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4,711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3,963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8983313592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7,671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11,014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3,343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7552070241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3,587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Filters +1169%, Electrical sensors +773%, Body parts +136%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(720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117,547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8983528481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108,290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550047337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Rim R4L15W40 CK4_3*5L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70,984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5876102320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CLUTCH KIT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40,712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39,103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8982984040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37,552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3,863,026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-7.4%.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3,821,648.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54.2%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today: 54.2%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4,636K on 18,542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54.2%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17,161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17,161.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3,863,026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(-7.4%)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3,575,309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3,754,075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-1.1%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3,863,026)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3,821,648 (-1.1%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UMI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· UNIVERSAL MOTORS ISRAEL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Universal Motors Israel.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only — never blend UTI into these figures or IDS views.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59.2% → FY26 54.2%.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18.9% (warranty EUR 1,633,086 ≈ 65%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18,542 → 17,161 (working year-end estimate under the FY2027 target).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6,263,047 → EUR 6,322,218 (+0.9%).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194,105.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-34,824; BVP EUR -100,110 (6.4%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6,263,047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6,322,218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59,171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5,687,724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5,881,829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194,105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69,463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34,638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-34,824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505,861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405,751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-100,110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8.1%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-1.7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194,105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-3,606 on genuine-only; BVP in that basket moved EUR -31,193.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-328,202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8982049420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-270,711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-255,665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-193,288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8983528480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-173,207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-100,540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-94,143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85.2% vs network 57.1%; Fuel filter 26.4% vs network 49.3%; Air filter 22.9% vs network 56.3%.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Sales-to-Universal Motors Israel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~6.4% of FY26 — do not generalise a pad story to the whole wallet.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12,441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20,462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24,726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1,791,020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Dedicated UMI claim file; UMI only, never blended with UTI.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2,902,813 · FY25 EUR 1,504,142 · FY26 EUR 1,633,086.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UMI.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~6.4%.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54.2%; excl. warranty ≈ 18.9%.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This is Israel network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UMI only — UTI did not sit in IDS Israel.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