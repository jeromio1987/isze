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ISRAEL  ·  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UMI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Universal Motors Israel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2,082K against EUR 498K a year earlier — +318.5%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8975056801 (PAD KIT; CALIPER,DIS) EUR -10K, 140 fewer pcs; 1884057860 (GEAR OIL LSD) EUR -9K, 311 fewer pcs; 5876150050 (ELEMENT; OIL FILTER) [TFR,TFS,UCR,UCS] EUR -7K, 1,420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8982601090 (NOZZLE ASM; INJ) EUR 20K, 86 more pcs; 8978461132 (GLASS; WINDSHIELD) EUR 5K, 24 more pcs; 8978248633 (LAMP ASM; RR COMB) EUR 4K, 29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137K stay on the net bridge (net EUR 2,512K); not in the movers.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24,935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19,982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8978461132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5,916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4,537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5,467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4,099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7552172681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4,711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3,963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8983313592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7,671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11,014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3,343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7552070241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3,587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Filters +1169%, Electrical sensors +773%, Body parts +136%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(720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8982878080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117,547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8983528481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108,290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550047337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Rim R4L15W40 CK4_3*5L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70,984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5876102320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CLUTCH KIT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40,712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39,103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8982984040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37,552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3,863,026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-7.4%.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3,821,648.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54.2%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today: 54.2%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4,636K on 18,542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54.2%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12.0% against 60.4%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22.9% against 56.3%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UMI averages 60.9%,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Kfir Yaud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Eden Garage Rishon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Tel Hanan Haifa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UMI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Asayag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Ram Raanana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43.2%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Zarfati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13.9 points below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18,542 vehicles in 2025 → 17,161 working estimate for end-2026 (-7.4%).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17,161.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3,863,026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(-7.4%)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3,575,309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3,754,075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3,821,648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-1.1%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-7.4%.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3,821,648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3,863,026)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UMI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3,821,648 (-1.1%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UMI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