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Cooling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2,649K against EUR 1,386K a year earlier — +91.2%. After EUR 137K of credit notes the net figure is EUR 2,512K.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Exhaust EUR -57K; Cooling EUR -3K; Lighting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Filters +252%, Electrical sensors +95%, Body parts +91%.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204,992 (CY H1 2025) to EUR 147,736 (CY H1 2026), down EUR 57,256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8975359391 (DPD ASM): EUR 82,552 to EUR 0, 42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8983682091 (PIPE; EXH): EUR 38,591 to EUR 0, 33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8983320764 (DPD ASM): EUR 27,544 to EUR 0, 15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COOLING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Cooling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57,988 (CY H1 2025) to EUR 55,232 (CY H1 2026), down EUR 2,757 (-5%).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8984865960 (RADIATOR ASM): EUR 20,283 to EUR 5,087, 92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110,801 (CY H1 2025) to EUR 109,581 (CY H1 2026), down EUR 1,220 (-1%).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37,383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110,876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48,464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24,935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5,980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14,577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8,020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8983842670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INJECTOR ASM; DEF DCM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10,363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16,332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Filters +252%, Electrical sensors +95%, Body parts +91%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Israel CY2025 warranty parts (claim-price basis) were EUR 1,791K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117,547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8983528481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108,290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550047337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Rim R4L15W40 CK4_3*5L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70,984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5876102320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CLUTCH KIT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40,712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39,103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8982984040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37,552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3,863,026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3,821,648.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54.2%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3,863,026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3,575,309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3,754,075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-1.1%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3,863,026)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3,821,648 (-1.1%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Cooling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UMI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