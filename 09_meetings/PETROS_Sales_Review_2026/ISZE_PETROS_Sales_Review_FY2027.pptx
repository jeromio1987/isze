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GREECE  ·  PETROS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Greece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Petros Petropoulos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PETROS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Engine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Hydraulic / mechanical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186K against EUR 213K a year earlier — -12.7%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8976607440 (TRANSMISSION ASM; MA) EUR -4K, 1 fewer pcs; 8980139111 (VALVE; EGR) EUR -4K, 36 fewer pcs; 8972660360 (TRANSFER ASM) EUR -2K, 1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8982705240 (ELEMENT; OIL FILTER) [NHR,NLR,NMR,TF*,UC*] EUR 2K, 96 more pcs; 8975554500 (FILTER; BLOWER UNIT) [TF*,UC*] EUR 2K, 126 more pcs; 7552622990 (PANEL; ENG HOOD) EUR 2K, 8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About EUR 53K of claim-matched PN billing was stripped so this chart is aftermarket demand, not warranty.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12,155 (CY H1 2025) to EUR 6,387 (CY H1 2026), down EUR 5,768 (-47%).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5876150610 (PAD KIT; CALIPER,DISC BRK,FRT · TF*): EUR 2,026 to EUR 0, 45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8980180360 (SHOE KIT; BRK,RR): EUR 1,245 to EUR 222,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5876150600 (PAD KIT; CALIPER,DISC BRK,FRT · TF*): EUR 849 to EUR 0, 16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755 to EUR 0, 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ENGINE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Engine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6,374 (CY H1 2025) to EUR 1,530 (CY H1 2026), down EUR 4,844 (-76%).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8981706190 (HEAD ASM; CYL): EUR 1,176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8978775550 (CAMERA ASM): EUR 1,088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8983360671 (VALVE; EVRV): EUR 885 to EUR 190, 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8981162600 (VALVE; EVRV): EUR 893 to EUR 453, 10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HYDRAULIC / MECHANICAL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Hydraulic / mechanical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12,106 (CY H1 2025) to EUR 8,425 (CY H1 2026), down EUR 3,682 (-30%).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8981454531 (OVERHAUL KIT; SUPPLY PUMP): EUR 2,131 to EUR 1,474,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8981480632 (FLYWHEEL): EUR 516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8975274910 (WHEEL; DISC,AL): EUR 438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8973876741 (SHAFT ASM; FRT DRIVE): EUR 426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5,411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7,756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2,345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4,355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6,541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2,186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7552622990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ENG HOOD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1,830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8975534311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RADIATOR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1,658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7552070251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GRILLE; INNER,RAD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1,239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1,001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Exhaust +62%, Filters +8%, Cooling +31%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(71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13,788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8983682091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PIPE; EXH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8,087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8978406900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FRAME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6,738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5876150022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3,038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7552172691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2,544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708,667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+5.1%.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795,956.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46.3%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Greece today: 46.3%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954K on 3,742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46.3%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36.4%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pad 31.1% against 29.5%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Greece averages 73.9%,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Sofia France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Nik. J. Theocarakis Sa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Mpenteniti Pinelopi &amp; Co. G.P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Greece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73.9%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Basdelis G. A. Ike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62.1%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Theodorou Ike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61.8%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Chaniotis A. Ae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35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grow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3,742 vehicles in 2025 → 3,932 working estimate for end-2026 (+5.1%).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3,879; CV — LD 53.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target reflects the working fleet outlook without extending the chart beyond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708,667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(+5.1%)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744,650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781,882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795,956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+12.3%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+5.1%.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795,956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708,667)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+12.3%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PETROS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Petros Petropoulos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795,956 (+12.3%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Engine parts / Hydraulic / mechanical: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PETROS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GREECE · PETROS PETROPOULOS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Petros Petropoulos.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48.3% → FY26 46.3%.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38.8% (warranty EUR 70,926 ≈ 16%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3,742 → 3,932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LIVE SOURCE BUG: Greece's billing sits under payer 66, which gps_billing_fy_ALLCUSTOMERS.csv labels 'RSA'. The warranty file uses 'RSA' for NORWAY. Joining the two on that name merges Greece into Norway. Confirmed by Jerome 17-07-2026. Never join those files on the name.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478,134 → EUR 471,586 (-1.4%).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-12,197.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1,286; BVP EUR 4,362 (7.5%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478,134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471,586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-6,548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396,607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384,410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-12,197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50,668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51,954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30,859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35,222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4,362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+1.0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-12,197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-2,144 on genuine-only; BVP in that basket moved EUR 6,325.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82%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8982181430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WHEEL; DISC,AL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-10,053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-5,526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8980139111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-4,263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8981901180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8973865576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PUMP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8981454531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OVERHAUL KIT; SUPPLY PUMP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-2,049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8981520891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CONTROL UNIT; ENG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-1,754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97.2% vs network 59.6%; Fuel filter 66.5% vs network 46.1%; Air filter 92.1% vs network 51.2%.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Sales-to-Petros Petropoulos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~7.5%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3,420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3,253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3,308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56,159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CV EUR 1,450 + LCV EUR 54,708.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19,030 · FY26 EUR 70,926.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Greece.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~7.5%.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46.3%; excl. warranty ≈ 38.8%.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