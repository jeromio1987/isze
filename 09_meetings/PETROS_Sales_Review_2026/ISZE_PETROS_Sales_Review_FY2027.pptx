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GREECE  ·  PETROS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Greece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Petros Petropoulos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PETROS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FY2027 YTD (Apr–Jul) Sales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Engine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Body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POWER BI — OFFICIAL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FY2027 YTD (Apr–Jul): EUR 218K, +13% vs BP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218K against BP EUR 192K — +13%, and +24% on last year's EUR 176K.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By month vs BP: Apr -32%, May +36%, Jun +41%, Jul +8%.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walking through the shape of the period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183K against EUR 213K a year earlier — -14.0%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8976607440 (TRANSMISSION ASM; MA) EUR -4K, 1 fewer pcs; 8980139111 (VALVE; EGR) EUR -4K, 36 fewer pcs; 8972660360 (TRANSFER ASM) EUR -2K, 1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8982705240 (ELEMENT; OIL FILTER) [NHR,NLR,NMR,TF*,UC*] EUR 2K, 96 more pcs; 8975554500 (FILTER; BLOWER UNIT) [TF*,UC*] EUR 2K, 126 more pcs; 7552622990 (PANEL; ENG HOOD) EUR 2K, 8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Exhaust (EUR 6K, +62%): 8983682091 (PIPE; EXH) EUR 8K, 6 more pcs; 8980845954 (DPD ASM) EUR 2K, 1 more pcs; 8981521221 (COOLER; EGR) EUR 1K, 3 more pcs.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12,155 (CY H1 2025) to EUR 6,387 (CY H1 2026), down EUR 5,768 (-47%).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5876150610 (PAD KIT; CALIPER,DISC BRK,FRT · TF*): EUR 2,026 to EUR 0, 45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8980180360 (SHOE KIT; BRK,RR): EUR 1,245 to EUR 222, 23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5876150600 (PAD KIT; CALIPER,DISC BRK,FRT · TF*): EUR 849 to EUR 0, 16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8975546610 (PAD KIT; CALIPER,DISC BRK,FRT · TF*): EUR 755 to EUR 0, 9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ENGINE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Engine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6,374 (CY H1 2025) to EUR 1,530 (CY H1 2026), down EUR 4,844 (-76%).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8981706190 (HEAD ASM; CYL): EUR 1,176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8978775550 (CAMERA ASM): EUR 1,088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8983360671 (VALVE; EVRV): EUR 885 to EUR 190, 9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8981162600 (VALVE; EVRV): EUR 893 to EUR 453, 10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BODY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Body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42,243 (CY H1 2025) to EUR 37,515 (CY H1 2026), down EUR 4,728 (-11%).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8975509392 (BUMPER ASM; FRT): EUR 2,569 to EUR 1,384, 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8981532774 (BUMPER; RR): EUR 1,176 to EUR 0,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8978461152 (GLASS; WINDSHIELD): EUR 882 to EUR 0,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8979089293 (BACK ASM; SEAT): EUR 764 to EUR 0, 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8982705240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NHR,NLR,NMR,TF*,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5,411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7,756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2,345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4,355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6,541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2,186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7552622990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PANEL; ENG HOOD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186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1,830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1,644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8975534311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RADIATOR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1,658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1,332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7552070251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GRILLE; INNER,RAD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1,239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8978249035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Exhaust +62%, Filters +8%, Cooling +31%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(71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13,788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8,087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8978406900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FRAME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3,419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5876150022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3,038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7552172691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2,544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8974985741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1,750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36.4% against 54.9%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pad 31.1% against 29.5%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Greece averages 73.9%, below the 79.4%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Sofia France Auto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91.8%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Nik. J. Theocarakis Sa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86.1%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Mpenteniti Pinelopi &amp; Co. G.P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85.0%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Greece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73.9%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79.4%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Basdelis G. A. Ike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62.1%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#454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Theodorou Ike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61.8%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Chaniotis A. Ae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34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5.5 points below the network — both averages are taken on assessed dealers only.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35 points between the strongest and weakest assessed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3,742 vehicles in 2025 → 3,932 working estimate for end-2026 (+5.1%).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3,879; CV — LD 53.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592,795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574,400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1,021,924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18,395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592,795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GPS Extended Target FY27 V3.1, Dashboard column I (GREECE): EUR 592,795.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574,400.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(+5.1%)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592,795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574,400)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+3.2%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PETROS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Petros Petropoulos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extended target: EUR 592,795 (V3.1 Dashboard column I, +1.8% stretch).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/ Engine parts / Body parts: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PETROS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GREECE · PETROS PETROPOULOS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Petros Petropoulos.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59.1% → FY26 56.6%.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the same GPS after removing warranty parts (€). FY26 ≈ 50.0% (warranty EUR 70,926 ≈ 16%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Both lines divide by the same wallet (EUR 779,500), so the gap between them is warranty and nothing else.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LIVE SOURCE BUG: Greece's billing sits under payer 66, which gps_billing_fy_ALLCUSTOMERS.csv labels 'RSA'. The warranty file uses 'RSA' for Norway. Joining the two on that name merges Greece into Norway. Confirmed by Jerome 17-07-2026. Never join those files on the name.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478,134 → EUR 471,586 (-1.4%).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-12,197.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1,286; BVP EUR 4,362 (7.5%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478,134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471,586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-6,548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396,607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384,410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-12,197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50,668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51,954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1,286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30,859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35,222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4,362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+1.0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-12,197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-2,144 on genuine-only; BVP in that basket moved EUR 6,325.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So about 82% of the genuine-only drop sits outside routine service parts.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8982181430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WHEEL; DISC,AL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-10,053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-5,526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8980139111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-4,263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8981901180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-2,572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8973865576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PUMP ASM; INJ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-2,519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8981454531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OVERHAUL KIT; SUPPLY PUMP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-2,049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8981520891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CONTROL UNIT; ENG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-1,754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97.2% vs network 59.6%; Fuel filter 66.5% vs network 46.1%; Air filter 92.1% vs network 51.2%.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5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5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Sales-to-Petros Petropoulos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13,861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8,346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pad sales (€)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3,122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1,815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193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share of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~7.5% of FY26 — do not generalise a pad story to the whole wallet.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3,420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3,253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Wallet gap (low GPS - high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3,308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Wallet gap (low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56,159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CV EUR 1,450 + LCV EUR 54,708.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0 · FY25 EUR 19,030 · FY26 EUR 70,926.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Greece.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~7.5%.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56.6%; excl. warranty ≈ 50.0%.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