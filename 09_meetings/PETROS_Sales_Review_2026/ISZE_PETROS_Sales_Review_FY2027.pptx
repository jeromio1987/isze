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GREECE  ·  PETROS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Greece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Petros Petropoulos  ·  July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PETROS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Engine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Parts billing EUR 239K against EUR 262K a year earlier — -9.0%.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Biggest declines: Brake parts EUR -15K; Engine parts EUR -5K.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Growing: Exhaust +192%, Filters +11%, Turbo +1221%.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CY H1 2026 against CY H1 2025 (calendar Jan–Jun, Q1+Q2) — like-for-like half-year cut.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33,337 (CY H1 2025) to EUR 18,642 (CY H1 2026), down EUR 14,696 (-44%).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8983767550 (ROTOR; DISC BRK,FRT): EUR 9,221 to EUR 5,421, 50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8983767530 (ROTOR; DISC BRK,FRT): EUR 2,377 to EUR 316, 26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8976526220 (PAD KIT; CALIPER,DISC BRK,FRT): EUR 2,876 to EUR 818, 32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 value-tier range moved the same way, not the other way: BVP billing went from EUR 49,157 to EUR 45,660 across the window. So this does not read as a switch from genuine to value tier.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ENGINE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Engine parts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6,374 (CY H1 2025) to EUR 1,530 (CY H1 2026), down EUR 4,844 (-76%).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8981706190 (HEAD ASM; CYL): EUR 1,176 to EUR 0, 1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480560"/>
                <a:gridCol w="2468880"/>
                <a:gridCol w="24688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8982705240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ELEMENT; OIL FILTER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5,411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7,756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8975554500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FILTER; BLOWER UNIT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4,355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6,541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7552622990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PANEL; ENG HOOD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373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1,830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8975534311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RADIATOR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326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1,658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7552070251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GRILLE; INNER,RAD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73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1,312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8978249035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LAMP ASM; HEAD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351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1,352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Exhaust +192%, Filters +11%, Turbo +1221% — where the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Several of these are the kind of item that also moves on a campaign or claim. Greece warranty parts ran to EUR 56K across CY2025, so we would not read this list as purely commercial growth without checking it against claims together.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Worth agreeing which of these are repeatable and which were one-off.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8975359391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13,788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8983682091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PIPE; EXH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8,087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8978406900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FRAME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6,738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5876150022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FILTER; ACL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3,038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7552172691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BUMPER ASM; FRT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2,544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8974985741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TURBOCHARGER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1,750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708,667 (working estimate).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+5.1%.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795,956.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46.3%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Greece today: 46.3%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954K on 3,742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46.3%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 sits below the network on every routine category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4.1% against 13.6%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Air filter 6.4% against 12.5%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Greece averages 73.9%, below the 74.8%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Sofia France Auto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91.8%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#69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Nik. J. Theocarakis Sa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86.1%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#167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Mpenteniti Pinelopi &amp; Co. G.P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85.0%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#184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Greece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73.9%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Basdelis G. A. Ike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62.1%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#454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Theodorou Ike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61.8%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#455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Chaniotis A. Ae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57.1%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#467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34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0.9 points below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35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grow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Parc 3,742 in 2025 and 3,932 in the 2026 working year-end estimate — +5.1%.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shows 2019–2026 only. The 2026 point is a working year-end estimate.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applies this fleet movement,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reflects the working fleet outlook without extending the chart beyond 2026.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(working estimate)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708,667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(+5.1%)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744,650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781,882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795,956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+12.3%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imputed from ISZE billing divided by 0.65 because no usable Sales-to-Dealer KPI was available.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+5.1%.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795,956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708,667)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+12.3%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21208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 We will confirm as soon as we have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PETROS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Petros Petropoulos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starting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We have no Sales-to-Dealer figures from you for FY2026. The ask is monthly Sales-to-Dealer,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Sales-to-Dealer target: EUR 795,956 (+12.3% vs FY2026 Sales-to-Dealer).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parts and Engine parts: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PETROS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