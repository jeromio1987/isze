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GREECE  ·  PETROS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Greece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Petros Petropoulos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PETROS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Engine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Hydraulic / mechanical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186K against EUR 213K a year earlier — -12.7%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8976607440 (TRANSMISSION ASM; MA) EUR -4K, 1 fewer pcs; 8980139111 (VALVE; EGR) EUR -4K, 36 fewer pcs; 8972660360 (TRANSFER ASM) EUR -2K, 1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8982705240 (ELEMENT; OIL FILTER) [NHR,NLR,NMR,TF*,UC*] EUR 2K, 96 more pcs; 8975554500 (FILTER; BLOWER UNIT) [TF*,UC*] EUR 2K, 126 more pcs; 7552622990 (PANEL; ENG HOOD) EUR 2K, 8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About EUR 53K of claim-matched PN billing was stripped so this chart is aftermarket demand, not warranty.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12,155 (CY H1 2025) to EUR 6,387 (CY H1 2026), down EUR 5,768 (-47%).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5876150610 (PAD KIT; CALIPER,DISC BRK,FRT · TF*): EUR 2,026 to EUR 0, 45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8980180360 (SHOE KIT; BRK,RR): EUR 1,245 to EUR 222, 23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5876150600 (PAD KIT; CALIPER,DISC BRK,FRT · TF*): EUR 849 to EUR 0, 16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8975546610 (PAD KIT; CALIPER,DISC BRK,FRT · TF*): EUR 755 to EUR 0, 9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ENGINE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Engine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6,374 (CY H1 2025) to EUR 1,530 (CY H1 2026), down EUR 4,844 (-76%).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8981706190 (HEAD ASM; CYL): EUR 1,176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8978775550 (CAMERA ASM): EUR 1,088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8983360671 (VALVE; EVRV): EUR 885 to EUR 190, 9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8981162600 (VALVE; EVRV): EUR 893 to EUR 453, 10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HYDRAULIC / MECHANICAL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Hydraulic / mechanical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12,106 (CY H1 2025) to EUR 8,425 (CY H1 2026), down EUR 3,682 (-30%).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8981454531 (OVERHAUL KIT; SUPPLY PUMP): EUR 2,131 to EUR 1,474, 12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8981480632 (FLYWHEEL): EUR 516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8975274910 (WHEEL; DISC,AL): EUR 438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8973876741 (SHAFT ASM; FRT DRIVE): EUR 426 to EUR 0, 1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8982705240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NHR,NLR,NMR,TF*,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5,411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7,756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2,345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8975554500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TF*,UC*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4,355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6,541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2,186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7552622990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PANEL; ENG HOOD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186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1,830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1,644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8975534311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RADIATOR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326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1,658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1,332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7552070251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GRILLE; INNER,RAD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1,239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8978249035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1,001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Exhaust +62%, Filters +8%, Cooling +31%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(71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8975359391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13,788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8983682091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PIPE; EXH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8,087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8978406900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FRAME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6,738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5876150022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3,038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7552172691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2,544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8974985741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TURBOCHARGER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1,750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708,667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+5.1%.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795,956.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46.3%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Greece today: 46.3%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954K on 3,742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46.3%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brake rotor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36.4% against 54.9%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pad 31.1% against 29.5%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Greece averages 73.9%, below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Sofia France Auto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91.8%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Nik. J. Theocarakis Sa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86.1%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Mpenteniti Pinelopi &amp; Co. G.P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85.0%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#184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Greece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73.9%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Basdelis G. A. Ike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62.1%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#454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Theodorou Ike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61.8%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Chaniotis A. Ae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34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0.9 points below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35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3,742 vehicles in 2025 → 3,932 working estimate for end-2026 (+5.1%).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3,879; CV — LD 53.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708,667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(+5.1%)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744,650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781,882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795,956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+12.3%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a working estimate (ISZE billing ÷ 0.65): the KPI Dashboard has no usable Sales-to-Dealer row for this market.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+5.1%.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795,956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708,667)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+12.3%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PETROS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Petros Petropoulos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795,956 (+12.3%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parts / Engine parts / Hydraulic / mechanical: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PETROS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