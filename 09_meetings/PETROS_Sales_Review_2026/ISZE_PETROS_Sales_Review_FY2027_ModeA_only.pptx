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GREECE  ·  PETROS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Greece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Petros Petropoulos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PETROS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Engine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218K, +13%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218K against BP EUR 192K — +13%, and +24% on last year's EUR 176K.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By month vs BP: Apr -32%, May +36%, Jun +41%, Jul +8%.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walking through the shape of the period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183K against EUR 213K a year earlier — -14.0%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8976607440 (TRANSMISSION ASM; MA) EUR -4K, 1 fewer pcs; 8980139111 (VALVE; EGR) EUR -4K, 36 fewer pcs; 8972660360 (TRANSFER ASM) EUR -2K, 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8982705240 (ELEMENT; OIL FILTER) [NHR,NLR,NMR,TF*,UC*] EUR 2K, 96 more pcs; 8975554500 (FILTER; BLOWER UNIT) [TF*,UC*] EUR 2K, 126 more pcs; 7552622990 (PANEL; ENG HOOD) EUR 2K, 8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Exhaust (EUR 6K, +62%): 8983682091 (PIPE; EXH) EUR 8K, 6 more pcs; 8980845954 (DPD ASM) EUR 2K, 1 more pcs; 8981521221 (COOLER; EGR) EUR 1K, 3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12,155 (CY H1 2025) to EUR 6,387 (CY H1 2026), down EUR 5,768 (-47%).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5876150610 (PAD KIT; CALIPER,DISC BRK,FRT · TF*): EUR 2,026 to EUR 0, 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8980180360 (SHOE KIT; BRK,RR): EUR 1,245 to EUR 222,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5876150600 (PAD KIT; CALIPER,DISC BRK,FRT · TF*): EUR 849 to EUR 0, 16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755 to EUR 0, 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ENGINE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Engine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6,374 (CY H1 2025) to EUR 1,530 (CY H1 2026), down EUR 4,844 (-76%).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8981706190 (HEAD ASM; CYL): EUR 1,176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8978775550 (CAMERA ASM): EUR 1,088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8983360671 (VALVE; EVRV): EUR 885 to EUR 190, 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8981162600 (VALVE; EVRV): EUR 893 to EUR 453,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42,243 (CY H1 2025) to EUR 37,515 (CY H1 2026), down EUR 4,728 (-11%).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8975509392 (BUMPER ASM; FRT): EUR 2,569 to EUR 1,384,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8981532774 (BUMPER; RR): EUR 1,176 to EUR 0,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8978461152 (GLASS; WINDSHIELD): EUR 882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8979089293 (BACK ASM; SEAT): EUR 764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5,411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7,756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4,355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6,541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7552622990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ENG HOOD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8975534311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RADIATOR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1,332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7552070251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+62%, Filters +8%, Cooling +31%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(71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13,788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8978406900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FRAME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3,419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5876150022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3,038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7552172691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2,544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36.4%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pad 31.1% against 29.5%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Greece averages 73.9%, below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Sofia France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Nik. J. Theocarakis Sa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Mpenteniti Pinelopi &amp; Co. G.P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Greece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Basdelis G. A. Ike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#454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Theodorou Ike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61.8%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Chaniotis A. Ae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5.5 points below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35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3,742 vehicles in 2025 → 3,932 working estimate for end-2026 (+5.1%).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3,879; CV — LD 53.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592,795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574,400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1,021,924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18,395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592,795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(GREECE): EUR 592,795.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574,400.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(+5.1%)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592,795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574,400)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+3.2%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PETROS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Petros Petropoulos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592,795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Engine parts / Body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PETROS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