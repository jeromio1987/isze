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GERMANY  ·  ISD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Germany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Sales Deutschland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ISD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908K against EUR 728K a year earlier — +24.7%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8981776324 (DPD ASM) EUR -10K, 10 fewer pcs; 8981402660 (FILTER; ACL) [TFR,TFS,UCR,UCS] EUR -8K, 500 fewer pcs; 8983320591 (NOZZLE ASM; INJ) EUR -8K, 54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8981596930 (ELEMENT KIT; FUEL FI) [N*R,NPS,QKR,TF*,UC*] EUR 15K, 1,100 more pcs; 8978461152 (GLASS; WINDSHIELD) EUR 14K, 61 more pcs; 8984890171 (PUMP ASM; FUEL,SUPPL) EUR 10K, 13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30K stay on the net bridge (net EUR 1,280K); not in the movers.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56,031 (CY H1 2025) to EUR 45,382 (CY H1 2026), down EUR 10,649 (-19%).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8984893170 (CALIPER; FRT DISC BRK): EUR 3,891 to EUR 0, 42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8975546600 (PAD KIT; CALIPER,DISC BRK,FRT · TF*): EUR 3,881 to EUR 0, 60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8984893180 (CALIPER; FRT DISC BRK): EUR 2,844 to EUR 0, 32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8980499580 (SUPPORT; FRT DISC BRK): EUR 2,018 to EUR 0, 30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72,758 (CY H1 2025) to EUR 62,699 (CY H1 2026), down EUR 10,060 (-14%).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8981776324 (DPD ASM): EUR 9,554 to EUR 0, 10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6,439 to EUR 0, 45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8975360781 (VALVE; EGR): EUR 1,748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8975340171 (COOLER; EGR): EUR 1,598 to EUR 0,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18,124 (CY H1 2025) to EUR 8,331 (CY H1 2026), down EUR 9,793 (-54%).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8983320591 (NOZZLE ASM; INJ): EUR 7,594 to EUR 0, 54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8982601090 (NOZZLE ASM; INJ): EUR 5,092 to EUR 0, 30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8982383181 (NOZZLE ASM; INJ): EUR 1,064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8976798670 (GASKET; INJ NOZZLE): EUR 155 to EUR 0, 76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N*R,NPS,QKR,TF*,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14,872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30,140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15,268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14,313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13,779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12,187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9,724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8983860446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GATE ASM; 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9,790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4,375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8984890190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2,794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6,850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4,056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8983929813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BRACKET; AXLE CASE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3,722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3,358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Transmission parts +79%, Body parts +20%, Filters +141%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(209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7553149600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28,349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15,645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10,735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8981472452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SHAFT ASM; FRT DRIVE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9,929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9,798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8974807976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RADIO CONTROL ASM; STEREO,AM-F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8,888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4,072,917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4,261,921.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65.9%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Germany today: 65.9%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3,808K on 13,780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65.9%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oil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15.1% against 64.9%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16.4% against 49.5%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13,780 vehicles in 2025 → 13,490 working estimate for end-2026 (-2.1%).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12,443; CV — LD 1,016; CV — MD 31.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4,072,917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(-2.1%)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3,987,203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4,186,563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4,261,921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4,261,921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4,072,917)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Sales Deutschland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4,261,921 (+4.6%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Exhaust / Injectors: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ISD proposal, ISZE review and counter-proposal cycle to follow.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