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GERMANY  ·  ISD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Germany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Sales Deutschland  ·  July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ISD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Electrical sensors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Parts billing EUR 1,310K against EUR 1,182K a year earlier — +10.8%. After EUR 30K of credit notes the net figure is EUR 1,280K.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Biggest declines: Brake parts EUR -30K; Electrical sensors EUR -29K.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Growing: Steering +46%, Body parts +23%, Filters +119%.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CY H1 2026 against CY H1 2025 (calendar Jan–Jun, Q1+Q2) — like-for-like half-year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137,639 (CY H1 2025) to EUR 108,135 (CY H1 2026), down EUR 29,504 (-21%).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8975056801 (PAD KIT; CALIPER,DISC BRK,FRT): EUR 30,006 to EUR 0, 360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5876150610 (PAD KIT; CALIPER,DISC BRK,FRT): EUR 9,893 to EUR 0, 240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BVP billing rose over the same window (EUR 90,618 to EUR 120,434) — worth checking how much of this is a move to the value tier rather than lost business.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ELECTRICAL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Electrical sensors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140,186 (CY H1 2025) to EUR 110,918 (CY H1 2026), down EUR 29,268 (-21%).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8978808270 (SENSOR; PM): EUR 34,094 to EUR 12,090, 90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8974993681 (SENSOR; TIRE INFLATION): EUR 14,689 to EUR 0, 1,213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8978808250 (SENSOR; PM): EUR 24,858 to EUR 14,507, 42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80560"/>
                <a:gridCol w="2468880"/>
                <a:gridCol w="246888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7552348290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96,598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137,802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8983767550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ROTOR; DISC BRK,FRT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23,724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47,502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8981596930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ELEMENT KIT; FUEL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14,872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30,140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8978461152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535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14,313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8984890171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PUMP ASM; FUEL,SUPPLY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2,463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12,187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7552469080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COMPRESSOR ASM; A/C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1,857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8,487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Steering +46%, Body parts +23%, Filters +119% — where the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Several of these are the kind of item that also moves on a campaign or claim. Germany warranty parts ran to EUR 260K across CY2025, so we would not read this list as purely commercial growth without checking it against claims together.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Worth agreeing which of these are repeatable and which were one-off.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7553149600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28,349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8982705240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15,645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8974995480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10,735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8981472452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SHAFT ASM; FRT DRIVE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9,929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9,798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8974807976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RADIO CONTROL ASM; STEREO,AM-F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8,888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4,072,917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-2.1%.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4,261,921.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65.9%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Germany today: 65.9%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3,808K on 13,780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65.9%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7.8% against 12.2%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Air filter 10.1% against 12.5%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Parc 13,780 in 2025 and 13,490 in the 2026 working year-end estimate — -2.1%.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shows 2019–2026 only. The 2026 point is a working year-end estimate.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applies this fleet movement,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therefore starts from a contracting fleet, not an assumed growth 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4,072,917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(-2.1%)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3,987,203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4,186,563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4,261,921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+4.6%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imputed from ISZE billing divided by 0.65 because no usable Sales-to-Dealer KPI was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-2.1%.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4,261,921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4,072,917)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+4.6%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21208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 We will confirm as soon as we have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ISD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Sales Deutschland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4,261,921 (+4.6%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 and Electrical sensors: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ISD proposal, ISZE review and counter-proposal cycle to follow.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