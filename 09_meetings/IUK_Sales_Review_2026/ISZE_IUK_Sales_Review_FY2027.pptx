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UNITED KINGDOM  ·  IUK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UK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I.M. Parts &amp; Service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IUK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Q1 FY2027 Sales Review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Body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Q1 FY2027 SALES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Q1 FY2027: EUR 1,663K, +13% vs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quar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Sales EUR 1,663K against a EUR 1,473K budget — +13%, and +41% on last year's EUR 1,180K.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beat is entirely Apr: EUR 929K against EUR 483K. May -22% and Jun -29% are both below budget.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Order intake for the quarter was EUR 939K against EUR 1,663K billed — orders ran at about 56% of shipments.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walking through the shape of the quarter together, and what the order book looks like from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2,235K against EUR 3,009K a year earlier — -25.7%. After EUR 97K of credit notes the net figure is EUR 2,138K.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-243K; Body parts EUR -147K.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Engine parts +52%, Turbo +51%, Miscellaneous +17%.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412,704 (CY H1 2025) to EUR 169,336 (CY H1 2026), down EUR 243,368 (-59%).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147,320 to EUR 74,720, 1,000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8975056801 (PAD KIT; CALIPER,DISC BRK,FRT): EUR 73,704 to EUR 7,875, 1,100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8978348260 (SHOE KIT; BRK,RR): EUR 22,704 to EUR 1,892, 550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 value-tier range moved the same way, not the other way: BVP billing went from EUR 309,199 to EUR 138,261 across the window. So this does not read as a switch from genuine to value 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BODY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Body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445,432 (CY H1 2025) to EUR 298,363 (CY H1 2026), down EUR 147,069 (-33%).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27,944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72,412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8976671380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ENGINE ASM; PARTIAL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3,124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33,434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8975293220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14,009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42,867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21,086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43,505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8972746690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TANK ASM; DEF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1,039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22,132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8983842670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INJECTOR ASM; DEF DCM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12,249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22,368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Engine parts +52%, Turbo +51%, Miscellaneous +17%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United Kingdom warranty parts ran to EUR 1,054K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66,746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7552816560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BATTERY ASM; HIGH VOLTAGE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37,785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30,858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8972666512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DISPLAY; MULTI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7,793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7552348300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6,361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8975264511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HYDRAULIC UNIT; ANTI LOCK BRK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5,598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21,418,279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-6.0%.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21,525,140.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47.3%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UK today: 47.3%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11,946K on 47,783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47.3%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1.9% against 16.4%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6.7% against 14.9%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UK averages 81.7%,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Adam Purves Isuzu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Office Good Limited T/As Livingstonr Motor Group (Hull Isuzu)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Eakin Brothers Ltd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UK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81.7%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Fussellwadman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65.7%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#434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York Van Centre Ltd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59.0%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Pentraeth Automotive Ltd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47.5%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43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6.9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52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47,783 in 2025 and 44,926 in the 2026 working year-end estimate — -6.0%.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therefore starts from a contracting fleet, not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21,418,279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(-6.0%)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20,137,656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21,144,538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21,525,140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+0.5%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-6.0%.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21,525,140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21,418,279)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IUK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I.M. Parts &amp; Service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21,525,140 (+0.5%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and Body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IUK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Q2 outlook: review the order book against the Q1 shipment pattern.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