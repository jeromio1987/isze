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UNITED KINGDOM  ·  IUK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UK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I.M. Parts &amp; Service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IUK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Q1 FY2027 Sales Review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Body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Exhaust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Filters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Q1 FY2027 SALES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Q1 FY2027: EUR 1,663K, +13% vs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quar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Sales EUR 1,663K against a EUR 1,473K budget — +13%, and +41% on last year's EUR 1,180K.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beat is entirely Apr: EUR 929K against EUR 483K. May -22% and Jun -29% are both below budget.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Order intake for the quarter was EUR 939K against EUR 1,663K billed — orders ran at about 56% of shipments.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walking through the shape of the quarter together, and what the order book looks like from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991K against EUR 1,464K a year earlier — -32.3%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drops: 8981405904 (SILENCER ASM; EXH) EUR -47K, 350 fewer pcs; 8981596930 (ELEMENT KIT; FUEL FI) [N*R,NPS,QKR,TF*,UC*] EUR -34K, 2,650 fewer pcs; 8974995480 (FILTER; ACL) [TFR,TFS,UCR,UCS] EUR -22K, 1,048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gains: 8978248643 (LAMP ASM; RR COMB) EUR 6K, 39 more pcs; 7552259810 (WHEEL; DISC) EUR 6K, 49 more pcs; 8978461162 (GLASS; WINDSHIELD) EUR 5K, 24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Credit notes of EUR 97K stay on the net bridge (net EUR 2,138K); not in the movers.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BODY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Body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377,481 (CY H1 2025) to EUR 258,519 (CY H1 2026), down EUR 118,961 (-32%).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8979071454 (RAIL; ROOF): EUR 13,575 to EUR 0, 108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8979071464 (RAIL; ROOF): EUR 13,453 to EUR 0, 107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7552070680 (EMBLEM; RAD GRILLE): EUR 10,880 to EUR 0, 250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8981045609 (PANEL; SIDE GATE): EUR 8,742 to EUR 2,179, 28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EXHAUST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Exhaust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108,243 (CY H1 2025) to EUR 33,197 (CY H1 2026), down EUR 75,046 (-69%).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8981405904 (SILENCER ASM; EXH): EUR 47,075 to EUR 0, 350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8981776324 (DPD ASM): EUR 11,294 to EUR 0, 9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8981405894 (SILENCER ASM; EXH): EUR 15,602 to EUR 6,759, 62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8981647861 (VALVE; EGR): EUR 13,497 to EUR 7,453, 55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Filters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83,611 (CY H1 2025) to EUR 30,756 (CY H1 2026), down EUR 52,855 (-63%).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8981596930 (ELEMENT KIT; FUEL FILTER · N*R,NPS,QKR,TF*,UC*): EUR 44,695 to EUR 10,854, 2,650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8982705240 (ELEMENT; OIL FILTER · NHR,NLR,NMR,TF*,UC*): EUR 30,615 to EUR 14,130, 3,500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5876150531 (ELEMENT; OIL FILTER): EUR 3,947 to EUR 0, 900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8981650710 (ELEMENT; OIL FILTER · TFR,TFS,UCR,UCS): EUR 1,878 to EUR 188, 270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stocking filters, or ordering line-by-line against each job?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How much servicing do you estimate is happening outside the franchised network?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Would a service-pack offer on oil and fuel filters be workable for your dealers?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1920240"/>
                <a:gridCol w="1920240"/>
                <a:gridCol w="192024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8978248643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LAMP ASM; RR COMB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1,275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6,992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5,717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7552259810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WHEEL; DISC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725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6,350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5,625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8978461162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GLASS; WINDSHIELD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373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5,102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4,729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8978248653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LAMP ASM; RR COMB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348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4,473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4,125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8978209330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DOOR ASM; FRT,WO/TRIM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865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3,649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2,784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8983303281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BUMPER ASM; 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3,582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5,859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2,276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Miscellaneous +24%, Air system +45%, Injectors +48%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(519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8975359391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66,746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7552816560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BATTERY ASM; HIGH VOLTAGE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37,785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7552689700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PUMP; WATER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30,858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8972666512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DISPLAY; MULTI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7,793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7552348300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6,361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8975264511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HYDRAULIC UNIT; ANTI LOCK BRK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5,598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21,418,279 (reported KPI).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-6.0%.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21,525,140.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47.3%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UK today: 47.3%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11,946K on 47,783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47.3%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 sits below the network on every routine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16.0% against 60.5%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Air filter 28.8% against 63.0%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UK averages 81.7%, above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Adam Purves Isuzu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Office Good Limited T/As Livingstonr Motor Group (Hull Isuzu)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98.6%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Eakin Brothers Ltd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96.8%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UK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81.7%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Fussellwadman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65.7%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#434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York Van Centre Ltd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59.0%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#463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Pentraeth Automotive Ltd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47.5%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43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6.9 points above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52 points between the strongest and weakest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47,783 vehicles in 2025 → 44,926 working estimate for end-2026 (-6.0%).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44,926.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(reported KPI)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21,418,279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(-6.0%)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20,137,656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21,144,538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21,525,140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+0.5%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the reported Sales-to-Dealer KPI.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-6.0%.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21,525,140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21,418,279)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+0.5%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IUK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I.M. Parts &amp; Service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Already halfway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 already report Sales-to-Dealer monthly. The ask is the same data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Sales-to-Dealer target: EUR 21,525,140 (+0.5% vs FY2026 Sales-to-Dealer).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Body parts / Exhaust / Filters: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IUK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Q2 outlook: review the order book against the Q1 shipment pattern.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