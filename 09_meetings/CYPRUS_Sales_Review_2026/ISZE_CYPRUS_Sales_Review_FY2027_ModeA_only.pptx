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CYPRUS  ·  CYPRUS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Cyprus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Loutsios &amp; Sons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CYPRUS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152K against EUR 173K a year earlier — -12.2%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8974725284 (RAIL; ROOF) EUR -8K, 64 fewer pcs; 8974725274 (RAIL; ROOF) EUR -8K, 63 fewer pcs; 5876150170 (ELEMENT KIT; FUEL FI) [N*R,NPS,QKR,TF*,UC*] EUR -2K, 290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8972666501 (DISPLAY; MULTI) EUR 3K, 2 more pcs; 8975554500 (FILTER; BLOWER UNIT) [TF*,UC*] EUR 2K, 153 more pcs; 5876150610 (PAD KIT; CALIPER,DIS) [TF*] EUR 1K, 20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Exhaust (EUR 7K, +375%): 8983682091 (PIPE; EXH) EUR 1K, 1 more pcs; 8982688122 (PUMP ASM; DEF,DCM SP) EUR 1K, 1 more pcs; 8980139111 (VALVE; EGR) EUR 1K, 7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47,674 (CY H1 2025) to EUR 29,311 (CY H1 2026), down EUR 18,364 (-39%).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8974725284 (RAIL; ROOF): EUR 8,915 to EUR 879, 64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8974725274 (RAIL; ROOF): EUR 9,543 to EUR 1,632, 63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8974725301 (RAIL; ROOF): EUR 1,305 to EUR 206, 48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8974725321 (RAIL; ROOF): EUR 1,374 to EUR 321, 46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16,613 (CY H1 2025) to EUR 12,006 (CY H1 2026), down EUR 4,607 (-28%).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5876150180 (FILTER; BLOWER UNIT · TF*,UC*): EUR 2,361 to EUR 805, 100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8974995480 (FILTER; ACL · TFR,TFS,UCR,UCS): EUR 2,147 to EUR 635, 70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5876150021 (FILTER; ACL · TFR,TFS,UCR,UCS): EUR 1,248 to EUR 0, 100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5876150521 (FILTER; ACL · TFR,TFS,UCR,UCS): EUR 1,502 to EUR 742, 50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15,913 (CY H1 2025) to EUR 11,756 (CY H1 2026), down EUR 4,157 (-26%).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5876150170 (ELEMENT KIT; FUEL FILTER · N*R,NPS,QKR,TF*,UC*): EUR 3,675 to EUR 1,752, 290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8980959830 (ELEMENT KIT; FUEL FILTER · N*R,NPS): EUR 655 to EUR 0,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5876150050 (ELEMENT; OIL FILTER · TFR,TFS,UCR,UCS): EUR 643 to EUR 0, 110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8975425400 (ELEMENT; FUEL FILTER · FV*,FT*,FS*,FR*,N*R,N*S): EUR 1,051 to EUR 628, 50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8972666501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1,405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4,215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2,810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2,959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5,447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2,489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5876150610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1,167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2,303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8980548130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NUT; LICENSE PLATE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1,176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7552422500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CONTROL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1,458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729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8983314120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PRESSURE,DPD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843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631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+375%, Electrical sensors +40%, Steering +26%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(70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6,942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1,668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54.4% against 54.5%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70.3% against 46.2%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is not shown: the modelled demand base for that category does not hold for this market, so the rate is not quotable.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Cyprus averages 75.0%, below the 79.4%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A. Loutsios And Sons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Cyprus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A. Loutsios And Sons Ltd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4.4 points below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0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2,308 vehicles in 2025 → 2,423 working estimate for end-2026 (+5.0%).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2,206; CV — LD 212; CV — MD 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552,822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539,600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734,562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13,222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552,822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(CYPRUS): EUR 552,822.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539,600.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(+5.0%)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552,822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539,600)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CYPRUS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Loutsios &amp; Sons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552,822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/ Air conditioning / Filters: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CYPRUS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