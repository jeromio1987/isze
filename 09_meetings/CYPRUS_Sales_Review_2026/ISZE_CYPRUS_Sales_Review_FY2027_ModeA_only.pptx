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CYPRUS  ·  CYPRUS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Cyprus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Loutsios &amp; Sons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CYPRUS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Body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Air conditioning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Filters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148K against EUR 173K a year earlier — -14.6%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8974725284 (RAIL; ROOF) EUR -8K, 65 fewer pcs; 8974725274 (RAIL; ROOF) EUR -8K, 64 fewer pcs; 5876150170 (ELEMENT KIT; FUEL FI) [N*R,NPS,QKR,TF*,UC*] EUR -2K, 290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8972666501 (DISPLAY; MULTI) EUR 3K, 2 more pcs; 8975554500 (FILTER; BLOWER UNIT) [TF*,UC*] EUR 2K, 153 more pcs; 5876150610 (PAD KIT; CALIPER,DIS) [TF*] EUR 1K, 20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About EUR 28K of claim-matched PN billing was stripped so this chart is aftermarket demand, not warranty.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BODY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Body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47,674 (CY H1 2025) to EUR 28,420 (CY H1 2026), down EUR 19,254 (-40%).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8974725284 (RAIL; ROOF): EUR 8,915 to EUR 753, 65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8974725274 (RAIL; ROOF): EUR 9,543 to EUR 1,507, 64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8974725301 (RAIL; ROOF): EUR 1,305 to EUR 206, 48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8974725321 (RAIL; ROOF): EUR 1,374 to EUR 321, 46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AIR CONDITIONING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Air conditioning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16,613 (CY H1 2025) to EUR 11,624 (CY H1 2026), down EUR 4,989 (-30%).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5876150180 (FILTER; BLOWER UNIT · TF*,UC*): EUR 2,361 to EUR 805, 100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8974995480 (FILTER; ACL · TFR,TFS,UCR,UCS): EUR 2,147 to EUR 635, 70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5876150021 (FILTER; ACL · TFR,TFS,UCR,UCS): EUR 1,248 to EUR 0, 100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5876150521 (FILTER; ACL · TFR,TFS,UCR,UCS): EUR 1,502 to EUR 742, 50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seasonal pattern different this year, or is this a real shift?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cabin filters and A/C service being sold as a package?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Filters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15,913 (CY H1 2025) to EUR 11,420 (CY H1 2026), down EUR 4,492 (-28%).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5876150170 (ELEMENT KIT; FUEL FILTER · N*R,NPS,QKR,TF*,UC*): EUR 3,675 to EUR 1,752, 290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8980959830 (ELEMENT KIT; FUEL FILTER · N*R,NPS): EUR 655 to EUR 0, 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5876150050 (ELEMENT; OIL FILTER · TFR,TFS,UCR,UCS): EUR 643 to EUR 0, 110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8975425400 (ELEMENT; FUEL FILTER · FV*,FT*,FS*,FR*,N*R,N*S): EUR 1,051 to EUR 628, 50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servicing do you estimate is happening outside the franchised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Would a service-pack offer on oil and fuel filters be workable for your dealers?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8972666501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1,405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4,215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2,810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2,959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5,447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2,489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5876150610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1,167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1,136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8980548130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NUT; LICENSE PLATE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8983314120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SENSOR; PRESSURE,DPD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5876150071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DISC; CLUTCH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Exhaust +375%, Electrical sensors +28%, Injectors +173%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(70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6,942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8972666511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1,668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8972666502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1,399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1,287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1,277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1,246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618,085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+5.0%.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693,590.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58.8%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Cyprus today: 58.8%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676K on 2,308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58.8%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54.4% against 54.5%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70.3% against 46.2%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Cyprus averages 75.0%,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A. Loutsios And Sons Ltd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Cyprus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A. Loutsios And Sons Ltd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0.2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2,308 vehicles in 2025 → 2,423 working estimate for end-2026 (+5.0%).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2,206; CV — LD 212; CV — MD 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618,085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(+5.0%)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648,882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681,326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693,590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+12.2%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+5.0%.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693,590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618,085)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+12.2%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CYPRUS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Loutsios &amp; Sons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693,590 (+12.2%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Body parts / Air conditioning / Filters: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CYPRUS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