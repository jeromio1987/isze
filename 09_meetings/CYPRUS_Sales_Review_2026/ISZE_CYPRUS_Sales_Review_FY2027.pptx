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CYPRUS  ·  CYPRUS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Cyprus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Loutsios &amp; Sons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CYPRUS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152K against EUR 173K a year earlier — -12.2%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8974725284 (RAIL; ROOF) EUR -8K, 64 fewer pcs; 8974725274 (RAIL; ROOF) EUR -8K, 63 fewer pcs; 5876150170 (ELEMENT KIT; FUEL FI) [N*R,NPS,QKR,TF*,UC*] EUR -2K, 290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8972666501 (DISPLAY; MULTI) EUR 3K, 2 more pcs; 8975554500 (FILTER; BLOWER UNIT) [TF*,UC*] EUR 2K, 153 more pcs; 5876150610 (PAD KIT; CALIPER,DIS) [TF*] EUR 1K, 20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Exhaust (EUR 7K, +375%): 8983682091 (PIPE; EXH) EUR 1K, 1 more pcs; 8982688122 (PUMP ASM; DEF,DCM SP) EUR 1K, 1 more pcs; 8980139111 (VALVE; EGR) EUR 1K, 7 more pcs.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47,674 (CY H1 2025) to EUR 29,311 (CY H1 2026), down EUR 18,364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8974725284 (RAIL; ROOF): EUR 8,915 to EUR 879, 64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8974725274 (RAIL; ROOF): EUR 9,543 to EUR 1,632, 63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8974725301 (RAIL; ROOF): EUR 1,305 to EUR 206, 48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8974725321 (RAIL; ROOF): EUR 1,374 to EUR 321, 46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16,613 (CY H1 2025) to EUR 12,006 (CY H1 2026), down EUR 4,607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5876150180 (FILTER; BLOWER UNIT · TF*,UC*): EUR 2,361 to EUR 805, 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2,147 to EUR 635, 70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5876150021 (FILTER; ACL · TFR,TFS,UCR,UCS): EUR 1,248 to EUR 0, 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5876150521 (FILTER; ACL · TFR,TFS,UCR,UCS): EUR 1,502 to EUR 742,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15,913 (CY H1 2025) to EUR 11,756 (CY H1 2026), down EUR 4,157 (-26%).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5876150170 (ELEMENT KIT; FUEL FILTER · N*R,NPS,QKR,TF*,UC*): EUR 3,675 to EUR 1,752, 290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8980959830 (ELEMENT KIT; FUEL FILTER · N*R,NPS): EUR 655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643 to EUR 0, 110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8975425400 (ELEMENT; FUEL FILTER · FV*,FT*,FS*,FR*,N*R,N*S): EUR 1,051 to EUR 628,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8972666501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1,405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4,215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2,959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5,447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2,489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8980548130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NUT; LICENSE PLATE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7552422500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CONTROL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729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1,458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729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8983314120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+375%, Electrical sensors +40%, Steering +26%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(70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6,942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1,668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1,399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54.4% against 54.5%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70.3% against 46.2%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is not shown: the modelled demand base for that category does not hold for this market, so the rate is not quotable.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Cyprus averages 75.0%, below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A. Loutsios And Sons Ltd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Cyprus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A. Loutsios And Sons Ltd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4.4 points below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0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2,308 vehicles in 2025 → 2,423 working estimate for end-2026 (+5.0%).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2,206; CV — LD 212; CV — MD 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552,822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539,600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734,562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13,222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552,822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(CYPRUS): EUR 552,822.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539,600.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(+5.0%)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552,822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539,600)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CYPRUS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Loutsios &amp; Sons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552,822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Body parts / Air conditioning / Filters: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CYPRUS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CYPRUS · LOUTSIOS &amp; 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Loutsios &amp; Sons.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76.4% → FY26 76.7%.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the same GPS after removing warranty parts (€). FY26 ≈ 72.5% (warranty EUR 26,213 ≈ 7%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Both lines divide by the same wallet (EUR 518,000), so the gap between them is warranty and nothing else.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Dashboard billing is blank; S2D imputation relies on gps_master FY2026 billing.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404,829 → EUR 412,224 (+1.8%).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10,920.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-11,195; BVP EUR 7,670 (8.2%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404,829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412,224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7,395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323,986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334,906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10,920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54,592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43,397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26,251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33,921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+1.7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10,920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-2,045 on genuine-only; BVP in that basket moved EUR 5,311.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-2,019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-1,867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7551974640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TRANSMITTER; DOOR LOCK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-1,747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8974807964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RADIO CONTROL ASM; STEREO,AM-FM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-1,417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8982127181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COOLER ASM;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-1,273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8981162600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EVRV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-1,263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8982049420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-1,198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91.2% vs network 60.0%; Fuel filter 70.3% vs network 46.2%; Brake pad 62.2% vs network 29.0%.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4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withheld — the modelled demand base does not hold for this market, so the rate is not quotable.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4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Sales-to-Loutsios &amp; Sons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24,523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17,852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5,528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434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~8.2% of FY26 — do not generalise a pad story to the whole wallet.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1,831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2,293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28,041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and 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9,347 · FY26 EUR 26,213.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Loutsios.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~8.2%.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76.7%; excl. warranty ≈ 72.5%.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