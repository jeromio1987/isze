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CYPRUS  ·  CYPRUS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Cyprus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Loutsios &amp; Sons  ·  July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CYPRUS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Body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Parts billing EUR 176K against EUR 200K a year earlier — -11.7%.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Biggest declines: Body parts EUR -20K; Brake parts EUR -13K.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Growing: Exhaust +654%, Electrical sensors +38%.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CY H1 2026 against CY H1 2025 (calendar Jan–Jun, Q1+Q2) — like-for-like half-year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BODY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Body parts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49,142 (CY H1 2025) to EUR 29,038 (CY H1 2026), down EUR 20,104 (-41%).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8974725284 (RAIL; ROOF): EUR 8,915 to EUR 753, 65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8974725274 (RAIL; ROOF): EUR 9,543 to EUR 1,507, 64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8974725301 (RAIL; ROOF): EUR 1,305 to EUR 206, 48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 value-tier range moved the same way, not the other way: BVP billing went from EUR 45,394 to EUR 33,043 across the window. So this does not read as a switch from genuine to value 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25,224 (CY H1 2025) to EUR 12,356 (CY H1 2026), down EUR 12,868 (-51%).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8983767550 (ROTOR; DISC BRK,FRT): EUR 7,908 to EUR 793, 90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8978279610 (PAD KIT; DISC BRK,W/O SHIM &amp; CLIP): EUR 4,317 to EUR 1,371, 42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5876150260 (PAD KIT; CALIPER,DISC BRK,FRT): EUR 1,175 to EUR 0, 30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2468880"/>
                <a:gridCol w="246888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8972666504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1,405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5,614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2,959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5,447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8983320160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2,437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8982473952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THROTTLE ASM; INT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156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5876150610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1,167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2,303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374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1,287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Exhaust +654%, Electrical sensors +38% — where the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Several of these are the kind of item that also moves on a campaign or claim. Cyprus warranty parts ran to EUR 28K across CY2025, so we would not read this list as purely commercial growth without checking it against claims together.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6,942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8972666511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1,668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8972666502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DISPLAY; MULTI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1,399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1,287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1,277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8978461162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1,246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618,085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+5.0%.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693,590.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58.8%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Cyprus today: 58.8%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676K on 2,308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58.8%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1.3% against 13.6%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8.9% against 12.8%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Cyprus averages 75.0%,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A. Loutsios And Sons Ltd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Cyprus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A. Loutsios And Sons Ltd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1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0.2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Parc 2,308 in 2025 and 2,423 in the 2026 working year-end estimate — +5.0%.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shows 2019–2026 only. The 2026 point is a working year-end estimate.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applies this fleet movement,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618,085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(+5.0%)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648,882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681,326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693,590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+12.2%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imputed from ISZE billing divided by 0.65 because no usable Sales-to-Dealer KPI was available.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+5.0%.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693,590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618,085)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+12.2%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21208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 We will confirm as soon as we have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CYPRUS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Loutsios &amp; Sons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693,590 (+12.2%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Body parts and Brake parts: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CYPRUS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