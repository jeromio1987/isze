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Turbo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Injectors EUR -2K; Turbo EUR -1K.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3,090 (CY H1 2025) to EUR 1,525 (CY H1 2026), down EUR 1,565 (-51%).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8983842670 (INJECTOR ASM; DEF DCM): EUR 2,051 to EUR 632, 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TURBO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Turbo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1,059 (CY H1 2025) to EUR 12 (CY H1 2026), down EUR 1,047 (-99%).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turbo failures, or jobs moving to independents?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reman / exchange competing with new units on price or lead time?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turbo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CY2025 warranty parts (claim-price basis) were EUR 77K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18.8% against 47.3%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36.1%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averages 86.2%,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3,734 vehicles in 2025 → 3,645 working estimate for end-2026 (-2.4%).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3,645;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555,817 (+4.3%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Turbo: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· AUTOWALLIS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AutoWallis Distribution.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39.2% → FY26 37.1%.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26.1% (warranty EUR 102,418 ≈ 30%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3,734 → 3,645 (working year-end estimate under the FY2027 target).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379,407 → EUR 349,882 (-7.8%).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-31,719.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-226; BVP EUR 2,420 (3.5%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379,407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349,882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-29,525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331,753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300,034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-31,719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37,959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37,733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9,694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12,115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+0.9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-31,719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7,633 on genuine-only; BVP in that basket moved EUR 3,835.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124%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-11,031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-9,198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8976492820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-7,900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-4,592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8982404570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-3,876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8981974530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-3,719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8981470623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-3,504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45.0% vs network 60.9%; Fuel filter 18.8% vs network 47.3%; Air filter 45.9% vs network 52.4%.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Sales-to-AutoWallis Distribution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~3.5%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12,757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10,343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7,043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77,434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225 · FY25 EUR 25,886 · FY26 EUR 102,418.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AutoWallis.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~3.5%.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37.1%; excl. warranty ≈ 26.1%.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