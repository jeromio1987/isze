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123K against EUR 122K a year earlier — +0.3%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8983767550 (ROTOR; DISC BRK,FRT) EUR -6K, 79 fewer pcs; 8977993753 (LAMP ASM; HEAD) EUR -3K, 9 fewer pcs; 8975546610 (PAD KIT; CALIPER,DIS) [TF*] EUR -2K, 21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8974995480 (FILTER; ACL) [TFR,TFS,UCR,UCS] EUR 3K, 154 more pcs; 1884057520 (T AXLE OIL  20L) EUR 2K, 14 more pcs; 8975595830 (PANEL; SIDE GATE) EUR 2K, 8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1K stay on the net bridge (net EUR 170K);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18,443 (CY H1 2025) to EUR 10,718 (CY H1 2026), down EUR 7,725 (-42%).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8978279610 (PAD KIT; DISC BRK,W/O SHIM &amp; CLIP): EUR 2,015 to EUR 1,311, 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644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2,096 (CY H1 2025) to EUR 991 (CY H1 2026), down EUR 1,105 (-53%).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8979461321 (STEERING UNIT): EUR 624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8979461642 (PUMP ASM; OIL,P/S): EUR 465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7552338510 (KNUCKLE; FRT AXLE): EUR 257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8983039040 (KNUCKLE; FRT AXLE): EUR 186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8974985741 (TURBOCHARGER ASM): EUR 857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8975334720 (PIPE; OIL RETURN,TURBOCHARGER): EUR 119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8981993530 (SENSOR; TURBOCHARGER): EUR 48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8982480882 (GASKET; TURBOCHARGER TO EXH MANIF): EUR 20 to EUR 0,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857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+37%, Body parts +12%, Fuel system +553%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averages 86.2%,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3,645 working estimate for end-2026 (-2.4%).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3,645;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555,817 (+4.3%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Steering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· AUTOWALLIS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AutoWallis Distribution.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39.2% → FY26 37.1%.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26.1% (warranty EUR 102,418 ≈ 30%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3,734 → 3,645 (working year-end estimate under the FY2027 target).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379,407 → EUR 349,882 (-7.8%).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-31,719.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-226; BVP EUR 2,420 (3.5%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379,407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349,882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-29,525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331,753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300,034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37,959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37,733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-226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9,694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12,115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+0.9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-31,719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7,633 on genuine-only; BVP in that basket moved EUR 3,835.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124%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-11,031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-9,198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8976492820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-7,900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-4,592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8982404570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8981974530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-3,719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8981470623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-3,504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45.0% vs network 60.9%; Fuel filter 18.8% vs network 47.3%; Air filter 45.9% vs network 52.4%.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Sales-to-AutoWallis Distribution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~3.5%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12,757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10,343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7,043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77,434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225 · FY25 EUR 25,886 · FY26 EUR 102,418.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AutoWallis.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~3.5%.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37.1%; excl. warranty ≈ 26.1%.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