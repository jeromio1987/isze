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Miscellaneous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171K against EUR 169K a year earlier — +0.9%. After EUR 1K of credit notes the net figure is EUR 170K.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Brake parts EUR -9K; Miscellaneous EUR -2K.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Air conditioning +39%, Electrical sensors +20%, Body parts +9%.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22,944 (CY H1 2025) to EUR 13,910 (CY H1 2026), down EUR 9,034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8975056801 (PAD KIT; CALIPER,DISC BRK,FRT): EUR 4,501 to EUR 2,561,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2,500 to EUR 742, 21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BVP billing rose over the same window (EUR 26,035 to EUR 28,711) — worth checking how much of this is a move to the value tier rather than lost business.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MISCELLANEOUS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Miscellaneous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10,339 (CY H1 2025) to EUR 8,004 (CY H1 2026), down EUR 2,335 (-23%).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8974807977 (RADIO CONTROL ASM; STEREO,AM-F): EUR 1,377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8972746690 (TANK ASM; DEF): EUR 2,229 to EUR 1,082,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19,839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21,823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+39%, Electrical sensors +20%, Body parts +9%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Hungary warranty parts ran to EUR 77K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532,687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555,817.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1349"/>
            <a:ext cx="7178040" cy="316678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5.1% against 13.6%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5.3% against 12.0%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86.2% vs 74.8%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3,734 in 2025 and 3,645 in the 2026 working year-end estimate —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532,687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519,990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545,989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imputed from ISZE billing divided by 0.65 because no usable Sales-to-Dealer KPI was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532,687)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555,817 (+4.3%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and Miscellaneous: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