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Miscellaneous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Miscellaneous EUR -2K.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BVP billing rose over the same window (EUR 26,035 to EUR 28,711) — worth checking how much of this is a move to the value tier rather than lost business.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MISCELLANEOUS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Miscellaneous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10,339 (CY H1 2025) to EUR 8,004 (CY H1 2026), down EUR 2,335 (-23%).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8974807977 (RADIO CONTROL ASM; STEREO,AM-F): EUR 1,377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8972746690 (TANK ASM; DEF): EUR 2,229 to EUR 1,082,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warranty parts ran to EUR 77K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1349"/>
            <a:ext cx="7178040" cy="316678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5.3% against 12.0%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86.2% vs 74.8%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3,734 in 2025 and 3,645 in the 2026 working year-end estimate —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555,817 (+4.3%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Miscellaneous: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GPS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since 2022: peaked at 42%, now easing back to 37%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gps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1722"/>
            <a:ext cx="7178040" cy="30260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GPS rose from about 30% in 2022 to a peak of 41.9% in 2024, then eased back to 34.5% in 2025 and sits at 37.1% today (FY2026) — two years of erosion, not a straight climb.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BVP held 12-18% share through 2024, but 2025's decline is entirely Genuine (-EUR 71K) while BVP grew (+EUR 4K) — a Genuine-parts problem, not a BVP one.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2022 doesn't reconcile with the previously computed series (EUR 261K vs EUR 186K net) — treat 2022 as directional; 2023-2025 corroborate closely.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base is disputed: corrected-survival shrinks the parc to 3,645 (-2.4%); UIO V19 grows it to 3,992 (+6.9%) — worth agreeing which.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DEEP DIVE — COMPETITIVE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gap is: competitive parts leaking to the aftermarket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097280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2103120"/>
                <a:gridCol w="2103120"/>
                <a:gridCol w="210312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Network (2025)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46.3%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47.3%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Air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45.9%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pad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15.6%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29.8%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Brake rotor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22.4%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25.4%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36.1%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54.9%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01752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The gap isn't new — Hungary has sat 15-35 points below network on brake pad, brake rotor and fuel filter capture in every one of the last three full years. Air filter is the one category near parity.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jumped from near-zero (FY2024: EUR 225) to EUR 102,418 (FY2026) — right where GPS started easing back. Worth separating a genuine quality trend from a claims-logging change or a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480560"/>
            <a:ext cx="116128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Brake pad/rotor capture has trailed the network by 15-35 points for three straight years — what's routing that work to independent garages?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Warranty claims went from near-zero to over EUR 100K in two fiscal years — quality issue, claims-logging change, or a specific campaign?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Which fleet number should FY2027 use — the ~4,000-unit growing view or the ~3,645-unit corrected-survival view?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00" b="1">
                <a:solidFill>
                  <a:srgbClr val="CC0E1E"/>
                </a:solidFill>
                <a:latin typeface="Calibri"/>
              </a:rPr>
              <a:t>—  </a:t>
            </a:r>
            <a:r>
              <a:rPr sz="1200">
                <a:solidFill>
                  <a:srgbClr val="1A1A1A"/>
                </a:solidFill>
                <a:latin typeface="Calibri"/>
              </a:rPr>
              <a:t>Genuine parts fell EUR 71K in 2025 while BVP grew EUR 4K — is genuine business moving to the aftermarket, or are dealers trading down within our own catalog?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