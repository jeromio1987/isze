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6" r:id="rId27"/>
    <p:sldId id="277" r:id="rId28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Miscellaneous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171K against EUR 169K a year earlier — +0.9%. After EUR 1K of credit notes the net figure is EUR 170K.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-9K; Miscellaneous EUR -2K.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Air conditioning +39%, Electrical sensors +20%, Body parts +9%.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22,944 (CY H1 2025) to EUR 13,910 (CY H1 2026), down EUR 9,034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4,501 to EUR 2,561,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2,500 to EUR 742, 21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BVP billing rose over the same window (EUR 26,035 to EUR 28,711) — worth checking how much of this is a move to the value tier rather than lost business.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MISCELLANEOUS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Miscellaneous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10,339 (CY H1 2025) to EUR 8,004 (CY H1 2026), down EUR 2,335 (-23%).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8974807977 (RADIO CONTROL ASM; STEREO,AM-F): EUR 1,377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8972746690 (TANK ASM; DEF): EUR 2,229 to EUR 1,082,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19,839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21,823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+39%, Electrical sensors +20%, Body parts +9%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Hungary warranty parts ran to EUR 77K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1349"/>
            <a:ext cx="7178040" cy="316678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5.1% against 13.6%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5.3% against 12.0%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86.2% vs 74.8%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3,734 in 2025 and 3,645 in the 2026 working year-end estimate —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imputed from ISZE billing divided by 0.65 because no usable Sales-to-Dealer KPI was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555,817 (+4.3%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and Miscellaneous: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GPS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since 2022: peaked at 42%, now easing back to 37%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pic>
        <p:nvPicPr>
          <p:cNvPr id="8" name="Picture 7" descr="gps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GPS rose from about 30% in 2022 to a peak of 41.9% in 2024, then eased back to 34.5% in 2025 and sits at 37.1% today (FY2026) — two years of erosion, not a straight climb.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BVP held 12-18% share through 2024, but 2025's decline is entirely Genuine (-EUR 71K) while BVP grew (+EUR 4K) — a Genuine-parts problem, not a BVP one.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2022 doesn't reconcile with the previously computed series (EUR 261K vs EUR 186K net) — treat 2022 as directional; 2023-2025 corroborate closely.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base is disputed: corrected-survival shrinks the parc to 3,645 (-2.4%); UIO V19 grows it to 3,992 (+6.9%) — worth agreeing which.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GENUINE VS BVP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Genuine vs BVP: 2025 breaks the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bvp_genu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2025 is the only year since 2020 where Genuine and BVP move in opposite directions: Genuine EUR 341K → EUR 270K (-71K); BVP EUR 48K → EUR 52K (+4K). Every prior year they moved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Not just a pricing effect: Genuine volume also fell (9,216 → 7,372 units) and breadth contracted (1,160 → 930 distinct genuine part numbers sold, -20%).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BVP held up on every measure over the same year — units flat (4,036 → 4,052), SKU breadth grew (37 → 43) — so this isn't distributor-wide destocking, it's specific to Genuine.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cutting the 2025 genuine drop by category together before assuming it's competitive leakage — a concentrated cause (e.g. one model, one dealer) reads very differently from a broad-based 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COMPETITIVE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gap is: competitive parts leaking to the aftermarket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097280"/>
          <a:ext cx="11612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  <a:gridCol w="2103120"/>
                <a:gridCol w="210312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Network (2025)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44.6%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46.3%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47.3%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Air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45.9%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Brake pad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15.6%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29.8%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Brake rotor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25.4%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54.9%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01752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The gap isn't new — Hungary has sat 15-35 points below network on brake pad, brake rotor and fuel filter capture in every one of the last three full years. Air filter is the one category near parity.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Warranty claims (separate claims-system data, not part of the billing above) jumped from near-zero (FY2024: EUR 225) to EUR 102,418 (FY2026) — right where GPS started easing back. Worth checking if that's a genuine quality trend, a claims-logging change, or a campaign.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480560"/>
            <a:ext cx="11612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Brake pad/rotor capture has trailed the network by 15-35 points for three straight years — what's routing that work to independent garages?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Warranty claims went from near-zero to over EUR 100K in two fiscal years — quality issue, claims-logging change, or a specific campaign?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Which fleet number should FY2027 use — the ~4,000-unit growing view or the ~3,645-unit corrected-survival view?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Genuine parts fell EUR 71K in 2025 while BVP grew EUR 4K — is genuine business moving to the aftermarket, or are dealers trading down within our own catalog?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