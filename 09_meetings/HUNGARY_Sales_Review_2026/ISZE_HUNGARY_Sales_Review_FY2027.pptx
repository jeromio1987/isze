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HUNGARY  ·  HUNGARY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Hungary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AutoWallis Distribution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HUNGARY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Steering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Turbo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FY2027 Extended Target — ISZE to HUNGARY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123K against EUR 122K a year earlier — +0.3%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8983767550 (ROTOR; DISC BRK,FRT) EUR -6K, 79 fewer pcs; 8977993753 (LAMP ASM; HEAD) EUR -3K, 9 fewer pcs; 8975546610 (PAD KIT; CALIPER,DIS) [TF*] EUR -2K, 21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8974995480 (FILTER; ACL) [TFR,TFS,UCR,UCS] EUR 3K, 154 more pcs; 1884057520 (T AXLE OIL  20L) EUR 2K, 14 more pcs; 8975595830 (PANEL; SIDE GATE) EUR 2K, 8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Air conditioning (EUR 5K, +37%): 8974995480 (FILTER; ACL) [TFR,TFS,UCR,UCS] EUR 3K, 154 more pcs; 8975554500 (FILTER; BLOWER UNIT) [TF*,UC*] EUR 1K, 51 more pcs; 8981569021 (CONTROL SUB ASM; HTR) EUR 0K.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18,443 (CY H1 2025) to EUR 10,718 (CY H1 2026), down EUR 7,725 (-42%).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8983767550 (ROTOR; DISC BRK,FRT): EUR 11,764 to EUR 5,544, 79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8975546610 (PAD KIT; CALIPER,DISC BRK,FRT · TF*): EUR 2,500 to EUR 742, 21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8978279610 (PAD KIT; DISC BRK,W/O SHIM &amp; CLIP): EUR 2,015 to EUR 1,311, 10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8976526220 (PAD KIT; CALIPER,DISC BRK,FRT): EUR 644 to EUR 0,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Steering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2,096 (CY H1 2025) to EUR 991 (CY H1 2026), down EUR 1,105 (-53%).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8979461321 (STEERING UNIT): EUR 624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8979461642 (PUMP ASM; OIL,P/S): EUR 465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7552338510 (KNUCKLE; FRT AXLE): EUR 257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8983039040 (KNUCKLE; FRT AXLE): EUR 186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TURBO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Turbo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1,059 (CY H1 2025) to EUR 12 (CY H1 2026), down EUR 1,047 (-99%).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8974985741 (TURBOCHARGER ASM): EUR 857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8975334720 (PIPE; OIL RETURN,TURBOCHARGER): EUR 119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8981993530 (SENSOR; TURBOCHARGER): EUR 48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8982480882 (GASKET; TURBOCHARGER TO EXH MANIF): EUR 20 to EUR 0, 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turbo failures, or jobs moving to independents?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reman / exchange competing with new units on price or lead time?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turbo lines?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5,153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8,390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3,237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1884057520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 AXLE OIL  20L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3,801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2,098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8975595830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8983320160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1,397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1,178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8978249035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1,313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5876150530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806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Air conditioning +37%, Body parts +12%, Fuel system +553%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(87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8984890171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1,955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8978725102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OUTER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1,422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8983842610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COMPRESSOR ASM; A/C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8980803191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GUARD ASM;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5876150610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EXTENDED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Extended Target: EUR 366,166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ISZE billing was EUR 346,246. The FY2027 base plan is EUR 349,600, plus a 1.8% stretch (EUR 16,566) — EUR 366,166 in total, +5.8% versus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That stretch lifts your GPS share of fleet potential from 38.0% to 39.8%.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This is the ISZE→AutoWallis commercial target — separate from what you sell on to your own dealers.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ISZE management has submitted a financial incentive tied to reaching this stretch target for FY2027 — not yet approved by Japan. We'll confirm as soon as that's through.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37.1%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Hungary today: 37.1%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934K on 3,734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37.1%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1349"/>
            <a:ext cx="7178040" cy="31667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18.8% against 47.3%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36.1% against 54.9%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Hungary 86.2% vs 74.8%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Zakar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Csősz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Tipp-Autó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Hungary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Autó Caro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#358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Marsal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Bonus Kft.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11.4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32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3,734 vehicles in 2025 → 3,992 working estimate for end-2026 (+6.9%).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3,992;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That fleet growth feeds the FY2027 Extended Target's max-spend potential (EUR 920,328), which the base plan plus stretch is measured against.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AutoWallis Extended Target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ISZE billing (actual)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346,246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base plan (BP FY27, reviewed with ISZE)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349,600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After stretch (+1.8% of EUR 920,328 fleet potential)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366,166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42900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Extended Target is +5.8% versus FY2026 ISZE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This bridge is the ISZE→AutoWallis commercial track — a separate figure from what you sell on to your own dealers, which this deck does not target this cycle.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ISZE management has submitted a financial incentive tied to reaching the stretch portion of this target — not yet approved by Japan.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Max spend for FY2027 is EUR 920,328 — 3,992 units × the FY27 ISZE-net rate (FY26 rate +5%).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stretch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asking for a 1.8% stretch on top of the base plan — EUR 16,566.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That lifts your GPS share from 38.0% to 39.8% of fleet potential.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366,166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ISZE billing (EUR 346,246)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+5.8%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management has submitted a financial incentive tied to reaching this stretch target for FY2027 — not yet approved by Japan. We'll confirm as soon as that's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Extended Target as the working bridge (base plan + stretch),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HUNGARY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AutoWallis Distribution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Extended Target (base plan + stretch) — working figure EUR 366,166 (+5.8% vs FY2026 ISZE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tied to the stretch target once approved by Japan.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Steering / Turbo: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HUNGARY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HUNGARY · AUTOWALLIS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AutoWallis Distribution.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This is the internal file. The client-safe deck without this section is ISZE_HUNGARY_Sales_Review_FY2027_ModeA_only.pptx — send that one, not this one.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39.2% → FY26 37.1%.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26.1% (warranty EUR 102,418 ≈ 30%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3,734 → 3,645 (working year-end estimate under the FY2027 target).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4087"/>
            <a:ext cx="6949440" cy="2929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379,407 → EUR 349,882 (-7.8%).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-31,719.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-226; BVP EUR 2,420 (3.5%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379,407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349,882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-29,525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331,753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300,034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-31,719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37,959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37,733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9,694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12,115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+0.9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-31,719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7,633 on genuine-only; BVP in that basket moved EUR 3,835.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124%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-11,031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-9,198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8976492820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-7,900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8980803191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GUARD ASM; 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-4,592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8982404570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-3,876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8981974530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-3,719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8981470623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MANUAL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-3,504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45.0% vs network 60.9%; Fuel filter 18.8% vs network 47.3%; Air filter 45.9% vs network 52.4%.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Sales-to-AutoWallis Distribution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~3.5% of FY26 — do not generalise a pad story to the whole wallet.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12,757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10,343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7,043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77,434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LCV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225 · FY25 EUR 25,886 · FY26 EUR 102,418.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AutoWallis.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~3.5%.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37.1%; excl. warranty ≈ 26.1%.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