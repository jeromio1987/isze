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HUNGARY  ·  HUNGARY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Hungary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AutoWallis Distribution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HUNGARY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Steering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Turbo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123K against EUR 122K a year earlier — +0.3%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drops: 8983767550 (ROTOR; DISC BRK,FRT) EUR -6K, 79 fewer pcs; 8977993753 (LAMP ASM; HEAD) EUR -3K, 9 fewer pcs; 8975546610 (PAD KIT; CALIPER,DIS) [TF*] EUR -2K, 21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gains: 8974995480 (FILTER; ACL) [TFR,TFS,UCR,UCS] EUR 3K, 154 more pcs; 1884057520 (T AXLE OIL  20L) EUR 2K, 14 more pcs; 8975595830 (PANEL; SIDE GATE) EUR 2K, 8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Credit notes of EUR 1K stay on the net bridge (net EUR 170K); not in the movers.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18,443 (CY H1 2025) to EUR 10,718 (CY H1 2026), down EUR 7,725 (-42%).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8983767550 (ROTOR; DISC BRK,FRT): EUR 11,764 to EUR 5,544, 79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8975546610 (PAD KIT; CALIPER,DISC BRK,FRT · TF*): EUR 2,500 to EUR 742, 21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8978279610 (PAD KIT; DISC BRK,W/O SHIM &amp; CLIP): EUR 2,015 to EUR 1,311, 10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8976526220 (PAD KIT; CALIPER,DISC BRK,FRT): EUR 644 to EUR 0, 10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STEERING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Steering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2,096 (CY H1 2025) to EUR 991 (CY H1 2026), down EUR 1,105 (-53%).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8979461321 (STEERING UNIT): EUR 624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8979461642 (PUMP ASM; OIL,P/S): EUR 465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7552338510 (KNUCKLE; FRT AXLE): EUR 257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8983039040 (KNUCKLE; FRT AXLE): EUR 186 to EUR 0, 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TURBO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Turbo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1,059 (CY H1 2025) to EUR 12 (CY H1 2026), down EUR 1,047 (-99%).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8974985741 (TURBOCHARGER ASM): EUR 857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8975334720 (PIPE; OIL RETURN,TURBOCHARGER): EUR 119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8981993530 (SENSOR; TURBOCHARGER): EUR 48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8982480882 (GASKET; TURBOCHARGER TO EXH MANIF): EUR 20 to EUR 0, 5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fewer turbo failures, or jobs moving to independents?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reman / exchange competing with new units on price or lead time?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Any availability problems on the fast-moving turbo lines?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8974995480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TFR,TFS,UCR,UCS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5,153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8,390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3,237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1884057520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 AXLE OIL  20L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1,703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3,801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2,098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8975595830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PANEL; SIDE GATE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2,130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1,700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8983320160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VALVE; EGR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1,397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1,178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8978249035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338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1,313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975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5876150530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ELEMENT; OIL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NHR,NLR,NMR,TF*,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857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806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Air conditioning +37%, Body parts +12%, Fuel system +553%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(87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8984890171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 ASM; FUEL,SUPPLY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1,955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7552689700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PUMP; WATER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1,751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8978725102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PANEL; SIDE OUTER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1,422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8983842610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COMPRESSOR ASM; A/C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1,195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8980803191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GUARD ASM; 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1,185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5876150610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PAD KIT; CALIPER,DISC BRK,FRT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532,687 (working estimate).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-2.4%.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555,817.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37.1%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Hungary today: 37.1%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934K on 3,734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37.1%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 sits below the network on every routine category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18.8% against 47.3%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36.1% against 54.9%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Hungary averages 86.2%, above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Zakar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Csősz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96.4%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Tipp-Autó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95.0%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#27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Hungary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86.2%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Autó Caro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#358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Marsal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Bonus Kft.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66.8%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#425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19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11.4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32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3,734 vehicles in 2025 → 3,645 working estimate for end-2026 (-2.4%).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3,645; CV — LD 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(working estimate)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532,687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(-2.4%)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519,990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545,989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555,817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+4.3%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a working estimate (ISZE billing ÷ 0.65): the KPI Dashboard has no usable Sales-to-Dealer row for this market.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-2.4%.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555,817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532,687)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HUNGARY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AutoWallis Distribution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Align on the FY2027 Sales-to-Dealer bridge (fleet, price, additional growth) — working figure EUR 555,817 (+4.3% vs FY2026 base).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adjustment; lock the target once that approval is through.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/ Steering / Turbo: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HUNGARY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