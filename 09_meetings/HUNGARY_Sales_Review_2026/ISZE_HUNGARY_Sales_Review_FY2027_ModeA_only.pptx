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HUNGARY  ·  HUNGARY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Hungary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AutoWallis Distribution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HUNGARY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Turbo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171K against EUR 169K a year earlier — +0.9%. After EUR 1K of credit notes the net figure is EUR 170K.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Brake parts EUR -9K; Injectors EUR -2K; Turbo EUR -1K.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Air conditioning +39%, Electrical sensors +20%, Body parts +9%.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22,944 (CY H1 2025) to EUR 13,910 (CY H1 2026), down EUR 9,034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8983767550 (ROTOR; DISC BRK,FRT): EUR 11,764 to EUR 5,544, 79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8975056801 (PAD KIT; CALIPER,DISC BRK,FRT): EUR 4,501 to EUR 2,561, 23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8975546610 (PAD KIT; CALIPER,DISC BRK,FRT): EUR 2,500 to EUR 742, 21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3,090 (CY H1 2025) to EUR 1,525 (CY H1 2026), down EUR 1,565 (-51%).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8983842670 (INJECTOR ASM; DEF DCM): EUR 2,051 to EUR 632, 9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TURBO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Turbo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1,059 (CY H1 2025) to EUR 12 (CY H1 2026), down EUR 1,047 (-99%).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turbo failures, or jobs moving to independents?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reman / exchange competing with new units on price or lead time?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Any availability problems on the fast-moving turbo lines?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8974995480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ACL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5,153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1884057520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 AXLE OIL  20L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1,703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3,801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19,839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21,823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8978249035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338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1,313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Air conditioning +39%, Electrical sensors +20%, Body parts +9%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Hungary CY2025 warranty parts (claim-price basis) were EUR 77K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8984890171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 ASM; FUEL,SUPPLY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1,955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7552689700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PUMP; WATER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1,422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8983842610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COMPRESSOR ASM; A/C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1,195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8980803191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GUARD ASM; RR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1,185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5876150610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1,152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532,687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-2.4%.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555,817.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37.1%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Hungary today: 37.1%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934K on 3,734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37.1%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 sits below the network on every routine category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18.8% against 47.3%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36.1% against 54.9%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Hungary averages 86.2%,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Zakar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Csősz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Tipp-Autó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Hungary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86.2%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Autó Caro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#358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Marsal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69.3%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Bonus Kft.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66.8%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19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11.4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32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3,734 vehicles in 2025 → 3,645 working estimate for end-2026 (-2.4%).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3,645;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532,687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(-2.4%)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519,990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545,989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+4.3%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-2.4%.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555,817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532,687)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HUNGARY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AutoWallis Distribution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555,817 (+4.3%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Turbo: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HUNGARY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