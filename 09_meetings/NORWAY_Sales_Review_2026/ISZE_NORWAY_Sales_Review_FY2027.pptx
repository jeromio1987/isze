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NORWAY  ·  NORWAY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Norway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Rutebileiernes Standardisering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NORWAY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Steering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781K against EUR 688K a year earlier — +13.6%. After EUR 47K of credit notes the net figure is EUR 734K.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Exhaust EUR -16K; Steering EUR -15K.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Electrical sensors +25%, Body parts +24%, Transmission parts +28%.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40,390 (CY H1 2025) to EUR 23,919 (CY H1 2026), down EUR 16,471 (-41%).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8981405904 (SILENCER ASM; EXH): EUR 12,912 to EUR 4,338, 64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8983682091 (PIPE; EXH): EUR 6,121 to EUR 0, 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 value-tier range moved the same way, not the other way: BVP billing went from EUR 112,622 to EUR 88,464 across the window. So this does not read as a switch from genuine to value 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Steering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85,091 (CY H1 2025) to EUR 69,777 (CY H1 2026), down EUR 15,314 (-18%).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7552348290 (STEERING UNIT): EUR 76,286 to EUR 66,750, 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8983767550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ROTOR; 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24,326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39,588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8974993681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SENSOR; TIRE INFLATION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2,694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13,476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7552422500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CONTROL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6,568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10,543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8975509392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4,653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8,122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8975056801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2,404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5,577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8978832640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CAMERA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1,061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4,182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Electrical sensors +25%, Body parts +24%, Transmission parts +28%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Norway warranty parts ran to EUR 291K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Transporting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76,855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7552105216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CABLE; BATTERY CHARGER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9,092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6,573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5,762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8978249025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3,866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8983939000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5,248,795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-7.0%.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5,217,728.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69.5%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Norway today: 69.5%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1,982K on 7,929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69.5%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5.9% against 12.2%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12.0% against 13.4%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Norway averages 75.2%,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Rsa Bil Tromsø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Mobile Hamar As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Rsa Bil Arendal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Norway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Blakstad Auto As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33.2%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Star Bil As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Alta Motorsenter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#518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38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0.4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93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7,929 in 2025 and 7,374 in the 2026 working year-end estimate — -7.0%.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5,248,795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(-7.0%)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4,881,399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5,125,469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5,217,728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-0.6%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-7.0%.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5,217,728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5,248,795)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-0.6%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NORWAY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Rutebileiernes Standardisering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5,217,728 (-0.6%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Exhaust and Steering: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NORWAY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