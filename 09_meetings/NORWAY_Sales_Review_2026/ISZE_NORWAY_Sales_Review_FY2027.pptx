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NORWAY  ·  NORWAY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Norway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Rutebileiernes Standardisering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NORWAY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Air conditioning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Exhaust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456K against EUR 386K a year earlier — +18.4%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drops: 8976526220 (PAD KIT; CALIPER,DIS) EUR -12K, 200 fewer pcs; 8975546610 (PAD KIT; CALIPER,DIS) [TF*] EUR -12K, 150 fewer pcs; 8981405904 (SILENCER ASM; EXH) EUR -9K, 64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gains: 8974993681 (SENSOR; TIRE INFLATI) EUR 11K, 391 more pcs; 8975509392 (BUMPER ASM; FRT) EUR 3K, 32 more pcs; 8982705240 (ELEMENT; OIL FILTER) [NHR,NLR,NMR,TF*,UC*] EUR 3K, 200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47K stay on the net bridge (net EUR 734K); not in the movers.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67,440 (CY H1 2025) to EUR 37,554 (CY H1 2026), down EUR 29,886 (-44%).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8976526220 (PAD KIT; CALIPER,DISC BRK,FRT): EUR 12,392 to EUR 0, 200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8975546610 (PAD KIT; CALIPER,DISC BRK,FRT · TF*): EUR 40,065 to EUR 27,886, 150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8980618131 (DRUM; BRK,RR): EUR 3,701 to EUR 139, 53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8980303850 (DRUM; BRK,RR): EUR 948 to EUR 0, 13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AIR CONDITIONING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Air conditioning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49,483 (CY H1 2025) to EUR 35,683 (CY H1 2026), down EUR 13,800 (-28%).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8975554500 (FILTER; BLOWER UNIT · TF*,UC*): EUR 16,138 to EUR 9,534, 400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8974995480 (FILTER; ACL · TFR,TFS,UCR,UCS): EUR 14,448 to EUR 10,180, 200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8981394280 (FILTER; BLOWER UNIT · TF*,UC*): EUR 8,636 to EUR 5,452, 150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8981402650 (FILTER; ACL · TFR,TFS,UCR,UCS): EUR 6,604 to EUR 4,953, 100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seasonal pattern different this year, or is this a real shift?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cabin filters and A/C service being sold as a package?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EXHAUST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Exhaust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24,416 (CY H1 2025) to EUR 14,880 (CY H1 2026), down EUR 9,536 (-39%).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8981405904 (SILENCER ASM; EXH): EUR 12,912 to EUR 4,338, 64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8982114012 (PIPE; EXH): EUR 3,596 to EUR 951, 14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8981776324 (DPD ASM): EUR 2,477 to EUR 0,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8972630520 (GASKET; EXH PIPE): EUR 511 to EUR 96, 148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8974993681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TIRE INFLATION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2,694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13,476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10,782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8975509392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BUMPER ASM; FRT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4,653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8,122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3,469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8982705240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ELEMENT; OIL FILTER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NHR,NLR,NMR,TF*,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8,640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11,688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3,048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8975595830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PANEL; SIDE GATE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619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2,879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2,260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8983621213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BAR; FRT BUMPER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8983314120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SENSOR; PRESSURE,DPD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381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1,705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1,325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+25%, Electrical sensors +59%, Miscellaneous +83%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(207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7552105216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CABLE; BATTERY CHARGER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9,092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6,573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5874123812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INTERFACE MX2-T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5,762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8978249025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3,866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8983939000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8983287647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LAMP ASM; HEAD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3,511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Warranty / campaign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5,248,795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-7.0%.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5,217,728.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69.5%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Norway today: 69.5%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1,982K on 7,929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69.5%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29.1% against 47.5%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47.8% against 61.2%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Norway averages 75.2%,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Rsa Bil Tromsø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Mobile Hamar As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Rsa Bil Arendal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Norway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Blakstad Auto As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33.2%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Star Bil As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0.7%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Alta Motorsenter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#518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38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0.4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93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7,929 vehicles in 2025 → 7,374 working estimate for end-2026 (-7.0%).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7,374; CV — LD 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5,248,795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(-7.0%)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4,881,399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5,125,469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5,217,728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-0.6%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-7.0%.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5,217,728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5,248,795)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-0.6%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NORWAY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Rutebileiernes Standardisering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Align on the FY2027 Sales-to-Dealer bridge (fleet, price, additional growth) — working figure EUR 5,217,728 (-0.6% vs FY2026 base).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adjustment; lock the target once that approval is through.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Air conditioning / Exhaust: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NORWAY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NORWAY · RUTEBILEIERNES STANDARDISERING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Rutebileiernes Standardisering.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58.7% → FY26 69.5%.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48.9% (warranty EUR 407,230 ≈ 30%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7,929 → 7,374 (working year-end estimate under the FY2027 target).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478,134 → EUR 471,586 (-1.4%).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-12,197.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1,286; BVP EUR 4,362 (7.5%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478,134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471,586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-6,548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396,607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384,410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-12,197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50,668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51,954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1,286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30,859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35,222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4,362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7.5%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+1.0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-12,197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-2,144 on genuine-only; BVP in that basket moved EUR 6,325.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82%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8982181430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WHEEL; DISC,AL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-10,053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-5,526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8980139111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VALVE; EGR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-4,263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8981901180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DRIVE ASM; FINAL,RR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-2,572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8973865576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PUMP ASM; INJ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-2,519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8981454531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OVERHAUL KIT; SUPPLY PUMP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-2,049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8981520891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CONTROL UNIT; ENG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-1,754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47.8% vs network 61.2%; Fuel filter 29.1% vs network 47.5%; Air filter 55.8% vs network 52.0%.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Sales-to-Rutebileiernes Standardisering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~7.5%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53,707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Wallet gap (low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28,882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29,580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Priority target (low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290,712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LCV warranty; keep separate from Greece payer-label issue.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0 · FY25 EUR 96,904 · FY26 EUR 407,230.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RSA.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~7.5%.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69.5%; excl. warranty ≈ 48.9%. 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