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NORWAY  ·  NORWAY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Norway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Rutebileiernes Standardisering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NORWAY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FY2027 YTD (Apr–Jul)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POWER BI — OFFICIAL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YTD (Apr–Jul): EUR 483K, -18% vs BP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483K against BP EUR 591K — -18%, and -1% on last year's EUR 487K.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Order intake EUR 444K against EUR 483K billed (orders ~92% of shipments).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Jun: EUR 173K against EUR 155K. Apr -18%, May -19% and Jul -47% are below BP.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walking through the shape of the period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405K against EUR 386K a year earlier — +4.9%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8975546610 (PAD KIT; CALIPER,DIS) [TF*] EUR -12K, 150 fewer pcs; 8976526220 (PAD KIT; CALIPER,DIS) EUR -9K, 145 fewer pcs; 8981405904 (SILENCER ASM; EXH) EUR -9K, 64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8974993681 (SENSOR; TIRE INFLATI) EUR 11K, 391 more pcs; 8975509392 (BUMPER ASM; FRT) EUR 3K, 32 more pcs; 8982705240 (ELEMENT; OIL FILTER) [NHR,NLR,NMR,TF*,UC*] EUR 3K, 200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Body parts (EUR 27K, +32%): 8978461152 (GLASS; WINDSHIELD) EUR 7K, 32 more pcs; 8975509392 (BUMPER ASM; FRT) EUR 3K, 32 more pcs; 8975595830 (PANEL; SIDE GATE) EUR 2K, 11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67,440 (CY H1 2025) to EUR 41,820 (CY H1 2026), down EUR 25,620 (-38%).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8975546610 (PAD KIT; CALIPER,DISC BRK,FRT · TF*): EUR 40,065 to EUR 27,886, 150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8976526220 (PAD KIT; CALIPER,DISC BRK,FRT): EUR 12,392 to EUR 3,408, 145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8980618131 (DRUM; BRK,RR): EUR 3,701 to EUR 139, 53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8980303850 (DRUM; BRK,RR): EUR 948 to EUR 0, 13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49,483 (CY H1 2025) to EUR 35,683 (CY H1 2026), down EUR 13,800 (-28%).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8975554500 (FILTER; BLOWER UNIT · TF*,UC*): EUR 16,138 to EUR 9,534, 400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8974995480 (FILTER; ACL · TFR,TFS,UCR,UCS): EUR 14,448 to EUR 10,180, 200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8981394280 (FILTER; BLOWER UNIT · TF*,UC*): EUR 8,636 to EUR 5,452, 150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8981402650 (FILTER; ACL · TFR,TFS,UCR,UCS): EUR 6,604 to EUR 4,953, 100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24,416 (CY H1 2025) to EUR 15,198 (CY H1 2026), down EUR 9,218 (-38%).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8981405904 (SILENCER ASM; EXH): EUR 12,912 to EUR 4,338, 64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8982114012 (PIPE; EXH): EUR 3,596 to EUR 951,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8981776324 (DPD ASM): EUR 2,477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8972630520 (GASKET; EXH PIPE): EUR 511 to EUR 96, 148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8974993681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TIRE INFLATION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2,694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13,476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10,782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8975509392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4,653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8,122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3,469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NHR,NLR,NMR,TF*,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8,640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11,688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3,048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8984890171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3,264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2,604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8975595830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2,879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2,260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7552172691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2,646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1,834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Body parts +32%, Electrical sensors +63%, Miscellaneous +114%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(207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7552105216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CABLE; BATTERY CHARGER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9,092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8983939000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AUTO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7,030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6,573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5,762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8978249025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3,866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8983287647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3,511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29.1% against 47.5%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47.8% against 61.2%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Norway averages 79.4%, in line with the 79.4%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Rsa Bil Tromsø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Mobile Hamar As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Rsa Bil Arendal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Norway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Rsa Bil Forus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62.9%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Gjermundsen Bilsenter A/S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39.6%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Blakstad Auto As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33.2%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36 dealers assessed across Premises, Organisation, Service, Parts and Vehicle Sales. 2 further dealers did not return an assessment and are excluded from every figure on this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is level with the network — both averages are taken on assessed dealers only.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60 points between the strongest and weakest assessed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7,929 vehicles in 2025 → 7,374 working estimate for end-2026 (-7.0%).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7,374; CV — LD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1,798,459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1,764,800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1,869,935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33,659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1,798,459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(NORWAY): EUR 1,798,459.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1,764,800.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(-7.0%)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1,798,459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1,764,800)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NORWAY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Rutebileiernes Standardisering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1,798,459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Air conditioning / Exhaust: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NORWAY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Outlook: review the order book against the recent shipment pattern.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NORWAY · RUTEBILEIERNES STANDARDISERING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Rutebileiernes Standardisering.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56.5% → FY26 66.9%.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the same GPS after removing warranty parts (€). FY26 ≈ 51.7% (warranty EUR 407,230 ≈ 30%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Both lines divide by the same wallet (EUR 2,059,250), so the gap between them is warranty and nothing else.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1,321,111 → EUR 1,653,639 (+25.2%).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284,197.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42,938; BVP EUR 5,393 (1.6%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1,321,111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1,653,639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332,528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1,162,270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1,446,467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284,197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138,054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180,993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42,938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20,787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26,179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5,393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284,197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39,513 on genuine-only; BVP in that basket moved EUR 4,606.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-37,353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8976526220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-30,680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-23,807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8981405904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SILENCER ASM; EXH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-13,957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8981901150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-10,911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8982330922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-7,486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8982330912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-7,439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47.8% vs network 61.2%; Fuel filter 29.1% vs network 47.5%; Air filter 55.8% vs network 52.0%.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5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5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Sales-to-Rutebileiernes Standardisering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53,987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69,722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Rutebileiernes Standardisering pad sales are genuine-only in this cut (~EUR 70K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~1.6% of FY26 — do not generalise a pad story to the whole wallet.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53,707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Wallet gap (low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28,882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29,580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290,712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LCV warranty; keep separate from Greece payer-label issue.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0 · FY25 EUR 96,904 · FY26 EUR 407,230.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RSA.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~1.6%.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66.9%; excl. warranty ≈ 51.7%.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