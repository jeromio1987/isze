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NORWAY  ·  NORWAY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Norway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Rutebileiernes Standardisering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NORWAY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483K, -18%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483K against BP EUR 591K — -18%, and -1% on last year's EUR 487K.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444K against EUR 483K billed (orders ~92% of shipments).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beat is entirely Jun: EUR 173K against EUR 155K. Apr -18%, May -19% and Jul -47% are below BP.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period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405K against EUR 386K a year earlier — +4.9%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8975546610 (PAD KIT; CALIPER,DIS) [TF*] EUR -12K, 150 fewer pcs; 8976526220 (PAD KIT; CALIPER,DIS) EUR -9K, 145 fewer pcs; 8981405904 (SILENCER ASM; EXH) EUR -9K, 64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8974993681 (SENSOR; TIRE INFLATI) EUR 11K, 391 more pcs; 8975509392 (BUMPER ASM; FRT) EUR 3K, 32 more pcs; 8982705240 (ELEMENT; OIL FILTER) [NHR,NLR,NMR,TF*,UC*] EUR 3K, 200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Body parts (EUR 27K, +32%): 8978461152 (GLASS; WINDSHIELD) EUR 7K, 32 more pcs; 8975509392 (BUMPER ASM; FRT) EUR 3K, 32 more pcs; 8975595830 (PANEL; SIDE GATE) EUR 2K, 11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67,440 (CY H1 2025) to EUR 41,820 (CY H1 2026), down EUR 25,620 (-38%).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40,065 to EUR 27,886, 150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12,392 to EUR 3,408, 145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8980618131 (DRUM; BRK,RR): EUR 3,701 to EUR 139, 53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8980303850 (DRUM; BRK,RR): EUR 948 to EUR 0, 13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49,483 (CY H1 2025) to EUR 35,683 (CY H1 2026), down EUR 13,800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8975554500 (FILTER; BLOWER UNIT · TF*,UC*): EUR 16,138 to EUR 9,534, 400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14,448 to EUR 10,180, 200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8981394280 (FILTER; BLOWER UNIT · TF*,UC*): EUR 8,636 to EUR 5,452, 150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8981402650 (FILTER; ACL · TFR,TFS,UCR,UCS): EUR 6,604 to EUR 4,953, 100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24,416 (CY H1 2025) to EUR 15,198 (CY H1 2026), down EUR 9,218 (-38%).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8981405904 (SILENCER ASM; EXH): EUR 12,912 to EUR 4,338,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8982114012 (PIPE; EXH): EUR 3,596 to EUR 951,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8981776324 (DPD ASM): EUR 2,477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8972630520 (GASKET; EXH PIPE): EUR 511 to EUR 96, 148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8974993681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TIRE INFLATION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13,476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10,782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8975509392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8,122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3,469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8,640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11,688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1,834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+32%, Electrical sensors +63%, Miscellaneous +114%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(207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7552105216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CABLE; BATTERY CHARGER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9,092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8983939000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7,030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6,573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5,762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8978249025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3,866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8983287647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29.1% against 47.5%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47.8% against 61.2%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Norway averages 79.4%, in line with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Tromsø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Mobile Hamar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Arendal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Norway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Forus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Gjermundsen Bilsenter A/S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Blakstad Auto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33.2%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36 dealers assessed across Premises, Organisation, Service, Parts and Vehicle Sales. 2 further dealers did not return an assessment and are excluded from every figure on this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is level with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60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7,929 vehicles in 2025 → 7,374 working estimate for end-2026 (-7.0%).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7,374;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1,798,459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1,764,800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1,869,935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33,659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1,798,459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(NORWAY): EUR 1,798,459.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1,764,800.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(-7.0%)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1,798,459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1,764,800)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NORWAY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Rutebileiernes Standardisering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1,798,459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Air conditioning / Exhaust: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NORWAY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Outlook: review the order book against the recent shipment pattern.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