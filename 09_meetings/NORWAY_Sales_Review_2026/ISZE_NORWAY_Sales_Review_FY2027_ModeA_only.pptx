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NORWAY  ·  NORWAY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Norway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Rutebileiernes Standardisering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NORWAY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456K against EUR 386K a year earlier — +18.4%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8976526220 (PAD KIT; CALIPER,DIS) EUR -12K, 200 fewer pcs; 8975546610 (PAD KIT; CALIPER,DIS) [TF*] EUR -12K, 150 fewer pcs; 8981405904 (SILENCER ASM; EXH) EUR -9K, 64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8974993681 (SENSOR; TIRE INFLATI) EUR 11K, 391 more pcs; 8975509392 (BUMPER ASM; FRT) EUR 3K, 32 more pcs; 8982705240 (ELEMENT; OIL FILTER) [NHR,NLR,NMR,TF*,UC*] EUR 3K, 200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Credit notes of EUR 47K stay on the net bridge (net EUR 734K); not in the movers.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67,440 (CY H1 2025) to EUR 37,554 (CY H1 2026), down EUR 29,886 (-44%).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8976526220 (PAD KIT; CALIPER,DISC BRK,FRT): EUR 12,392 to EUR 0, 200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8975546610 (PAD KIT; CALIPER,DISC BRK,FRT · TF*): EUR 40,065 to EUR 27,886, 150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8980618131 (DRUM; BRK,RR): EUR 3,701 to EUR 139, 53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8980303850 (DRUM; BRK,RR): EUR 948 to EUR 0, 13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49,483 (CY H1 2025) to EUR 35,683 (CY H1 2026), down EUR 13,800 (-28%).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8975554500 (FILTER; BLOWER UNIT · TF*,UC*): EUR 16,138 to EUR 9,534, 400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8974995480 (FILTER; ACL · TFR,TFS,UCR,UCS): EUR 14,448 to EUR 10,180, 200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8981394280 (FILTER; BLOWER UNIT · TF*,UC*): EUR 8,636 to EUR 5,452, 150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8981402650 (FILTER; ACL · TFR,TFS,UCR,UCS): EUR 6,604 to EUR 4,953, 100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24,416 (CY H1 2025) to EUR 14,880 (CY H1 2026), down EUR 9,536 (-39%).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12,912 to EUR 4,338, 64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8982114012 (PIPE; EXH): EUR 3,596 to EUR 951,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8981776324 (DPD ASM): EUR 2,477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8972630520 (GASKET; EXH PIPE): EUR 511 to EUR 96, 148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8974993681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TIRE INFLATION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2,694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13,476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10,782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8975509392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4,653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8,122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3,469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8,640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11,688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3,048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8975595830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2,879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2,260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8983621213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BAR; FRT BUMPER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2,008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8983314120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PRESSURE,DPD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Body parts +25%, Electrical sensors +59%, Miscellaneous +83%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(207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7552105216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CABLE; BATTERY CHARGER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9,092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6,573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5,762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8978249025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3,866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8983939000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AUTO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3,515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8983287647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3,511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5,248,795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-7.0%.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5,217,728.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69.5%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Norway today: 69.5%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1,982K on 7,929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69.5%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29.1% against 47.5%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47.8% against 61.2%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Norway averages 75.2%,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Rsa Bil Tromsø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Mobile Hamar As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Rsa Bil Arendal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Norway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Blakstad Auto As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33.2%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Star Bil 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Alta Motorsenter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#518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38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0.4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93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7,929 vehicles in 2025 → 7,374 working estimate for end-2026 (-7.0%).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7,374;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5,248,795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(-7.0%)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4,881,399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5,125,469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5,217,728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-0.6%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-7.0%.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5,217,728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5,248,795)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NORWAY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Rutebileiernes Standardisering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5,217,728 (-0.6%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Air conditioning / Exhaust: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NORWAY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