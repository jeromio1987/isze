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ROMANIA  ·  ROMANIA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Romania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Rom Auto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ROMANIA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62K, -14%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62K against BP EUR 72K — -14%, and -3% on last year's EUR 64K.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64K against EUR 62K billed (orders ~103% of shipments).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beat is entirely Jul: EUR 21K against EUR 20K. Apr -24%, May -20% and Jun -21% are below BP.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period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79K against EUR 80K a year earlier — -1.4%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5874123812 (INTERFACE MX2-T) EUR -2K, 2 fewer pcs; 8981470623 (TRANSMISSION ASM; MA) EUR -2K, 1 fewer pcs; 8975056801 (PAD KIT; CALIPER,DIS) EUR -2K,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7552348290 (STEERING UNIT) EUR 8K, 4 more pcs; 8975488420 (FILTER; BLOWER UNIT) [TF*,UC*] EUR 1K, 60 more pcs; 8974995480 (FILTER; ACL) [TFR,TFS,UCR,UCS] EUR 1K, 30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Steering (EUR 9K, +272%): 7552348290 (STEERING UNIT) EUR 8K, 4 more pcs; 8983730791 (PUMP ASM; OIL,P/S) EUR 0K, 1 more pcs; 8981649670 (REPAIR KIT; STRG UNI) EUR 0K, 11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7,956 (CY H1 2025) to EUR 5,377 (CY H1 2026), down EUR 2,580 (-32%).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7552259810 (WHEEL; DISC): EUR 1,314 to EUR 0,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8981472452 (SHAFT ASM; FRT DRIVE): EUR 1,288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8981480632 (FLYWHEEL): EUR 516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8980058750 (JOINT ASM; BALL,LWR CONT ARM): EUR 313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8,078 (CY H1 2025) to EUR 6,163 (CY H1 2026), down EUR 1,915 (-24%).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8975056801 (PAD KIT; CALIPER,DISC BRK,FRT): EUR 4,268 to EUR 2,564,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8980618131 (DRUM; BRK,RR): EUR 1,436 to EUR 1,179,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8978348260 (SHOE KIT; BRK,RR · TFR,TFS (RT,RG)): EUR 248 to EUR 0,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1476012180 (CYLINDER; WHEEL,RR BRK): EUR 196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5,642 (CY H1 2025) to EUR 4,561 (CY H1 2026), down EUR 1,081 (-19%).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8978429890 (LAMP ASM; RR COMB): EUR 491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476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8977950000 (LAMP UNIT; RR COMB): EUR 582 to EUR 119,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8978486410 (LAMP UNIT; RR COMB): EUR 446 to EUR 0,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10,296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8,253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8975488420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4,371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5,033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8975391990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ROD END ASM;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Steering +272%, Cooling +172%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(24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5877030010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ISUZU ATF WSI 4L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8983989321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PLATE ASM; PRESSURE,CLU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8975435900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DISC; CLUTCH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20.5% against 54.7%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33.6%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is not shown: the modelled demand base for that category does not hold for this market, so the rate is not quotable.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Romania averages 79.6%, above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Rodav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Mit Motors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Autocomo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Romania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Anvelo Center Oradea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Marshal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Simode Craiova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15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0.2 points above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38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1,071 vehicles in 2025 → 1,109 working estimate for end-2026 (+3.5%).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204,605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199,588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278,727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5,017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204,605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(ROMANIA): EUR 204,605.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199,588.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(+3.5%)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204,605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199,588)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ROMANIA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Rom Auto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204,605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Hydraulic / mechanical / Brake parts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ROMANIA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Outlook: review the order book against the recent shipment pattern.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