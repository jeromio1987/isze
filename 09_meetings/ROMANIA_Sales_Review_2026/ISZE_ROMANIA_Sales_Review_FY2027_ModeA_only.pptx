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ROMANIA  ·  ROMANIA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Romania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Isuzu Rom Auto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ROMANIA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Hydraulic / mechanical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Brake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Lighting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79K against EUR 80K a year earlier — -1.1%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drops: 5874123812 (INTERFACE MX2-T) EUR -2K, 2 fewer pcs; 8981470623 (TRANSMISSION ASM; MA) EUR -2K, 1 fewer pcs; 8975056801 (PAD KIT; CALIPER,DIS) EUR -2K, 20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gains: 7552348290 (STEERING UNIT) EUR 8K, 4 more pcs; 8975488420 (FILTER; BLOWER UNIT) [TF*,UC*] EUR 1K, 60 more pcs; 8974995480 (FILTER; ACL) [TFR,TFS,UCR,UCS] EUR 1K, 30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About EUR 6K of claim-matched PN billing was stripped so this chart is aftermarket demand, not warranty.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HYDRAULIC / MECHANICAL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Hydraulic / mechanical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7,956 (CY H1 2025) to EUR 5,364 (CY H1 2026), down EUR 2,592 (-33%).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7552259810 (WHEEL; DISC): EUR 1,314 to EUR 0, 12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8981472452 (SHAFT ASM; FRT DRIVE): EUR 1,288 to EUR 0, 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8981480632 (FLYWHEEL): EUR 516 to EUR 0,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8980058750 (JOINT ASM; BALL,LWR CONT ARM): EUR 313 to EUR 0, 10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BRAKE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8,078 (CY H1 2025) to EUR 6,163 (CY H1 2026), down EUR 1,915 (-24%).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8975056801 (PAD KIT; CALIPER,DISC BRK,FRT): EUR 4,268 to EUR 2,564, 20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8980618131 (DRUM; BRK,RR): EUR 1,436 to EUR 1,179, 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8978348260 (SHOE KIT; BRK,RR · TFR,TFS (RT,RG)): EUR 248 to EUR 0, 6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1476012180 (CYLINDER; WHEEL,RR BRK): EUR 196 to EUR 0, 1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pad and rotor pricing competitive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LIGHTING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Lighting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5,642 (CY H1 2025) to EUR 4,561 (CY H1 2026), down EUR 1,081 (-19%).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8978429890 (LAMP ASM; RR COMB): EUR 491 to EUR 0, 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8983287885 (LAMP ASM; HEAD): EUR 476 to EUR 0, 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8977950000 (LAMP UNIT; RR COMB): EUR 582 to EUR 119, 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8978486410 (LAMP UNIT; RR COMB): EUR 446 to EUR 0, 3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availability, pricing, or genuinely fewer accident repairs?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the bodyshops in your network sourcing lamps elsewhere?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  <a:gridCol w="1737360"/>
                <a:gridCol w="173736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7552348290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2,043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10,296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8,253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8975488420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FILTER; BLOWER UNIT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TF*,UC*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1,714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2,725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1,011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8974995480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FILTER; ACL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TFR,TFS,UCR,UCS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4,371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5,033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662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7552070241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GRILLE; INNER,RAD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304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915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611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8982705240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ELEMENT; OIL FILTER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NHR,NLR,NMR,TF*,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1,527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2,124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597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8975391990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ROD END ASM; OUTER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117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712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595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Steering +272%, Cooling +172%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(24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8983682091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PIPE; EXH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1,312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5877030010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ISUZU ATF WSI 4L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1,001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8981532774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BUMPER; 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740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8983989321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PLATE ASM; PRESSURE,CLU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727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8975435900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DISC; CLUTCH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654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8978248633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LAMP ASM; RR COMB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651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394,597 (reported KPI).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+3.5%.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436,750.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65.8%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Romania today: 65.8%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268K on 1,071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65.8%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brake rotor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20.5% against 54.7%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33.6% against 46.6%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Romania averages 79.6%, above the 74.8%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Rodav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92.5%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#61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Mit Motors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#103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Autocomo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87.5%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#144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Romania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79.6%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Anvelo Center Oradea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72.1%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#386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Marshal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69.3%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Simode Craiova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54.6%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15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4.8 points above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38 points between the strongest and weakest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grow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1,071 vehicles in 2025 → 1,109 working estimate for end-2026 (+3.5%).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1,109.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reflects the working fleet outlook without extending the chart beyond 2026.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(reported KPI)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394,597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(+3.5%)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408,598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429,028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436,750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+10.7%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the reported Sales-to-Dealer KPI.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+3.5%.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436,750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394,597)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+10.7%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ROMANIA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Isuzu Rom Auto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Already halfway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 already report Sales-to-Dealer monthly. The ask is the same data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Align on the FY2027 Sales-to-Dealer bridge (fleet, price, additional growth) — working figure EUR 436,750 (+10.7% vs FY2026 base).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adjustment; lock the target once that approval is through.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Hydraulic / mechanical / Brake parts / Lighting: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ROMANIA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