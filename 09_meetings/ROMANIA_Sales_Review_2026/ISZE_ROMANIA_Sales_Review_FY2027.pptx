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ROMANIA  ·  ROMANIA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Romania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Rom Auto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ROMANIA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Hydraulic / mechanical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Lighting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79K against EUR 80K a year earlier — -1.1%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drops: 5874123812 (INTERFACE MX2-T) EUR -2K, 2 fewer pcs; 8981470623 (TRANSMISSION ASM; MA) EUR -2K, 1 fewer pcs; 8975056801 (PAD KIT; CALIPER,DIS) EUR -2K, 20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gains: 7552348290 (STEERING UNIT) EUR 8K, 4 more pcs; 8975488420 (FILTER; BLOWER UNIT) [TF*,UC*] EUR 1K, 60 more pcs; 8974995480 (FILTER; ACL) [TFR,TFS,UCR,UCS] EUR 1K, 30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About EUR 6K of claim-matched PN billing was stripped so this chart is aftermarket demand, not warranty.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HYDRAULIC / MECHANICAL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Hydraulic / mechanical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7,956 (CY H1 2025) to EUR 5,364 (CY H1 2026), down EUR 2,592 (-33%).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7552259810 (WHEEL; DISC): EUR 1,314 to EUR 0, 12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8981472452 (SHAFT ASM; FRT DRIVE): EUR 1,288 to EUR 0,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8981480632 (FLYWHEEL): EUR 516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8980058750 (JOINT ASM; BALL,LWR CONT ARM): EUR 313 to EUR 0, 10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8,078 (CY H1 2025) to EUR 6,163 (CY H1 2026), down EUR 1,915 (-24%).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8975056801 (PAD KIT; CALIPER,DISC BRK,FRT): EUR 4,268 to EUR 2,564, 20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8980618131 (DRUM; BRK,RR): EUR 1,436 to EUR 1,179,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8978348260 (SHOE KIT; BRK,RR · TFR,TFS (RT,RG)): EUR 248 to EUR 0, 6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1476012180 (CYLINDER; WHEEL,RR BRK): EUR 196 to EUR 0,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LIGHTING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Lighting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5,642 (CY H1 2025) to EUR 4,561 (CY H1 2026), down EUR 1,081 (-19%).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8978429890 (LAMP ASM; RR COMB): EUR 491 to EUR 0, 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8983287885 (LAMP ASM; HEAD): EUR 476 to EUR 0,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8977950000 (LAMP UNIT; RR COMB): EUR 582 to EUR 119,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8978486410 (LAMP UNIT; RR COMB): EUR 446 to EUR 0, 3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availability, pricing, or genuinely fewer accident repairs?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the bodyshops in your network sourcing lamps elsewhere?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7552348290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2,043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10,296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8,253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8975488420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TF*,UC*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1,714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2,725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TFR,TFS,UCR,UCS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4,371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5,033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662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7552070241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GRILLE; INNER,RAD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304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8982705240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NHR,NLR,NMR,TF*,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1,527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2,124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8975391990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ROD END ASM; OUTER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595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Steering +272%, Cooling +172%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(24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8983682091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PIPE; EXH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1,312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5877030010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ISUZU ATF WSI 4L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8981532774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BUMPER; 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8983989321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PLATE ASM; PRESSURE,CLU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727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8975435900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DISC; CLUTCH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654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8978248633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LAMP ASM; RR COMB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394,597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+3.5%.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436,750.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65.8%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Romania today: 65.8%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268K on 1,071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65.8%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20.5% against 54.7%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33.6% against 46.6%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Romania averages 79.6%,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Rodav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#61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Mit Motors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Autocomo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87.5%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#144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Romania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79.6%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Anvelo Center Oradea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72.1%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#386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Marshal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Simode Craiova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54.6%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15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4.8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38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grow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1,071 vehicles in 2025 → 1,109 working estimate for end-2026 (+3.5%).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1,109.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reflects the working fleet outlook without extending the chart beyond 2026.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394,597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(+3.5%)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408,598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429,028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436,750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+10.7%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+3.5%.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436,750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394,597)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+10.7%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ROMANIA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Rom Auto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436,750 (+10.7%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Hydraulic / mechanical / Brake parts / Lighting: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ROMANIA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ROMANIA · ISUZU ROM AUTO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Isuzu Rom Auto.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56.6% → FY26 65.8%.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 GPS after removing warranty parts (€). FY26 ≈ 58.1% (warranty EUR 20,558 ≈ 12%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1,071 → 1,109 (working year-end estimate under the FY2027 target).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186,855 → EUR 189,715 (+1.5%).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94.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769; BVP EUR 1,998 (3.0%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186,855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189,715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2,861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157,972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158,066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94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25,169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25,937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769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3,714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5,712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1,998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+1.0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94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-1,579 on genuine-only; BVP in that basket moved EUR 2,402.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did not fall on this FY cut — check category movers and H1 for pressure points.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8977998750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-4,576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5873114080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ENGINE ASM; PARTIAL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-3,241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Transporting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-1,895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8983550720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partikel sensor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-1,710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8982395150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SPRING ASM; LEAF,RR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-1,587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8975435760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COMPRESSOR ASM; A/C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-1,067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8980879851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-882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57.3% vs network 60.5%; Fuel filter 33.6% vs network 46.6%; Air filter 137.1% vs network 51.6%.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Sales-to-Isuzu Rom Auto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~3.0% of FY26 — do not generalise a pad story to the whole wallet.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1,961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Wallet gap (low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589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Wallet gap (low GPS - high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1,419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Wallet gap (low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19,377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LCV warranty.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0 · FY25 EUR 6,459 · FY26 EUR 20,558.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ROM Auto.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~3.0%.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65.8%; excl. warranty ≈ 58.1%.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