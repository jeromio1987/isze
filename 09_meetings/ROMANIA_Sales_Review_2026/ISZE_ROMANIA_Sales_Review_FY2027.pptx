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ROMANIA  ·  ROMANIA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Romania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Rom Auto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ROMANIA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Miscellaneous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Hydraulic / mechanical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85K against EUR 84K a year earlier — +1.1%.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Miscellaneous EUR -3K; Hydraulic / mechanical EUR -3K.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Steering +272%, Cooling +130%, Electrical sensors +54%.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MISCELLANEOUS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Miscellaneous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5,315 (CY H1 2025) to EUR 2,044 (CY H1 2026), down EUR 3,270 (-62%).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5874123812 (INTERFACE MX2-T): EUR 2,058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 value-tier range moved the same way, not the other way: BVP billing went from EUR 16,262 to EUR 15,902 across the window. So this does not read as a switch from genuine to value 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7,956 (CY H1 2025) to EUR 5,364 (CY H1 2026), down EUR 2,592 (-33%).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7552259810 (WHEEL; DISC): EUR 1,314 to EUR 0,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8981472452 (SHAFT ASM; FRT DRIVE): EUR 1,288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2,043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10,296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8975488420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1,714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2,725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8983842670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INJECTOR ASM; DEF DCM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1,151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4,371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5,033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7552070241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304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1,527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Steering +272%, Cooling +130%, Electrical sensors +54%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Romania warranty parts ran to EUR 19K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5877030010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ISUZU ATF WSI 4L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8981532774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BUMPER;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8983989321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PLATE ASM; PRESSURE,CLU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8975435900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DISC; CLUTCH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394,597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+3.5%.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436,750.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65.8%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Romania today: 65.8%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268K on 1,071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65.8%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4.5% against 13.4%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6.5% against 11.9%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Romania averages 79.6%,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Rodav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Mit Motors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Autocomo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Romania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Anvelo Center Oradea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Marshal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Simode Craiova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54.6%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15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4.8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38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1,071 in 2025 and 1,109 in the 2026 working year-end estimate — +3.5%.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394,597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(+3.5%)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408,598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429,028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436,750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+10.7%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+3.5%.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436,750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394,597)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ROMANIA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Rom Auto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436,750 (+10.7%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Miscellaneous and Hydraulic / mechanical: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ROMANIA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