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ROMANIA  ·  ROMANIA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Romania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Isuzu Rom Auto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ROMANIA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FY2027 YTD (Apr–Jul) Sales Review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Hydraulic / mechanical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Lighting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POWER BI — OFFICIAL 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FY2027 YTD (Apr–Jul): EUR 62K, -14% vs BP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quar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Sales EUR 62K against BP EUR 72K — -14%, and -3% on last year's EUR 64K.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Order intake EUR 64K against EUR 62K billed (orders ~103% of shipments).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beat is entirely Jul: EUR 21K against EUR 20K. Apr -24%, May -20% and Jun -21% are below BP.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walking through the shape of the period together.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79K against EUR 80K a year earlier — -1.4%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 (all categories): 5874123812 (INTERFACE MX2-T) EUR -2K, 2 fewer pcs; 8981470623 (TRANSMISSION ASM; MA) EUR -2K, 1 fewer pcs; 8975056801 (PAD KIT; CALIPER,DIS) EUR -2K, 20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 (all categories): 7552348290 (STEERING UNIT) EUR 8K, 4 more pcs; 8975488420 (FILTER; BLOWER UNIT) [TF*,UC*] EUR 1K, 60 more pcs; 8974995480 (FILTER; ACL) [TFR,TFS,UCR,UCS] EUR 1K, 30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Within Steering (EUR 9K, +272%): 7552348290 (STEERING UNIT) EUR 8K, 4 more pcs; 8983730791 (PUMP ASM; OIL,P/S) EUR 0K, 1 more pcs; 8981649670 (REPAIR KIT; STRG UNI) EUR 0K, 11 more pcs.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HYDRAULIC / MECHANICAL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Hydraulic / mechanical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7,956 (CY H1 2025) to EUR 5,377 (CY H1 2026), down EUR 2,580 (-32%).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7552259810 (WHEEL; DISC): EUR 1,314 to EUR 0, 12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8981472452 (SHAFT ASM; FRT DRIVE): EUR 1,288 to EUR 0, 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8981480632 (FLYWHEEL): EUR 516 to EUR 0,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8980058750 (JOINT ASM; BALL,LWR CONT ARM): EUR 313 to EUR 0, 10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8,078 (CY H1 2025) to EUR 6,163 (CY H1 2026), down EUR 1,915 (-24%).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8975056801 (PAD KIT; CALIPER,DISC BRK,FRT): EUR 4,268 to EUR 2,564, 20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8980618131 (DRUM; BRK,RR): EUR 1,436 to EUR 1,179, 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8978348260 (SHOE KIT; BRK,RR · TFR,TFS (RT,RG)): EUR 248 to EUR 0, 6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1476012180 (CYLINDER; WHEEL,RR BRK): EUR 196 to EUR 0, 1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LIGHTING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Lighting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5,642 (CY H1 2025) to EUR 4,561 (CY H1 2026), down EUR 1,081 (-19%).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8978429890 (LAMP ASM; RR COMB): EUR 491 to EUR 0, 3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8983287885 (LAMP ASM; HEAD): EUR 476 to EUR 0, 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8977950000 (LAMP UNIT; RR COMB): EUR 582 to EUR 119, 4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8978486410 (LAMP UNIT; RR COMB): EUR 446 to EUR 0, 3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availability, pricing, or genuinely fewer accident repairs?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the bodyshops in your network sourcing lamps elsewhere?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7552348290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2,043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10,296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8,253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8975488420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TF*,UC*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1,714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2,725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1,011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8974995480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ACL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TFR,TFS,UCR,UCS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4,371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5,033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662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7552070241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GRILLE; INNER,RAD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304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915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611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8982705240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ELEMENT; OIL FILTER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NHR,NLR,NMR,TF*,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1,527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2,124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597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8975391990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ROD END ASM; OUTER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117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712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595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Steering +272%, Cooling +172%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(24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8983682091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PIPE; EXH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1,312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5877030010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ISUZU ATF WSI 4L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1,001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8981532774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BUMPER; 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740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8983989321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PLATE ASM; PRESSURE,CLU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727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8975435900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DISC; CLUTCH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654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8978248633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LAMP ASM; RR COMB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651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 sits below the network on every routine category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20.5% against 54.7%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33.6% against 46.6%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Air filter is not shown: the modelled demand base for that category does not hold for this market, so the rate is not quotable.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Romania averages 79.6%, above the 79.4%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Rodav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92.5%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#61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Mit Motors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#103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Autocomo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87.5%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#144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Romania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79.6%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79.4%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Anvelo Center Oradea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72.1%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#386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Marshal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69.3%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Simode Craiova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54.6%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15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0.2 points above the network — both averages are taken on assessed dealers only.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38 points between the strongest and weakest assessed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grow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1,071 vehicles in 2025 → 1,109 working estimate for end-2026 (+3.5%).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1,109.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extended target (ISZE→DB) applies a 5% price adjustment and 1.8% stretch — locked at EUR 204,605 from GPS Extended Target V3.1 (Dashboard column 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reflects the working fleet outlook without extending the chart beyond 2026.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extended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ISZE → DB extended target (V3.1 Dashboard column I)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Business Plan / actual FY27 base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199,588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Market potential (max spend FY27)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278,727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Stretch (+1.8% of max spend)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5,017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EXTENDED TARGET (locked)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204,605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4069080"/>
            <a:ext cx="11612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Extended target = BP + stretch; stretch default is 1.8% (network rule from GPS Extended Target V3.1).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Figure locked from GPS Extended Target FY27 V3.1, Dashboard column I (ROMANIA): EUR 204,605.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FY2027 business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target starts from the FY2027 Business Plan for this market, EUR 199,588.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Your fleet outlook (+3.5%) sets the market potential the stretch is measured against.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extended target (V3.1 col 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204,605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vs BP FY27 (EUR 199,588)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+2.5%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Stretch included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extended target as the working figure (BP + stretch), not a locked commercial commitment.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ROMANIA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Rom Auto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extended target: EUR 204,605 (V3.1 Dashboard column I, +1.8% stretch).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Hydraulic / mechanical / Brake parts / Lighting: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ROMANIA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Outlook: review the order book against the recent shipment pattern.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ROMANIA · ISUZU ROM AUTO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Mode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Extra detail for meeting prep — pick which slides to share with Isuzu Rom Auto.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Mode A ends on the previous closing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— fiscal year (headline vs excl. warranty; max two lines)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wallet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CY capture vs network + FY billing (capture % is CY-only by design)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exposure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GPS: fiscal year headline vs after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pic>
        <p:nvPicPr>
          <p:cNvPr id="8" name="Picture 7" descr="modeb_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Red = fiscal-year GPS (frozen CY2025 wallet). FY25 61.5% → FY26 71.5%.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Black = the same GPS after removing warranty parts (€). FY26 ≈ 64.8% (warranty EUR 20,558 ≈ 12% of FY26 billing).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Both lines divide by the same wallet (EUR 246,500), so the gap between them is warranty and nothing else.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 wallet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3369"/>
            <a:ext cx="6949440" cy="2931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186,855 → EUR 189,715 (+1.5%).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94.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EUR 769; BVP EUR 1,998 (3.0% of FY26 wallet).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wallet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186,855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189,715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2,861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157,972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158,066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94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25,169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25,937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769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3,714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5,712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1,998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wallet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+1.0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the genuine drop sits (FY2025 → FY2026)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sales moved EUR 94 from FY2025 to FY2026.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Of that, the routine service basket (filters, pads, rotors) moved EUR -1,579 on genuine-only; BVP in that basket moved EUR 2,402.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did not fall on this FY cut — check category movers and H1 for pressure points.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Meeting line: check high-value assemblies / sensors before blaming the filter or pad menu.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(FY24→FY25) — outside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8977998750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-4,576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5873114080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ENGINE ASM; PARTIAL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-3,241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Transporting Cost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-1,895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8983550720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partikel sensor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-1,710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8982395150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SPRING ASM; LEAF,RR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-1,587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8975435760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COMPRESSOR ASM; A/C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-1,067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8980879851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NOZZLE ASM; INJ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-882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Check warranty / campaign coding before calling competitive leakage.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capture vs network (calendar 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pic>
        <p:nvPicPr>
          <p:cNvPr id="8" name="Picture 7" descr="modeb_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Capture % is calendar-year (full CY2025). Fleet demand is modelled on calendar years — there is no matching fiscal-year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57.3% vs network 60.5%; Fuel filter 33.6% vs network 46.6%; Brake pad 27.1% vs network 29.5%.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Next slide: fiscal-year € billing in the same 4 categories.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Air filter withheld — the modelled demand base does not hold for this market, so the rate is not quotable.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 · 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billing by fiscal year (same 4 lines)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modeb_pms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Sales-to-Isuzu Rom Auto € in fiscal years — not capture % of fleet demand.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 both lenses — do not mix % capture with € billing.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= total sales in the basket.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502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258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pad sales (€)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EUR 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share of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BVP share = BVP € ÷ all brake-pad €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Isuzu Rom Auto pad sales are genuine-only in this cut (~EUR 0K FY26) — no BVP pad lines billed.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Wallet-level BVP is still only ~3.0% of FY26 — do not generalise a pad story to the whole wallet.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1,961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Wallet gap (low GPS - high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589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0.4%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Wallet gap (low GPS - high capture)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1,419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Wallet gap (low GPS - high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High-risk € is catalogue AIM exposure, not proven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the distributor — not a street IAM war alone.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EUR 19,377 (claim-price basis).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LCV warranty.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EUR 0 · FY25 EUR 6,459 · FY26 EUR 20,558.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Source row: ROM Auto.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= (net − warranty) ÷ frozen CY25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~3.0%. Check pads as a local exception only.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GPS looks fine / too high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FY26 headline 71.5%; excl. warranty ≈ 64.8%. 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CY2025 capture vs network (previous slides) + FY billing lens.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