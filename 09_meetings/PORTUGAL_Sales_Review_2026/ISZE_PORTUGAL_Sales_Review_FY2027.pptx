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PORTUGAL  ·  PORTUGAL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Portugal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I-Motors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PORTUGAL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Q1 FY2027 Sales Review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Clutch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Steering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Air system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POWER BI — OFFICIAL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Q1 FY2027: EUR 444K, -2% vs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1349"/>
            <a:ext cx="7178040" cy="316678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Sales EUR 444K against budget EUR 452K — -2%, and +4% on last year's EUR 425K.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beat is entirely May: EUR 151K against EUR 141K. Apr -5% and Jun -6% are below budget.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walking through the shape of the period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772K against EUR 640K a year earlier — +20.5%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8982447940 (PAD KIT; CALIPER,DIS) EUR -6K, 72 fewer pcs; 5873113841 (ENGINE ASM; PARTIAL) EUR -4K, 1 fewer pcs; 8983682091 (PIPE; EXH) EUR -4K, 3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8975359391 (DPD ASM) EUR 9K, 4 more pcs; 8976607440 (TRANSMISSION ASM; MA) EUR 8K, 2 more pcs; 8980921340 (GEAR SET; FINAL DRIV) EUR 6K, 11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Exhaust (EUR 22K, +57%): 8975359391 (DPD ASM) EUR 9K, 4 more pcs; 8983023941 (SENSOR; DEF DCM EXH ) EUR 4K, 14 more pcs; 8982127181 (COOLER ASM; EGR) EUR 3K, 13 more pcs.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CLUTCH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Clutch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36,848 (CY H1 2025) to EUR 27,511 (CY H1 2026), down EUR 9,337 (-25%).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5876102060 (CLUTCH KIT · N*R,NLS): EUR 5,091 to EUR 1,311, 23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8978293170 (DISC; CLUTCH): EUR 2,882 to EUR 493, 24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5876100910 (PLATE ASM; PRESSURE,CLU · NLR,NMR,NNR,NPR,NQR,NPS): EUR 3,379 to EUR 1,607, 23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8982831940 (PLATE ASM; PRESSURE,CLU): EUR 2,023 to EUR 637, 20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clutch pricing a barrier against local competition for you?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Worth a joint look at the specific part numbers together?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STEERING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Steering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26,698 (CY H1 2025) to EUR 19,523 (CY H1 2026), down EUR 7,175 (-27%).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8983948772 (STEERING UNIT): EUR 4,545 to EUR 2,000, 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8978243002 (PUMP ASM; OIL,P/S): EUR 4,737 to EUR 2,250, 10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8981017801 (STEERING UNIT): EUR 2,314 to EUR 0, 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8982519482 (STEERING UNIT): EUR 1,407 to EUR 0, 2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AIR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Air system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17,998 (CY H1 2025) to EUR 12,270 (CY H1 2026), down EUR 5,729 (-32%).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5876102500 (ELEMENT; AIR CLEANER · N*R,NPS): EUR 5,189 to EUR 3,045, 122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8974719842 (AIR BAG UNIT): EUR 1,628 to EUR 0, 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8983322301 (AIR BAG UNIT): EUR 706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8983964240 (GUIDE ASM; AIR): EUR 1,016 to EUR 340, 12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1920240"/>
                <a:gridCol w="1920240"/>
                <a:gridCol w="192024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8975359391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2,216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10,812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8,597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8976607440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TRANSMISSION ASM; MANUAL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3,934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11,826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7,892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8980921340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GEAR SET; FINAL DRIVE,RR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3,436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9,270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5,833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8984890190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638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5,513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4,876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8970471004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CAGE ASM; DIFF,FINAL DRIVE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1,155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4,522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3,366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8982127181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COOLER ASM; EGR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1,375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4,602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3,227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Exhaust +57%, Electrical sensors +64%, Transmission parts +36%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(158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8983759890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10,268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8982050610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7,567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7552933240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METER COMPL; CLUSTER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5,585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7552933280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METER COMPL; CLUSTER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5,357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7552283740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TRANSFER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4,439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8983023941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SENSOR; DEF DCM EXH NOX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3,874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2,803,598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+7.2%.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3,213,790.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86.0%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Portugal today: 86.0%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Fleet potential: EUR 2,005K on 8,019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Real, sustained headroom above 86.0%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oil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1349"/>
            <a:ext cx="7178040" cy="316678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52.1% against 60.8%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51.5% against 54.6%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7,208 vehicles in 2025 → 7,730 working estimate for end-2026 (+7.2%).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Smaller segments not plotted (&lt;5% of fleet): F-Series 242.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2,803,598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(+7.2%)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3,006,633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3,156,965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3,213,790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+14.6%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a working estimate (ISZE billing ÷ 0.65): the KPI Dashboard has no usable Sales-to-Dealer row for this market.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+7.2%.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3,213,790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2,803,598)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+14.6%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PORTUGAL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I-Motors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3,213,790 (+14.6%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Clutch parts / Steering / Air system: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PORTUGAL proposal, ISZE review and counter-proposal cycle to follow.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PORTUGAL · I-MOTORS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I-Motors.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published fiscal-year figure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86.0%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GPS measures actual parts purchases against the full potential of the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Portugal today: 86.0%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Fleet potential: EUR 2,004,750 on 8,019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This is the published GPS figure. Do not mix it with a mixed-rate fleet wallet.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4087"/>
            <a:ext cx="6949440" cy="29296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1,331,023 → EUR 1,015,839 (-23.7%).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-225,203.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-20,139; BVP EUR -69,842 (5.6%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1,331,023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1,015,839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-315,184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1,165,766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940,563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-225,203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38,618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18,479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-20,139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126,639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56,797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-69,842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9.5%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-3.9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-225,203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-36,678 on genuine-only; BVP in that basket moved EUR -34,939.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So about 84% of the genuine-only drop sits outside routine service parts.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8983528480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SENSOR; NOX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-27,509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8983320763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-20,096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-16,274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REBATE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Rebate Material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-14,000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8983320591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-13,910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8982049420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FILTER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-11,599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5873114080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ASM; PARTIAL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-6,436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52.1% vs network 60.8%; Fuel filter 44.9% vs network 46.6%; Air filter 62.7% vs network 51.8%.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5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5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Sales-to-I-Motors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20,834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2,011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pad sales (€)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4,325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share of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I-Motors pad sales are genuine-only in this cut (~EUR 2K FY26) — no BVP pad lines billed.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~5.6% of FY26 — do not generalise a pad story to the whole wallet.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11,015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14,542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11,743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only independent-parts competition.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130,588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CV EUR 28,836 is a lower bound (52% of part cells priced); LCV EUR 101,752 is clean.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75 · FY25 EUR 43,679 · FY26 EUR 191,206.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Imotors.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~5.6%.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86.0%; excl. warranty ≈ None%.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