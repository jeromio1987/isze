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ICELAND  ·  ICELAND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Iceland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BL ehf.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ICELAND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Transmission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43K against EUR 45K a year earlier — -4.5%.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Transmission parts EUR -2K; Air conditioning EUR -2K.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Engine parts +2093%, Exhaust +125%.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TRANSMISSION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Transmission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3,371 (CY H1 2025) to EUR 1,377 (CY H1 2026), down EUR 1,994 (-59%).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8983952370 (DRIVE ASM; FINAL,RR): EUR 1,243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8973679590 (ACTUATOR; TRANSFER,2-4 SHIFT): EUR 827 to EUR 237,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BVP billing rose over the same window (EUR 5,601 to EUR 5,803) — worth checking how much of this is a move to the value tier rather than lost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 mix shift towards assemblies, or fewer component-level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lines?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4,651 (CY H1 2025) to EUR 3,080 (CY H1 2026), down EUR 1,571 (-34%).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8980088940 (MOTOR ASM; FAN,BLOWER UNIT): EUR 890 to EUR 78, 11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8983767550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1,569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8978279610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 CLIP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8983937793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SUPPORT; RR BUMPER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8980094180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SENSOR; MAP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8975546610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8980115041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PIPE; OIL,TURBOCHARGER FEED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Engine parts +2093%, Exhaust +125%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Iceland warranty parts ran to EUR 7K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7552392890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8981454531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OVERHAUL KIT; SUPPLY PUMP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8983860446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GATE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195,849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-1.2%.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206,765.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82.6%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Iceland today: 82.6%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102K on 406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82.6%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3.9% against 13.4%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7.9% against 11.8%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406 in 2025 and 401 in the 2026 working year-end estimate — -1.2%.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195,849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(-1.2%)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193,437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203,109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206,765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+5.6%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-1.2%.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206,765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195,849)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+5.6%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ICELAND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 ehf.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206,765 (+5.6%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Transmission parts and Air conditioning: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ICELAND proposal, ISZE review and counter-proposal cycle to follow.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