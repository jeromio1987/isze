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ICELAND  ·  ICELAND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Iceland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BL ehf.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ICELAND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Transmission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22K, -37%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22K against BP EUR 35K — -37%, and -27% on last year's EUR 30K.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softened (-57% YoY) — holiday timing / stock build can explain a quiet month after a strong spring.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24K against EUR 22K billed (orders ~109% of shipments).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BP: Apr -28%, May -37%, Jun -13%, Jul -69%.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39K against EUR 38K a year earlier — +1.1%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8983952370 (DRIVE ASM; FINAL,RR) EUR -1K, 1 fewer pcs; 8974926118 (HARNESS; CABLE,ENG R) EUR -1K, 1 fewer pcs; 8980088940 (MOTOR ASM; FAN,BLOWE) EUR -1K, 11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8983767550 (ROTOR; DISC BRK,FRT) EUR 1K, 14 more pcs; 8978279610 (PAD KIT; DISC BRK,W/) EUR 1K, 9 more pcs; 8983937793 (SUPPORT; RR BUMPER) EUR 0K,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Electrical sensors (EUR 1K, +56%): 8983110088 (HARNESS; CABLE,ENG R) EUR 1K, 1 more pcs; 8980094180 (SENSOR; MAP) EUR 0K, 3 more pcs; 7552392940 (SENSOR; SHORT RANGE ) EUR 0K, 1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TRANSMISSION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Transmission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3,371 (CY H1 2025) to EUR 1,509 (CY H1 2026), down EUR 1,862 (-55%).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8983952370 (DRIVE ASM; FINAL,RR): EUR 1,243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8973679590 (ACTUATOR; TRANSFER,2-4 SHIFT): EUR 827 to EUR 237,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8942588190 (BEARING; HUB INNER,FRT AXLE · TF*,UBS,UC*): EUR 191 to EUR 48,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8942270410 (BEARING; HUB OUTER,FRT AXLE · TF*,UBS,UC*): EUR 174 to EUR 44,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 mix shift towards assemblies, or fewer component-level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lines?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4,651 (CY H1 2025) to EUR 3,095 (CY H1 2026), down EUR 1,557 (-33%).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8980088940 (MOTOR ASM; FAN,BLOWER UNIT): EUR 890 to EUR 78,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8981402660 (FILTER; ACL · TFR,TFS,UCR,UCS): EUR 310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8975488420 (FILTER; BLOWER UNIT · TF*,UC*): EUR 232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8980084420 (FILTER; EVAPORATOR): EUR 182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8983937793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SUPPORT; RR BUMPER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8980094180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MAP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8975546610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8980115041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PIPE; OIL,TURBOCHARGER FEED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196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Electrical sensors +56%, Exhaust +125%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(28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7552392890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8981454531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OVERHAUL KIT; SUPPLY PUMP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8983860446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GATE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23.6%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22.2% against 29.5%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406 vehicles in 2025 → 401 working estimate for end-2026 (-1.2%).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401; CV — LD 0; CV — MD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106,422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104,600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101,208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1,822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106,422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(ICELAND): EUR 106,422.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104,600.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(-1.2%)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106,422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104,600)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ICELAND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 ehf.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106,422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Transmission parts / Air conditioning: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ICELAND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Outlook: review the order book against the recent shipment pattern.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ICELAND · BL EHF.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BL ehf..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86.2% → FY26 98.0%.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the same GPS after removing warranty parts (€). FY26 ≈ 89.8% (warranty EUR 9,865 ≈ 12%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Both lines divide by the same wallet (EUR 85,500), so the gap between them is warranty and nothing else.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76,214 → EUR 89,959 (+18.0%).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11,823.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1,922; BVP EUR 0 (0.0%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76,214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89,959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13,745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67,741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79,564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11,823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8,473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10,395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11,823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3,336 on genuine-only; BVP in that basket moved EUR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-1,335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-1,168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8980139111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-1,105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8974925378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HARNESS; CABLE,ENG ROOM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8984877702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8979468160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SPRING ASM; LEAF,RR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-556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8973873711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FENDER;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-503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70.7% vs network 60.5%; Fuel filter 23.6% vs network 46.6%; Air filter 70.9% vs network 52.2%.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5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5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Sales-to-BL ehf.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2,452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BL ehf. pad sales are genuine-only in this cut (~EUR 2K FY26) — no BVP pad lines billed.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~0.0% of FY26 — do not generalise a pad story to the whole wallet.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7,035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2,345 · FY26 EUR 9,865.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BL Iceland.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~0.0%.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98.0%; excl. warranty ≈ 89.8%.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