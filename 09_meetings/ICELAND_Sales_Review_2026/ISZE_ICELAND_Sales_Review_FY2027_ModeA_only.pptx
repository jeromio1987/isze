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ICELAND  ·  ICELAND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Iceland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BL ehf.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ICELAND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Transmission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Air conditioning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450" b="1">
                <a:solidFill>
                  <a:srgbClr val="CC0E1E"/>
                </a:solidFill>
                <a:latin typeface="Calibri"/>
              </a:rPr>
              <a:t>—  </a:t>
            </a:r>
            <a:r>
              <a:rPr sz="145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38K against EUR 38K a year earlier — -0.1%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8983952370 (DRIVE ASM; FINAL,RR) EUR -1K, 1 fewer pcs; 8974926118 (HARNESS; CABLE,ENG R) EUR -1K, 1 fewer pcs; 8980088940 (MOTOR ASM; FAN,BLOWE) EUR -1K, 11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8983767550 (ROTOR; DISC BRK,FRT) EUR 1K, 14 more pcs; 8978279610 (PAD KIT; DISC BRK,W/) EUR 1K, 9 more pcs; 8983937793 (SUPPORT; RR BUMPER) EUR 0K, 3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About EUR 4K of claim-matched PN billing was stripped so this chart is aftermarket demand, not warranty.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TRANSMISSION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Transmission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3,371 (CY H1 2025) to EUR 1,377 (CY H1 2026), down EUR 1,994 (-59%).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8983952370 (DRIVE ASM; FINAL,RR): EUR 1,243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8973679590 (ACTUATOR; TRANSFER,2-4 SHIFT): EUR 827 to EUR 237, 5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8942588190 (BEARING; HUB INNER,FRT AXLE · TF*,UBS,UC*): EUR 191 to EUR 48, 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8942270410 (BEARING; HUB OUTER,FRT AXLE · TF*,UBS,UC*): EUR 174 to EUR 44, 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 mix shift towards assemblies, or fewer component-level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Any availability problems on the fast-moving lines?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AIR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Air conditioning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4,651 (CY H1 2025) to EUR 3,080 (CY H1 2026), down EUR 1,571 (-34%).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8980088940 (MOTOR ASM; FAN,BLOWER UNIT): EUR 890 to EUR 78, 11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8981402660 (FILTER; ACL · TFR,TFS,UCR,UCS): EUR 310 to EUR 0,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8975488420 (FILTER; BLOWER UNIT · TF*,UC*): EUR 232 to EUR 0, 14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8980084420 (FILTER; EVAPORATOR): EUR 182 to EUR 0, 8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seasonal pattern different this year, or is this a real shift?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cabin filters and A/C service being sold as a package?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8983767550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ROTOR; DISC BRK,FRT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470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1,569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1,099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8978279610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PAD KIT; DISC BRK,W/O SHIM &amp;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206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817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8983937793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SUPPORT; RR BUMPER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8980094180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SENSOR; MAP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8975546610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PAD KIT; CALIPER,DISC BRK,FR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489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8980115041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PIPE; OIL,TURBOCHARGER FEED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196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Electrical sensors +56%, Exhaust +125%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(28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1,310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7552392890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CAMERA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Warranty / campaign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8981454531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OVERHAUL KIT; SUPPLY PUMP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8982601090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756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8983860446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GATE ASM;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8978248633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195,849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-1.2%.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206,765.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82.6%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Iceland today: 82.6%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102K on 406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82.6%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23.6% against 46.6%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pad 22.2% against 29.5%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406 vehicles in 2025 → 401 working estimate for end-2026 (-1.2%).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401; CV — LD 0; CV — MD 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195,849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(-1.2%)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193,437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203,109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206,765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+5.6%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-1.2%.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206,765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195,849)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+5.6%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ICELAND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 ehf.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Align on the FY2027 Sales-to-Dealer bridge (fleet, price, additional growth) — working figure EUR 206,765 (+5.6% vs FY2026 base).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adjustment; lock the target once that approval is through.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Transmission parts / Air conditioning: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ICELAND proposal, ISZE review and counter-proposal cycle to follow.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