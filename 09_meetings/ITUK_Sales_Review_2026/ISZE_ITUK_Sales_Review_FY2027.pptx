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UNITED KINGDOM  ·  ITUK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UK Truck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Truck UK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ITUK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Air conditioning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Mirrors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2,376K against EUR 1,671K a year earlier — +42.2%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8982490280 (ENGINE ASM) EUR -27K, 3 fewer pcs; 5878323990 (KING PIN KIT) [NNR,NPR] EUR -10K, 98 fewer pcs; 8983214130 (FILTER; ACL) [N*R,NPS] EUR -7K, 237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8982447940 (PAD KIT; CALIPER,DIS) EUR 30K, 369 more pcs; 8975074422 (DPD ASM) EUR 16K, 11 more pcs; 8982169220 (PAD KIT; CALIPER,DIS) EUR 15K, 187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Brake parts (EUR 154K, +55%): 8982447940 (PAD KIT; CALIPER,DIS) EUR 30K, 369 more pcs; 8982169220 (PAD KIT; CALIPER,DIS) EUR 15K, 187 more pcs; 8981919560 (ROTOR; DISC BRK,RR) EUR 15K, 65 more pcs.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AIR CONDITIONING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Air conditioning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84,085 (CY H1 2025) to EUR 81,872 (CY H1 2026), down EUR 2,213 (-3%).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8983214130 (FILTER; ACL · N*R,NPS): EUR 22,002 to EUR 15,012, 237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8980714210 (FILTER; ACL · FRR,FRS,FSS,FTR,FVM,FVR): EUR 6,611 to EUR 2,173, 124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8981772710 (FILTER; ACL): EUR 21,192 to EUR 18,198, 96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5876102900 (FILTER; ACL · N*R,NPS): EUR 4,693 to EUR 3,186, 68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seasonal pattern different this year, or is this a real shift?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cabin filters and A/C service being sold as a package?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MIRRORS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Mirrors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26,289 (CY H1 2025) to EUR 24,237 (CY H1 2026), down EUR 2,053 (-8%).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8981882010 (STAY; OUTSIDE MIRROR): EUR 2,651 to EUR 813, 24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8981882020 (STAY; OUTSIDE MIRROR): EUR 2,105 to EUR 469, 21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8981661930 (STAY; MIRROR SIDE): EUR 2,683 to EUR 1,076, 25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8981661920 (STAY; MIRROR SIDE): EUR 2,864 to EUR 1,328, 23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1920240"/>
                <a:gridCol w="1920240"/>
                <a:gridCol w="192024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8982447940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90,310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120,278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29,969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8975074422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12,239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27,872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15,633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8982169220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8,651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23,452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14,801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8981919560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ROTOR; DISC BRK,RR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34,534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49,123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14,589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8975260081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TURBOCHARGER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2,008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14,858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12,850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7552277520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VALVE; EGR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6,521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18,606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12,085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Brake parts +55%, Body parts +53%, Exhaust +69%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(296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8983507160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 KIT; PUMP ASM,DEF DCM 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38,504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8983300950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SENSOR; PM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34,954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8983758410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SPRING ASM; LEAF,RR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24,954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8983615742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SENSOR ASM; DEF TANK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23,919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8975452010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SENSOR ASM; DEF TANK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22,951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8978414700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SPRING; LEAF,NO 1,FRT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21,392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10,474,745 (working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+1.2%.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11,334,299.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38.2%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UK Truck today: 38.2%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Fleet potential: EUR 17,177K on 23,068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Real, sustained headroom above 38.2%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23,068 vehicles in 2025 → 23,352 working estimate for end-2026 (+1.2%).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CV — LD 22,389; F-Series 963.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(working estimate)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10,474,745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(+1.2%)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10,603,704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11,133,889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11,334,299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+8.2%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a working estimate (ISZE billing ÷ 0.65): the KPI Dashboard has no usable Sales-to-Dealer row for this market.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+1.2%.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11,334,299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10,474,745)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+8.2%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ITUK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Truck UK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11,334,299 (+8.2%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Air conditioning / Mirrors: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ITUK proposal, ISZE review and counter-proposal cycle to follow.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UK TRUCK · ISUZU TRUCK 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Isuzu Truck UK.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30.7% → FY26 38.2%.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the same GPS after removing warranty parts (€). FY26 ≈ 37.5% (warranty EUR 375,552 ≈ 6%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Both lines divide by the same wallet (EUR 17,176,989), so the gap between them is warranty and nothing else.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23,068 → 24,173 (working year-end estimate under the FY2027 target).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4087"/>
            <a:ext cx="6949440" cy="29296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5,566,553 → EUR 6,957,525 (+25.0%).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1,256,962.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104,488; BVP EUR 29,523 (2.3%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5,566,553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6,957,525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1,390,973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4,888,727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6,145,688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1,256,962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548,857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653,345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104,488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128,969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158,491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29,523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-0.0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1,256,962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261,442 on genuine-only; BVP in that basket moved EUR 17,480.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did not fall on this FY cut — check category movers and H1 for pressure points.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8983528480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SENSOR; NOX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-308,657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REBATE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Rebate Material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-182,097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8982336181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FILTER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-54,464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8978410420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SPRING ASM; LEAF,FRT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-43,468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8982404570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DRIVE ASM; FINAL,RR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-43,464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8975077751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PUMP ASM; DEF,DCM SPLY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-38,016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5873112438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ASM; PARTIAL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-24,106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244,649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403,719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pad sales (€)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3324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4561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share of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Isuzu Truck UK pad sales are genuine-only in this cut (~EUR 404K FY26) — no BVP pad lines billed.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~2.3% of FY26 — do not generalise a pad story to the whole wallet.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13,626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21,024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9,893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only independent-parts competition.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No claim-price figure in profile.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ITUK claim grain is db_name ITUK in warranty_raw_grain. Do not use IUK warranty.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164,315 · FY25 EUR 542,953 · FY26 EUR 375,552.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ITUK.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~2.3%.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38.2%; excl. warranty ≈ 37.5%.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