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ISZE  ·  UNITED KINGDOM  ·  ITUK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331720"/>
            <a:ext cx="9601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UK Truck Sales Review
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Isuzu Truck UK  ·  August 2026</a:t>
            </a:r>
          </a:p>
        </p:txBody>
      </p:sp>
      <p:pic>
        <p:nvPicPr>
          <p:cNvPr id="6" name="Picture 5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897880"/>
            <a:ext cx="2204720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ITUK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Parts Performance — category movers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Parts Performance — Air conditioning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Parts Performance — Mirrors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Parts Performance — where volume grew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New Business — validation queue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Sales-to-Dealer Outlook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GPS Capture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Fleet &amp; FY2027 Target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SPA — status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R&amp;M — market discussion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Data request: part-level Sales-to-Dealer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Parts Performance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  <p:pic>
        <p:nvPicPr>
          <p:cNvPr id="8" name="Picture 7" descr="category_mov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1722"/>
            <a:ext cx="7178040" cy="30260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Commercial parts billing (warranty/campaign excluded) EUR 2,376K against EUR 1,671K a year earlier — +42.2% (CY H1 2026 vs CY H1 2025, Jan–Jun).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drops (all categories): 8982490280 (ENGINE ASM) EUR -27K, 3 fewer pcs; 5878323990 (KING PIN KIT) [NNR,NPR] EUR -10K, 98 fewer pcs; 8983214130 (FILTER; ACL) [N*R,NPS] EUR -7K, 237 fewer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gains (all categories): 8982447940 (PAD KIT; CALIPER,DIS) EUR 30K, 369 more pcs; 8975074422 (DPD ASM) EUR 16K, 11 more pcs; 8982169220 (PAD KIT; CALIPER,DIS) EUR 15K, 187 more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Within Brake parts (EUR 154K, +55%): 8982447940 (PAD KIT; CALIPER,DIS) EUR 30K, 369 more pcs; 8982169220 (PAD KIT; CALIPER,DIS) EUR 15K, 187 more pcs; 8981919560 (ROTOR; DISC BRK,RR) EUR 15K, 65 more pcs.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AIR CONDITIONING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Air conditioning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84,085 (CY H1 2025) to EUR 81,872 (CY H1 2026), down EUR 2,213 (-3%).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8983214130 (FILTER; ACL · N*R,NPS): EUR 22,002 to EUR 15,012, 237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8980714210 (FILTER; ACL · FRR,FRS,FSS,FTR,FVM,FVR): EUR 6,611 to EUR 2,173, 124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8981772710 (FILTER; ACL): EUR 21,192 to EUR 18,198, 96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5876102900 (FILTER; ACL · N*R,NPS): EUR 4,693 to EUR 3,186, 68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the seasonal pattern different this year, or is this a real shift?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Are cabin filters and A/C service being sold as a package?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MIRRORS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Mirrors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26,289 (CY H1 2025) to EUR 24,237 (CY H1 2026), down EUR 2,053 (-8%).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8981882010 (STAY; OUTSIDE MIRROR): EUR 2,651 to EUR 813, 24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8981882020 (STAY; OUTSIDE MIRROR): EUR 2,105 to EUR 469, 21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8981661930 (STAY; MIRROR SIDE): EUR 2,683 to EUR 1,076, 25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8981661920 (STAY; MIRROR SIDE): EUR 2,864 to EUR 1,328, 23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pricing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What would make the biggest difference to keep this business with us?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Where volume grew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840480"/>
                <a:gridCol w="1920240"/>
                <a:gridCol w="1920240"/>
                <a:gridCol w="1920240"/>
              </a:tblGrid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CY H1 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CY H1 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Δ EUR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8982447940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PAD KIT; CALIPER,DISC BRK,FRT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90,310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120,278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29,969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8975074422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DPD ASM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12,239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27,872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15,633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8982169220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PAD KIT; CALIPER,DISC BRK,FRT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8,651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23,452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14,801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8981919560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ROTOR; DISC BRK,RR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34,534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49,123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14,589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8975260081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TURBOCHARGER ASM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2,008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14,858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12,850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7552277520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VALVE; EGR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6,521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18,606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12,085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840480"/>
            <a:ext cx="11612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Brake parts +55%, Body parts +53%, Exhaust +69% — where the commercial volume went.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Claim-matched PNs (296 distinct) and campaign/recall text matches are already excluded from this growth list. Residual warranty on unmapped PNs can remain.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PNs ranked by largest EUR increase (prior-period sales &gt; 0). Worth agreeing which of these are repeatable and which were one-off.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New Business — validation queue (CY H1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023360"/>
                <a:gridCol w="219456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Current sales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Review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8983507160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FILTER KIT; PUMP ASM,DEF DCM 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38,504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8983300950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SENSOR; PM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34,954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Warranty / campaign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8983758410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SPRING ASM; LEAF,RR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24,954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8983615742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SENSOR ASM; DEF TANK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23,919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8975452010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SENSOR ASM; DEF TANK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22,951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Warranty / campaign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8978414700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SPRING; LEAF,NO 1,FRT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21,392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Warranty / campaign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06908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These lines had no prior-period sales, so they are kept out of the incremental-growth 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 first sale can be a new model, a supersession, timing, or a warranty campaign. It is not treated as a commercial win until that cause is confirmed.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SALES-TO-DEALER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Sales-to-Dealer outlook — FY2027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FY2026 Sales-to-Dealer is EUR 10,474,745 (working estimate).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The working fleet movement into FY2027 is +1.2%.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Applying fleet movement, the 5% price adjustment and 1.8% additional growth gives a FY2027 Sales-to-Dealer target of EUR 11,334,299.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The discussion is held in Sales-to-Dealer amounts; ISZE billing remains an internal reconciliation measure.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GPS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GPS Capture: 38.2%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GPS measures your actual parts purchases against the full potential of your fleet.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UK Truck today: 38.2% (FY2026 purchases against the CY2025 fleet potential).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Fleet potential: EUR 17,177K on 23,068 vehicles.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Real, sustained headroom above 38.2% — the service-parts and SPA discussion are both direct levers on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The fleet is expected to grow in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  <p:pic>
        <p:nvPicPr>
          <p:cNvPr id="8" name="Picture 7" descr="u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1722"/>
            <a:ext cx="7178040" cy="30260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WHAT THIS MEANS FOR FY2027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Fleet size (calendar year): 23,068 vehicles in 2025 → 23,352 working estimate for end-2026 (+1.2%).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chart is calendar years 2019–2026 only. 2026 is a working year-end estimate, not a fiscal-year figure.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End-2026 mix: CV — LD 22,389; F-Series 963.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FY2027 Sales-to-Dealer target starts from that fleet change, then applies a 5% price adjustment and 1.8% additional growth.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target reflects the working fleet outlook without extending the chart beyond 2026.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the FY2027 target is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170432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Sales-to-Dealer amount bridge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92608" y="1508760"/>
          <a:ext cx="85953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926080"/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FY2026 Sales-to-Dealer (working estimate)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10,474,745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After fleet movement (+1.2%)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10,603,704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After price adjustment (+5%)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11,133,889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FY2027 target after additional growth (+1.8%)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EUR 11,334,299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92608" y="3977639"/>
            <a:ext cx="11612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 FY2027 target is +8.2% versus the FY2026 Sales-to-Dealer base.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 FY2026 base is a working estimate (ISZE billing ÷ 0.65): the KPI Dashboard has no usable Sales-to-Dealer row for this market.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What the FY2027 target reflects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Your fleet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working fleet movement used in the target is +1.2%.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234440"/>
            <a:ext cx="59436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356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price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0116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is applying a 5% price adjustment for FY2027, consistent with every ISZE market this year.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It is built into the per-vehicle rate above, not added separately on top.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7472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What it means for your target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92608" y="3785615"/>
          <a:ext cx="85953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56616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FY2027 Sales-to-Dealer target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11,334,299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vs FY2026 Sales-to-Dealer (EUR 10,474,745)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+8.2%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92608" y="5074920"/>
            <a:ext cx="11612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As in previous cycles we would expect an incentive to sit alongside this adjustment — that approval is still pending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Until the incentive is confirmed, treat the FY2027 target as the working bridge (fleet × price × additional growth), not a locked commercial commitment.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SPA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ITUK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Isuzu Truck UK submits a proposed parts list.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7832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29000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2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ISZE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reviews the proposal against network data and fit.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6016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Counter-proposal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returns a counter-proposal where needed.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994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Final approval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Signed off by ISZE management.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" y="45720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Purpose: higher turnover for both sides.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R&amp;M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R&amp;M — let's align on the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18872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38988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96596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is the market moving for you right now?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much of your volume is fleet business rather than retail?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do you see the biggest hurdles this year?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are your real strengths in this segment?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188720"/>
            <a:ext cx="59436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3898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Servicing &amp; R&amp;M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96596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 you offer an R&amp;M or service-plan product today?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share of the parc do you retain for servicing after year three?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Does R&amp;M business come bundled with fleet tenders — roughly what share?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would it take to bring more out-of-network servicing back?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Part-level Sales-to-Dealer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starting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We have no Sales-to-Dealer figures from you for FY2026. The ask is monthly Sales-to-Dealer, at part-number level.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8736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8853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Sharper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Part-by-part visibility separates a stock movement from a lost job — and tells us where the volume actually went.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7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83295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7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Shared benefit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5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Better availability on your fast movers, a sharper target for us, and a factual basis for the SPA — same data, both sides gain.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38862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Requested from 01/01/2025, part number level, monthly.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1612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Align on the FY2027 Sales-to-Dealer bridge (fleet, price, additional growth) — working figure EUR 11,334,299 (+8.2% vs FY2026 base).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the incentive alongside the price adjustment; lock the target once that approval is through.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Air conditioning / Mirrors: agree which category we tackle first, and what the joint action is.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Agree part-level Sales-to-Dealer data sharing, effective 01/01/2025.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SPA: ITUK proposal, ISZE review and counter-proposal cycle to follow.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