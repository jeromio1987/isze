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BELGIUM  ·  IBX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Benelux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Benelux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IBX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Steering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Fuel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1,235K against EUR 1,057K a year earlier — +16.8%. After EUR 25K of credit notes the net figure is EUR 1,209K.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Steering EUR -54K; Brake parts EUR -9K; Fuel system EUR -4K.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Body parts +36%, Exhaust +85%, Electrical sensors +38%.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Steering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96,368 (CY H1 2025) to EUR 42,053 (CY H1 2026), down EUR 54,315 (-56%).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7552348290 (STEERING UNIT): EUR 75,208 to EUR 16,010, 29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90,882 (CY H1 2025) to EUR 81,978 (CY H1 2026), down EUR 8,904 (-10%).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5878316930 (SHOE KIT; BRAKE,RR): EUR 12,755 to EUR 0,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8975546610 (PAD KIT; CALIPER,DISC BRK,FRT): EUR 9,648 to EUR 5,842, 44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5876102280 (LINING KIT; RR BRAKE): EUR 3,276 to EUR 0, 57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FUEL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Fuel system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9,894 (CY H1 2025) to EUR 5,766 (CY H1 2026), down EUR 4,128 (-42%).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18,240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4,136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9,783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16,468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2,725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7,917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2,283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6,849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+36%, Exhaust +85%, Electrical sensors +38%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Belgium CY2025 warranty parts (claim-price basis) were EUR 75K — separate from fiscal GPS warranty expense. Do not read this growth list as purely commercial without checking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19,705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7552283750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8,010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8983042280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3,656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6,834,272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-3.2%.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7,074,416.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85.2%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Benelux today: 85.2%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2,454K on 9,593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85.2%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26.2% against 47.9%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46.7% against 55.0%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Benelux averages 78.6%,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Pashuysen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Huy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Marche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Benelux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Delfosse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Degroote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Fayt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3.8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40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9,593 vehicles in 2025 → 9,290 working estimate for end-2026 (-3.2%).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9,154; CV — LD 136.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6,834,272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(-3.2%)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6,618,408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6,949,328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+3.5%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-3.2%.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6,834,272)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+3.5%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IBX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7,074,416 (+3.5%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Steering / Brake parts / Fuel system: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IBX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BENELUX · ISUZU BENELUX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Benelux.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IBX GPS % can look high because billing covers BE/NL/PL/LUX while the wallet denominator is Belgium-only — say so when quoting 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90.9% → FY26 85.2%.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81.8% (warranty EUR 83,007 ≈ 4%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9,593 → 9,290 (working year-end estimate under the FY2027 target).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NV bills for BE/NL/PL/LUX but the FY27 max spend uses the BELGIUM UIO rows only. GPS 95-98% is therefore likely OVERSTATED — numerator covers a parc the denominator excludes. Do not present the % without stating that, or widen the denominator first (UIO rows NL 30/31/32, LUX 36/37/38, Poland 69).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2,338,748 → EUR 2,203,112 (-5.8%).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-94,412.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-31,022; BVP EUR -10,202 (3.4%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2,338,748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2,203,112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-135,636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2,092,144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1,997,733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-94,412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160,541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129,519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-31,022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86,063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-10,202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-0.2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-94,412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-9,608 on genuine-only; BVP in that basket moved EUR 2,350.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90%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-34,249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-11,626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8983759930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-10,818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5876150180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-10,118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8980835411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MOLDING; WINDSHIELD,LWR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-6,760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62.6% vs network 60.4%; Fuel filter 26.2% vs network 47.9%; Air filter 51.7% vs network 52.3%.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Sales-to-Isuzu Benelux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~3.4%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29,155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25,867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74,677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IBX Belgium only; no CV warranty rows in the source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490 · FY25 EUR 25,359 · FY26 EUR 83,007.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IBX.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85.2%; excl. warranty ≈ 81.8%. IBX: Belgium-only denominator.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