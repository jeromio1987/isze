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BELGIUM  ·  IBX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Benelux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Isuzu Benelux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IBX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Injectors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Fuel system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1,029K against EUR 828K a year earlier — +24.3%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drops: 5878316930 (SHOE KIT; BRAKE,RR) EUR -13K, 62 fewer pcs; 8974725274 (RAIL; ROOF) EUR -4K, 34 fewer pcs; 8977988670 (TRANSFER ASM) EUR -4K, 2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gains: 8978461152 (GLASS; WINDSHIELD) EUR 18K, 79 more pcs; 8981776324 (DPD ASM) EUR 8K, 6 more pcs; 8975554500 (FILTER; BLOWER UNIT) [TF*,UC*] EUR 7K, 407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Credit notes of EUR 25K stay on the net bridge (net EUR 1,209K); not in the movers.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42,206 (CY H1 2025) to EUR 29,058 (CY H1 2026), down EUR 13,148 (-31%).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5878316930 (SHOE KIT; BRAKE,RR): EUR 12,755 to EUR 0, 62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5876102280 (LINING KIT; RR BRAKE · NPR,NQR,NNR): EUR 3,276 to EUR 0, 57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8981246634 (ROTOR; DISC BRK,FRT): EUR 1,335 to EUR 375, 11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8982324811 (HYDRAULIC UNIT; ANTI LOCK BRK): EUR 858 to EUR 0, 1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INJECTORS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Injectors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10,591 (CY H1 2025) to EUR 5,795 (CY H1 2026), down EUR 4,796 (-45%).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8984890190 (NOZZLE ASM; INJ): EUR 3,865 to EUR 1,887, 12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8983320591 (NOZZLE ASM; INJ): EUR 1,321 to EUR 0, 7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8973865576 (PUMP ASM; INJ): EUR 886 to EUR 0, 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8982601090 (NOZZLE ASM; INJ): EUR 2,710 to EUR 1,909, 6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fewer failures, or repairs moving out of the network?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the exchange/reman route competing with new parts here?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FUEL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Fuel system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9,894 (CY H1 2025) to EUR 5,548 (CY H1 2026), down EUR 4,346 (-44%).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8941449334 (SEDIMENTER; FUEL): EUR 2,530 to EUR 0, 51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8981530463 (TANK; FUEL): EUR 1,645 to EUR 0, 8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8984890171 (PUMP ASM; FUEL,SUPPLY): EUR 3,409 to EUR 2,032, 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8972745350 (TANK; FUEL): EUR 1,212 to EUR 0, 7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1645920"/>
                <a:gridCol w="1737360"/>
                <a:gridCol w="1737360"/>
                <a:gridCol w="182880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8978461152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GLASS; WINDSHIELD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697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18,240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17,542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8981776324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4,136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11,992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7,856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8975554500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FILTER; BLOWER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TF*,UC*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9,783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16,468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6,684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7552348280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2,123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8,352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6,229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8983320764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2,283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6,849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4,566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8975359391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4,694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9,218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4,524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Body parts +36%, Exhaust +70%, Lighting +29% — where the commercial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(187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8978461162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GLASS; WINDSHIELD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19,705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7552283750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TRANSFER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8,010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7552348310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4,918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8978725102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PANEL; SIDE OUTER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3,741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8983042280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TRANSMISSION ASM; AUTO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3,656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8981596930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ELEMENT KIT; FUEL FILTER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3,508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6,834,272 (reported KPI).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-3.2%.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7,074,416.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85.2%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Benelux today: 85.2%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2,454K on 9,593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85.2%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fuel filter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26.2% against 47.9%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46.7% against 55.0%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Benelux averages 78.6%, above the 74.8%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Pashuysen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95.7%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Sud Motor Huy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92.9%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Sud Motor Marche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92.9%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Benelux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78.6%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Delfosse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60.7%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#460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Degroote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57.1%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#466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Fayt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55.4%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34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3.8 points above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40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9,593 vehicles in 2025 → 9,290 working estimate for end-2026 (-3.2%).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9,154; CV — LD 136.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starts from that fleet change, then applies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 the target is built from a slightly smaller fleet — not from an assumed growth story.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(reported KPI)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6,834,272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(-3.2%)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6,618,408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6,949,328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7,074,416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+3.5%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the reported Sales-to-Dealer KPI.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-3.2%.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7,074,416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6,834,272)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+3.5%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IBX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Isuzu Benelux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Already halfway there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 already report Sales-to-Dealer monthly. The ask is the same data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Sales-to-Dealer target: EUR 7,074,416 (+3.5% vs FY2026 Sales-to-Dealer).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parts / Injectors / Fuel system: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IBX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