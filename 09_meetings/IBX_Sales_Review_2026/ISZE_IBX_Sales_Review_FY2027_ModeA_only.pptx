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1,029K against EUR 828K a year earlier — +24.3%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5878316930 (SHOE KIT; BRAKE,RR) EUR -13K, 62 fewer pcs; 8974725274 (RAIL; ROOF) EUR -4K, 34 fewer pcs; 8977988670 (TRANSFER ASM) EUR -4K, 2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8978461152 (GLASS; WINDSHIELD) EUR 18K, 79 more pcs; 8981776324 (DPD ASM) EUR 8K, 6 more pcs; 8975554500 (FILTER; BLOWER UNIT) [TF*,UC*] EUR 7K, 407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Body parts (EUR 102K, +36%): 8978461152 (GLASS; WINDSHIELD) EUR 18K, 79 more pcs; 8975595830 (PANEL; SIDE GATE) EUR 4K, 19 more pcs; 7552172691 (BUMPER ASM; FRT) EUR 4K, 26 more pcs.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42,206 (CY H1 2025) to EUR 29,058 (CY H1 2026), down EUR 13,148 (-31%).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5876102280 (LINING KIT; RR BRAKE · NPR,NQR,NNR): EUR 3,276 to EUR 0, 57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8981246634 (ROTOR; DISC BRK,FRT): EUR 1,335 to EUR 375,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8982324811 (HYDRAULIC UNIT; ANTI LOCK BRK): EUR 858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10,591 (CY H1 2025) to EUR 5,795 (CY H1 2026), down EUR 4,796 (-45%).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8984890190 (NOZZLE ASM; INJ): EUR 3,865 to EUR 1,887,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8983320591 (NOZZLE ASM; INJ): EUR 1,321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8973865576 (PUMP ASM; INJ): EUR 886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2,710 to EUR 1,909,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9,894 (CY H1 2025) to EUR 5,548 (CY H1 2026), down EUR 4,346 (-44%).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8941449334 (SEDIMENTER; FUEL): EUR 2,530 to EUR 0, 51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8981530463 (TANK; FUEL): EUR 1,645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8984890171 (PUMP ASM; FUEL,SUPPLY): EUR 3,409 to EUR 2,032,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8972745350 (TANK; FUEL): EUR 1,212 to EUR 0, 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17,542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7,856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6,684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6,229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9,218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+70%,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