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BELGIUM  ·  IBX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Benelux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Benelux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IBX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Injectors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Fuel system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1,029K against EUR 828K a year earlier — +24.3%.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Credit notes of EUR 25K remain a separate commercial adjustment on the net bridge (net EUR 1,209K); they are not in the movers.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commercial declines: Brake parts EUR -13K; Injectors EUR -5K; Fuel system EUR -4K.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Body parts +36%, Exhaust +70%, Lighting +29%.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42,206 (CY H1 2025) to EUR 29,058 (CY H1 2026), down EUR 13,148 (-31%).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5878316930 (SHOE KIT; BRAKE,RR): EUR 12,755 to EUR 0, 62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5876102280 (LINING KIT; RR BRAKE): EUR 3,276 to EUR 0, 57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INJECTORS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Injectors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10,591 (CY H1 2025) to EUR 5,795 (CY H1 2026), down EUR 4,796 (-45%).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failures, or repairs moving out of the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exchange/reman route competing with new parts here?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FUEL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Fuel system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9,894 (CY H1 2025) to EUR 5,548 (CY H1 2026), down EUR 4,346 (-44%).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18,240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4,136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11,992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9,783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16,468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2,123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8,352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8983320764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2,283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6,849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8975359391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4,694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9,218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Body parts +36%, Exhaust +70%, Lighting +29%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(187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8978461162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19,705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7552283750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TRANSFER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8,010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7552348310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4,918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8983042280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AUTO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3,656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8981596930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 KIT; 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3,508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6,834,272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-3.2%.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7,074,416.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85.2%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Benelux today: 85.2%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2,454K on 9,593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85.2%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26.2% against 47.9%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46.7% against 55.0%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Benelux averages 78.6%,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Pashuysen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Huy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Marche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Benelux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Delfosse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Degroote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57.1%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Fayt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55.4%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34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3.8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40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9,593 vehicles in 2025 → 9,290 working estimate for end-2026 (-3.2%).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9,154; CV — LD 136.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6,834,272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(-3.2%)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6,618,408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6,949,328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+3.5%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-3.2%.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6,834,272)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+3.5%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IBX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Benelux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7,074,416 (+3.5%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Injectors / Fuel system: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IBX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