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1,235K against EUR 1,057K a year earlier — +16.8%. After EUR 25K of credit notes the net figure is EUR 1,209K.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Steering EUR -54K; Brake parts EUR -9K; Fuel system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Body parts +36%, Exhaust +85%, Electrical sensors +38%.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96,368 (CY H1 2025) to EUR 42,053 (CY H1 2026), down EUR 54,315 (-56%).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7552348290 (STEERING UNIT): EUR 75,208 to EUR 16,010, 29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90,882 (CY H1 2025) to EUR 81,978 (CY H1 2026), down EUR 8,904 (-10%).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9,648 to EUR 5,842, 44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5876102280 (LINING KIT; RR BRAKE): EUR 3,276 to EUR 0, 57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9,894 (CY H1 2025) to EUR 5,766 (CY H1 2026), down EUR 4,128 (-42%).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7,917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+85%, Electrical sensors +38%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Belgium CY2025 warranty parts (claim-price basis) were EUR 75K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Steering / Brake parts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