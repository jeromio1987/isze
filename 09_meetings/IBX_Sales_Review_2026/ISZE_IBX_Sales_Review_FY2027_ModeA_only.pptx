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BELGIUM  ·  IBX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Benelux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Benelux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IBX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FY2027 YTD (Apr–Jul)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Injectors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Fuel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726K, +1% vs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726K against a EUR 717K budget — +1%, and +22% on last year's EUR 595K.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Order intake EUR 631K against EUR 726K billed (orders ~87% of shipments).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By month vs budget: Apr +1%, May +1%, Jun +1%, Jul +2%.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Jul softened (-48% YoY) — holiday timing / stock build can explain a quiet month after a strong spring.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1,029K against EUR 828K a year earlier — +24.3%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Body parts EUR 102K (+36%) is excluded from the chart scale — covered on the Body deep-dive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5878316930 (SHOE KIT; BRAKE,RR) EUR -13K, 62 fewer pcs; 8974725274 (RAIL; ROOF) EUR -4K, 34 fewer pcs; 8977988670 (TRANSFER ASM) EUR -4K, 2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8978461152 (GLASS; WINDSHIELD) EUR 18K, 79 more pcs; 8981776324 (DPD ASM) EUR 8K, 6 more pcs; 8975554500 (FILTER; BLOWER UNIT) [TF*,UC*] EUR 7K, 407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42,206 (CY H1 2025) to EUR 29,058 (CY H1 2026), down EUR 13,148 (-31%).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5878316930 (SHOE KIT; BRAKE,RR): EUR 12,755 to EUR 0,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5876102280 (LINING KIT; RR BRAKE · NPR,NQR,NNR): EUR 3,276 to EUR 0, 57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8981246634 (ROTOR; DISC BRK,FRT): EUR 1,335 to EUR 375, 11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8982324811 (HYDRAULIC UNIT; ANTI LOCK BRK): EUR 858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INJECTORS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Injectors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10,591 (CY H1 2025) to EUR 5,795 (CY H1 2026), down EUR 4,796 (-45%).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8984890190 (NOZZLE ASM; INJ): EUR 3,865 to EUR 1,887,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8983320591 (NOZZLE ASM; INJ): EUR 1,321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8973865576 (PUMP ASM; INJ): EUR 886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8982601090 (NOZZLE ASM; INJ): EUR 2,710 to EUR 1,909,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failures, or repairs moving out of the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exchange/reman route competing with new parts here?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FUEL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Fuel system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9,894 (CY H1 2025) to EUR 5,548 (CY H1 2026), down EUR 4,346 (-44%).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8941449334 (SEDIMENTER; FUEL): EUR 2,530 to EUR 0, 51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8981530463 (TANK; FUEL): EUR 1,645 to EUR 0,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8984890171 (PUMP ASM; FUEL,SUPPLY): EUR 3,409 to EUR 2,032,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8972745350 (TANK; FUEL): EUR 1,212 to EUR 0, 7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286,109 (CY H1 2025) to EUR 388,275 (CY H1 2026), up EUR 102,166 (+36%).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increase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8978461152 (GLASS; WINDSHIELD): EUR 697 to EUR 18,240, +79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8975595830 (PANEL; SIDE GATE): EUR 2,154 to EUR 6,389, +19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7552172691 (BUMPER ASM; FRT): EUR 753 to EUR 4,765, +26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8983410105 (BUMPER ASM; FRT): EUR 1,387 to EUR 4,581, +29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Body declines: 8974725274 (RAIL; ROOF) EUR -4K, 34 fewer pcs; 8974725284 (RAIL; ROOF) EUR -4K, 33 fewer pcs.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41605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48056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collision / glass volume from a few fleet events, or a sustained workshop pattern?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windshields and bumpers staying with the network, or is bodywork leaking to IAM?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Which models drive the glass and bumper PNs — and is stock aligned?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18,240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17,542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4,136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7,856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9,783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16,468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6,684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7552348280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8,352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6,229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8983320764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2,283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6,849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4,566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4,694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9,218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4,524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Body parts +36%, Exhaust +70%, Lighting +29%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(187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76.1%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Benelux today: 76.1%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2,745K on 10,760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Denominator widened vs Belgium-only file: Poland UIO10 (Łukasz / SAMAR 2025): +1,167 UIO (base was 9,593 / EUR 2,454K). NL/LUX still 0 in carpark.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Q1 FY2027 IBX order mix ~39% SOR / ~39% VOR by € — VOR urgency pricing lifts billed amount.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26.2% against 47.9%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46.7% against 55.0%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Benelux averages 78.6%,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Pashuysen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Huy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Marche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Benelux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Delfosse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Degroote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Fayt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34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3.8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40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9,593 vehicles in 2025 → 9,290 working estimate for end-2026 (-3.2%).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9,154; CV — LD 136.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2,340,134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2,296,577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2,419,787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43,556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2,340,134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V3.1 Dashboard col I BELGIUM: EUR 2,340,134.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-3.2%.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2,340,134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2,296,577)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IBX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