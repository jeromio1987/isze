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BELGIUM  ·  IBX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Benelux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Isuzu Benelux  ·  August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IBX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Steering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Brake parts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Fuel system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Sales-to-Dealer Outlook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GPS Capture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IDS 2026 — Dealer Standard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Parts billing EUR 1,235K against EUR 1,057K a year earlier — +16.8%. After EUR 25K of credit notes the net figure is EUR 1,209K.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Biggest declines: Steering EUR -54K; Brake parts EUR -9K; Fuel system EUR -4K.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Growing: Body parts +36%, Exhaust +85%, Electrical sensors +38%.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CY H1 2026 against CY H1 2025 (calendar Jan–Jun, Q1+Q2) — like-for-like half-year cut.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STEERING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Steering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96,368 (CY H1 2025) to EUR 42,053 (CY H1 2026), down EUR 54,315 (-56%).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7552348290 (STEERING UNIT): EUR 75,208 to EUR 16,010, 29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BRAKE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parts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90,882 (CY H1 2025) to EUR 81,978 (CY H1 2026), down EUR 8,904 (-10%).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5878316930 (SHOE KIT; BRAKE,RR): EUR 12,755 to EUR 0, 62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8975546610 (PAD KIT; CALIPER,DISC BRK,FRT): EUR 9,648 to EUR 5,842, 44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5876102280 (LINING KIT; RR BRAKE): EUR 3,276 to EUR 0, 57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pad and rotor pricing competitive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still quoting these part numbers, or have they dropped off the workshop menu?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FUEL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Fuel system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9,894 (CY H1 2025) to EUR 5,766 (CY H1 2026), down EUR 4,128 (-42%).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480560"/>
                <a:gridCol w="2468880"/>
                <a:gridCol w="246888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8978461152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GLASS; WINDSHIELD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697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18,240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8981776324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DPD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4,136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11,992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8975554500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FILTER; BLOWER UNIT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9,783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16,468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7552348280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STEERING UNIT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2,123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8,352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8983682091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PIPE; EXH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2,725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7,917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8983320764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DPD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2,283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6,849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Body parts +36%, Exhaust +85%, Electrical sensors +38% — where the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Several of these are the kind of item that also moves on a campaign or claim. Belgium CY2025 warranty parts (claim-price basis) were EUR 75K — separate from fiscal GPS warranty expense. Do not read this growth list as purely commercial without checking claims together.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Worth agreeing which of these are repeatable and which were one-off.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023360"/>
                <a:gridCol w="219456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8978461162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GLASS; WINDSHIELD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19,705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7552283750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TRANSFER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8,010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7552348310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STEERING UNIT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4,918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8978725102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PANEL; SIDE OUTER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3,741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8983042280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TRANSMISSION ASM; AUTO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3,656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8981596930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ELEMENT KIT; FUEL FILTER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3,508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SALES-TO-DEALER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Sales-to-Dealer outlook — FY2027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881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FY2026 Sales-to-Dealer is EUR 6,834,272 (reported KPI).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working fleet movement into FY2027 is -3.2%.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Applying fleet movement, the 5% price adjustment and 1.8% additional growth gives a FY2027 Sales-to-Dealer target of EUR 7,074,416.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discussion is held in Sales-to-Dealer amounts; ISZE billing remains an internal reconciliation measure.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 Capture: 85.2%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measures your actual parts purchases against the full potential of your fleet.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Benelux today: 85.2% (FY2026 purchases against the CY2025 fleet potential).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Fleet potential: EUR 2,454K on 9,593 vehicles.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Real, sustained headroom above 85.2% — the service-parts and SPA discussion are both direct levers on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coverage: fuel filter is the clear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Fuel filter 26.2% against 47.9%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rotor 46.7% against 55.0%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IDS 2026 — DEALER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IDS 2026: Benelux averages 78.6%, above the 74.8% network 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92240"/>
                <a:gridCol w="2560320"/>
                <a:gridCol w="2560320"/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Dealer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Total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Global rank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Pashuysen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95.7%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#23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Sud Motor Huy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92.9%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Sud Motor Marche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92.9%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Benelux country average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78.6%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Network average (all IDS 2026)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Delfosse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60.7%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#460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Degroote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57.1%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#466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Fayt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55.4%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#472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160520"/>
            <a:ext cx="11612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34 dealers assessed across Premises, Organisation, Service, Parts and Vehicle Sales.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country average sits 3.8 points above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spread is the point: 40 points between the strongest and weakest dealer.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Dealer-by-dealer detail and individual feedback are available as a separate pack — worth agreeing which dealers to visit, and when.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decline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size (calendar year): 9,593 vehicles in 2025 → 9,290 working estimate for end-2026 (-3.2%).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is calendar years 2019–2026 only. 2026 is a working year-end estimate, not a fiscal-year figure.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End-2026 mix: LCV / D-Max 9,154; CV — LD 136.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Sales-to-Dealer target starts from that fleet change, then applies a 5% price adjustment and 1.8% additional growth.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 the target is built from a slightly smaller fleet — not from an assumed growth story.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Sales-to-Dealer amount bridge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FY2026 Sales-to-Dealer (reported KPI)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6,834,272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fleet movement (-3.2%)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6,618,408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price adjustment (+5%)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6,949,328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target after additional growth (+1.8%)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7,074,416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3977639"/>
            <a:ext cx="11612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FY2027 target is +3.5% versus the FY2026 Sales-to-Dealer base.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FY2026 base is the reported Sales-to-Dealer KPI.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Your fleet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working fleet movement used in the target is -3.2%.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Sales-to-Dealer target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7,074,416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vs FY2026 Sales-to-Dealer (EUR 6,834,272)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+3.5%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074920"/>
            <a:ext cx="116128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Until the incentive is confirmed, treat the FY2027 target as the working bridge (fleet × price × additional growth), not a locked commercial commitment.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IBX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Isuzu Benelux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Already halfway there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You already report Sales-to-Dealer monthly. The ask is the same data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FY2027 Sales-to-Dealer target: EUR 7,074,416 (+3.5% vs FY2026 Sales-to-Dealer).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alongside the price adjustment once approved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Steering / Brake parts / Fuel system: agree which category we tackle first, and what the joint action is.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IBX proposal, ISZE review and counter-proposal cycle to follow.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IDS 2026: agree dealer visit dates, starting with the lower-scoring dealers.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