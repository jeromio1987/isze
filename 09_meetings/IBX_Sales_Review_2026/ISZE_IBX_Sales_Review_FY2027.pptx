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BELGIUM  ·  IBX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Benelux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Isuzu Benelux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IBX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Steering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Fuel system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Parts billing EUR 1,235K against EUR 1,057K a year earlier — +16.8%. After EUR 25K of credit notes the net figure is EUR 1,209K.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Biggest declines: Steering EUR -54K; Brake parts EUR -9K; Fuel system EUR -4K.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Growing: Body parts +36%, Exhaust +85%, Electrical sensors +38%.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CY H1 2026 against CY H1 2025 (calendar Jan–Jun, Q1+Q2) — like-for-like half-year cut.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STEERING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Steering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96,368 (CY H1 2025) to EUR 42,053 (CY H1 2026), down EUR 54,315 (-56%).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7552348290 (STEERING UNIT): EUR 75,208 to EUR 16,010, 29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90,882 (CY H1 2025) to EUR 81,978 (CY H1 2026), down EUR 8,904 (-10%).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5878316930 (SHOE KIT; BRAKE,RR): EUR 12,755 to EUR 0, 62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8975546610 (PAD KIT; CALIPER,DISC BRK,FRT): EUR 9,648 to EUR 5,842, 44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5876102280 (LINING KIT; RR BRAKE): EUR 3,276 to EUR 0, 57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FUEL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Fuel system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9,894 (CY H1 2025) to EUR 5,766 (CY H1 2026), down EUR 4,128 (-42%).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480560"/>
                <a:gridCol w="2468880"/>
                <a:gridCol w="246888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8978461152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GLASS; WINDSHIELD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697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18,240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8981776324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4,136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11,992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8975554500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FILTER; BLOWER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9,783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16,468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7552348280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2,123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8,352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8983682091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PIPE; EXH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2,725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7,917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8983320764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2,283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6,849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Body parts +36%, Exhaust +85%, Electrical sensors +38% — where the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Several of these are the kind of item that also moves on a campaign or claim. Belgium CY2025 warranty parts (claim-price basis) were EUR 75K — separate from fiscal GPS warranty expense. Do not read this growth list as purely commercial without checking claims together.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Worth agreeing which of these are repeatable and which were one-off.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8978461162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GLASS; WINDSHIELD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19,705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7552283750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TRANSFER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8,010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7552348310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4,918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8978725102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PANEL; SIDE OUTER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3,741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8983042280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TRANSMISSION ASM; AUTO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3,656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8981596930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ELEMENT KIT; FUEL FILTER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3,508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6,834,272 (reported KPI).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-3.2%.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7,074,416.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85.2%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Benelux today: 85.2%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2,454K on 9,593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85.2%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fuel filter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26.2% against 47.9%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46.7% against 55.0%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Benelux averages 78.6%, above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Pashuysen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95.7%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Sud Motor Huy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92.9%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Sud Motor Marche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92.9%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Benelux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78.6%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Delfosse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60.7%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#460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Degroote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57.1%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#466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Fayt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55.4%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34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3.8 points above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40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9,593 vehicles in 2025 → 9,290 working estimate for end-2026 (-3.2%).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(reported KPI)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6,834,272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(-3.2%)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6,618,408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6,949,328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7,074,416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+3.5%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the reported Sales-to-Dealer KPI.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-3.2%.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7,074,416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6,834,272)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+3.5%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IBX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Isuzu Benelux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Already halfway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 already report Sales-to-Dealer monthly. The ask is the same data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Sales-to-Dealer target: EUR 7,074,416 (+3.5% vs FY2026 Sales-to-Dealer).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Steering / Brake parts / Fuel system: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IBX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BENELUX · ISUZU BENELUX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 dive — detail behind the Mode 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Extra detail for meeting prep — pick which slides to share with Isuzu Benelux.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Mode A ends on the previous closing slide.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Label in all charts: “Genuine with BVP alternative” (not “genuine contested”).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IBX GPS % can look high because billing covers BE/NL/PL/LUX while the wallet denominator is Belgium-only — say so when quoting %.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Deep-dive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— calendar year and fiscal year on one chart (incl. warranty)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FY2025 → FY2026 wallet mix (Genuine / Genuine with BVP alternative / BVP)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Where the money went — outside the service-parts basket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Service parts: calendar-year capture vs network + fiscal-year billing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pads — BVP share of total brake pad sales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AIM exposure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Warranty — two lenses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GPS: calendar year, fiscal year, and after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  <p:pic>
        <p:nvPicPr>
          <p:cNvPr id="8" name="Picture 7" descr="modeb_g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Red = calendar-year GPS. Recent peak 86.9%; CY2025 = 86.0%.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Black = fiscal-year GPS (frozen CY2025 wallet). FY26 headline 85.2%.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Grey = fiscal GPS after removing warranty parts (€). FY26 ≈ 81.8% (warranty EUR 83,007 ≈ 4% of FY26 billing).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9,593 → 9,290 (working CY2026 estimate).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ISUZU BENELUX NV bills for BE/NL/PL/LUX but the FY27 max spend uses the BELGIUM UIO rows only. GPS 95-98% is therefore likely OVERSTATED — numerator covers a parc the denominator excludes. Do not present the % without stating that, or widen the denominator first (UIO rows NL 30/31/32, LUX 36/37/38, Poland 69).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FY2025 → FY2026 wallet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  <p:pic>
        <p:nvPicPr>
          <p:cNvPr id="8" name="Picture 7" descr="modeb_fy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23369"/>
            <a:ext cx="6949440" cy="2931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2344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Total EUR 2,338,748 → EUR 2,203,112 (-5.8%).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only EUR -94,412.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with BVP alternative EUR -31,022; BVP EUR -10,202 (3.4% of FY26 wallet).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Display label locked: Genuine with BVP alternative.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 wallet mix —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2,338,748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2,203,112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-135,636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only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2,092,144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1,997,733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-94,412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with BVP alternative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160,541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129,519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-31,022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86,063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75,861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-10,202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% of wallet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-0.2 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the genuine drop sits (calendar 2024 → 2025)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sales moved EUR 78,321 from CY2024 to CY2025.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Of that, the routine service basket (filters, pads, rotors) moved EUR -7,355 on genuine-only; BVP in that basket moved EUR -1,467.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Meeting line: check high-value assemblies / sensors before blaming the filter or pad menu.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Largest part-number drops (FY24→FY25) — outside service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01752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8977998750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-34,249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8981776324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-11,626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8975293230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ENGINE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-11,250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8983759930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ENGINE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-11,244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8983550720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partikel sensor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-10,818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5876150180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FILTER; BLOWER UNIT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-10,118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8980835411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MOLDING; WINDSHIELD,LWR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-6,760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937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Check warranty / campaign coding before calling competitive leakage.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capture vs network (calendar year)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  <p:pic>
        <p:nvPicPr>
          <p:cNvPr id="8" name="Picture 7" descr="modeb_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Capture % is calendar-year (full CY2025). Fleet demand is modelled on calendar years — there is no matching fiscal-year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62.6% vs network 60.4%; Fuel filter 26.2% vs network 47.9%; Air filter 51.7% vs network 52.3%.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Next slide: fiscal-year € billing in the same five categories.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lens = total capture (not genuine-only).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 · 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billing by fiscal year (same five lines)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  <p:pic>
        <p:nvPicPr>
          <p:cNvPr id="8" name="Picture 7" descr="modeb_pms_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This is Sales-to-Isuzu Benelux € in fiscal years — not capture % of fleet demand.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Use both lenses — do not mix % capture with € billing.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= total sales in the basket.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pads — BVP share of total brake pad sales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8016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qty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qty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share of total brake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1887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BVP share = BVP € ÷ all brake-pad € billed (genuine + BVP). Not a PMS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Wallet-level BVP is still only ~3.4% of FY26 — do not generalise a pad story to the whole wallet.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AIM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€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29,155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Defend (high GPS - high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25,867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Defend (high GPS - high capture)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25,745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Attach gap (high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749039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High-risk € is catalogue AIM exposure, not proven walk-out.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Open on jobs not bought through the distributor — not a street IAM war alone.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Warranty — two real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CY2025 claim-price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EUR 74,677 (claim-price basis).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Calendar-year claim price basis.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IBX Belgium only; no CV warranty rows in the source file.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Fiscal GPS 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FY24 EUR 490 · FY25 EUR 25,359 · FY26 EUR 83,007.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Source row: IBX.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Ex-warranty GPS = (net − warranty) ÷ frozen CY25 wallet.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Both numbers are real — never mix them on one slide without labels.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1887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If they say…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You know…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is eating genuine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Wallet BVP ~3.4%. Check pads as a local exception only.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GPS looks fine / too high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FY26 headline 85.2%; excl. warranty ≈ 81.8%. IBX: Belgium-only denominator.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Service parts are fine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CY2025 capture vs network (previous slides) + FY billing lens.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