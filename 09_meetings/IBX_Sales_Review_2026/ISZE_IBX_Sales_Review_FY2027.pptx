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BELGIUM  ·  IBX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Benelux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Benelux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IBX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Injectors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Fuel system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1,029K against EUR 828K a year earlier — +24.3% (CY H1 2026 vs CY H1 2025, Jan–Jun).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drops (all categories): 5878316930 (SHOE KIT; BRAKE,RR) EUR -13K, 62 fewer pcs; 8974725274 (RAIL; ROOF) EUR -4K, 34 fewer pcs; 8977988670 (TRANSFER ASM) EUR -4K, 2 fewer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Largest PN gains (all categories): 8978461152 (GLASS; WINDSHIELD) EUR 18K, 79 more pcs; 8981776324 (DPD ASM) EUR 8K, 6 more pcs; 8975554500 (FILTER; BLOWER UNIT) [TF*,UC*] EUR 7K, 407 more pcs.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Within Body parts (EUR 102K, +36%): 8978461152 (GLASS; WINDSHIELD) EUR 18K, 79 more pcs; 8975595830 (PANEL; SIDE GATE) EUR 4K, 19 more pcs; 7552172691 (BUMPER ASM; FRT) EUR 4K, 26 more pcs.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42,206 (CY H1 2025) to EUR 29,058 (CY H1 2026), down EUR 13,148 (-31%).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5878316930 (SHOE KIT; BRAKE,RR): EUR 12,755 to EUR 0, 62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5876102280 (LINING KIT; RR BRAKE · NPR,NQR,NNR): EUR 3,276 to EUR 0, 57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8981246634 (ROTOR; DISC BRK,FRT): EUR 1,335 to EUR 375, 11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8982324811 (HYDRAULIC UNIT; ANTI LOCK BRK): EUR 858 to EUR 0, 1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INJECTORS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Injectors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10,591 (CY H1 2025) to EUR 5,795 (CY H1 2026), down EUR 4,796 (-45%).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8984890190 (NOZZLE ASM; INJ): EUR 3,865 to EUR 1,887, 12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8983320591 (NOZZLE ASM; INJ): EUR 1,321 to EUR 0, 7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8973865576 (PUMP ASM; INJ): EUR 886 to EUR 0, 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8982601090 (NOZZLE ASM; INJ): EUR 2,710 to EUR 1,909, 6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failures, or repairs moving out of the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exchange/reman route competing with new parts here?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FUEL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Fuel system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EUR 9,894 (CY H1 2025) to EUR 5,548 (CY H1 2026), down EUR 4,346 (-44%).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Largest part numbers driving the decline (by EUR):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8941449334 (SEDIMENTER; FUEL): EUR 2,530 to EUR 0, 51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8981530463 (TANK; FUEL): EUR 1,645 to EUR 0, 8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8984890171 (PUMP ASM; FUEL,SUPPLY): EUR 3,409 to EUR 2,032, 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8972745350 (TANK; FUEL): EUR 1,212 to EUR 0, 7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926080"/>
                <a:gridCol w="1645920"/>
                <a:gridCol w="1737360"/>
                <a:gridCol w="1737360"/>
                <a:gridCol w="182880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18,240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17,542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4,136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11,992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7,856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TF*,UC*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9,783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16,468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6,684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7552348280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2,123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8,352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6,229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8983320764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2,283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6,849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4,566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4,694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9,218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EUR 4,524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Body parts +36%, Exhaust +70%, Lighting +29%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(187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PNs ranked by largest EUR increase (prior-period sales &gt; 0). 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8978461162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19,705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7552283750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TRANSFER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8,010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7552348310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4,918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8983042280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AUTO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3,656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8981596930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3,508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6,834,272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-3.2%.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7,074,416.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85.2%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Benelux today: 85.2%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2,454K on 9,593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85.2%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26.2% against 47.9%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46.7% against 55.0%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Benelux averages 78.6%,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Pashuysen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Huy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Marche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Benelux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Delfosse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Degroote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57.1%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Fayt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55.4%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34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3.8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40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9,593 vehicles in 2025 → 9,290 working estimate for end-2026 (-3.2%).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9,154; CV — LD 136.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6,834,272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(-3.2%)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6,618,408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6,949,328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+3.5%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-3.2%.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6,834,272)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+3.5%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IBX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Benelux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7,074,416 (+3.5%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Injectors / Fuel system: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IBX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BENELUX · ISUZU BENELUX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Isuzu Benelux.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IBX GPS % can look high because billing covers BE/NL/PL/LUX while the wallet denominator is Belgium-only — say so when quoting %.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90.9% → FY26 85.2%.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81.8% (warranty EUR 83,007 ≈ 4%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9,593 → 9,290 (working year-end estimate under the FY2027 target).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BENELUX NV bills for BE/NL/PL/LUX but the FY27 max spend uses the BELGIUM UIO rows only. GPS 95-98% is therefore likely OVERSTATED — numerator covers a parc the denominator excludes. Do not present the % without stating that, or widen the denominator first (UIO rows NL 30/31/32, LUX 36/37/38, Poland 69).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2,338,748 → EUR 2,203,112 (-5.8%).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-94,412.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-31,022; BVP EUR -10,202 (3.4%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2,338,748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2,203,112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-135,636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2,092,144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1,997,733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-94,412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160,541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129,519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-31,022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86,063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75,861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-10,202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-0.2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-94,412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-9,608 on genuine-only; BVP in that basket moved EUR 2,350.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So about 90% of the genuine-only drop sits outside routine service parts.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8977998750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-34,249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-11,626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8975293230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-11,250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8983759930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-11,244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-10,818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5876150180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-10,118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8980835411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MOLDING; WINDSHIELD,LWR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-6,760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62.6% vs network 60.4%; Fuel filter 26.2% vs network 47.9%; Air filter 51.7% vs network 52.3%.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Sales-to-Isuzu Benelux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~3.4% of FY26 — do not generalise a pad story to the whole wallet.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29,155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25,867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25,745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74,677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IBX Belgium only; no CV warranty rows in the source file.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490 · FY25 EUR 25,359 · FY26 EUR 83,007.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IBX.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~3.4%.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85.2%; excl. warranty ≈ 81.8%. IBX: Belgium-only denominator.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