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BELGIUM  ·  IBX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Benelux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Benelux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IBX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FY2027 YTD (Apr–Jul)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Fuel system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Body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POWER BI — OFFICIAL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726K, +1% vs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726K against a EUR 717K budget — +1%, and +22% on last year's EUR 595K.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Against Original BP EUR 768K the period is -5%.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Jul softened (-48% YoY) — holiday timing / stock build can explain a quiet month after a strong spring.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Order intake EUR 631K against EUR 726K billed (orders ~87% of shipments).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1,118K against EUR 828K a year earlier — +35.1%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Body parts EUR 135K (+47%) is excluded from the chart scale — covered on the deep-dive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5878316930 (SHOE KIT; BRAKE,RR) EUR -13K, 62 fewer pcs; 8974725274 (RAIL; ROOF) EUR -4K, 34 fewer pcs; 8977988670 (TRANSFER ASM) EUR -4K, 2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8978461152 (GLASS; WINDSHIELD) EUR 20K, 91 more pcs; 8975554500 (FILTER; BLOWER UNIT) [TF*,UC*] EUR 8K, 507 more pcs; 8981776324 (DPD ASM) EUR 8K, 6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42,206 (CY H1 2025) to EUR 31,796 (CY H1 2026), down EUR 10,410 (-25%).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5878316930 (SHOE KIT; BRAKE,RR): EUR 12,755 to EUR 0, 62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5876102280 (LINING KIT; RR BRAKE · NPR,NQR,NNR): EUR 3,276 to EUR 0, 57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8981246634 (ROTOR; DISC BRK,FRT): EUR 1,335 to EUR 375, 11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8982324811 (HYDRAULIC UNIT; ANTI LOCK BRK): EUR 858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10,591 (CY H1 2025) to EUR 6,022 (CY H1 2026), down EUR 4,569 (-43%).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8984890190 (NOZZLE ASM; INJ): EUR 3,865 to EUR 1,887,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8983320591 (NOZZLE ASM; INJ): EUR 1,321 to EUR 191, 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8973865576 (PUMP ASM; INJ): EUR 886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8982601090 (NOZZLE ASM; INJ): EUR 2,710 to EUR 1,909, 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FUEL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Fuel system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9,894 (CY H1 2025) to EUR 5,570 (CY H1 2026), down EUR 4,324 (-44%).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8941449334 (SEDIMENTER; FUEL): EUR 2,530 to EUR 0, 51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8981530463 (TANK; FUEL): EUR 1,645 to EUR 0,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8984890171 (PUMP ASM; FUEL,SUPPLY): EUR 3,409 to EUR 2,032,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8972745350 (TANK; FUEL): EUR 1,212 to EUR 0, 7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BODY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Body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286,109 (CY H1 2025) to EUR 421,016 (CY H1 2026), up EUR 134,907 (+47%).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increase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8978461152 (GLASS; WINDSHIELD): EUR 697 to EUR 20,731, +91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8978461162 (GLASS; WINDSHIELD): EUR 0 to EUR 19,705, +96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8975554012 (GLASS; WINDSHIELD): EUR 7,647 to EUR 13,808, +37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7552172691 (BUMPER ASM; FRT): EUR 753 to EUR 6,078, +35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Body parts declines: 8974725274 (RAIL; ROOF) EUR -4K, 34 fewer pcs; 8974725284 (RAIL; ROOF) EUR -4K, 33 fewer pcs.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41605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48056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collision / glass volume from a few fleet events, or a sustained workshop pattern?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windshields and bumpers staying with the network, or is bodywork leaking to IAM?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Which models drive the glass and bumper PNs — and is stock aligned?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20,731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20,033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9,783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18,100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8,317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4,136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11,992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7,856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2,283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8,983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4,694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11,381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6,686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7552348280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6,229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+47%, Lighting +39%, Exhaust +85%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(187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76.1%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Benelux today: 76.1%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Fleet potential: EUR 2,745K on 10,760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Denominator widened vs Belgium-only file: Poland UIO10 (Łukasz / SAMAR 2025): +1,167 UIO (base was 9,593 / EUR 2,454K). NL/LUX still 0 in carpark.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Q1 FY2027 IBX order mix ~39% SOR / ~39% VOR by € — VOR urgency pricing lifts billed amount.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26.2% against 47.9%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46.7% against 55.0%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Benelux averages 78.6%,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Pashuysen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Huy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Marche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Benelux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Delfosse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Degroote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Fayt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3.8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40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9,593 vehicles in 2025 → 9,290 working estimate for end-2026 (-3.2%).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9,154; CV — LD 136.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2,340,134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2,296,577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2,419,787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43,556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2,340,134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V3.1 Dashboard col I BELGIUM: EUR 2,340,134.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-3.2%.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2,340,134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2,296,577)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IBX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BENELUX · ISUZU BENELUX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Benelux.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IBX GPS % can look high because billing covers BE/NL/PL/LUX while the wallet denominator is Belgium-only — say so when quoting 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90.9% → FY26 85.2%.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81.8% (warranty EUR 83,007 ≈ 4%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9,593 → 9,290 (working year-end estimate under the FY2027 target).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2,338,748 → EUR 2,203,112 (-5.8%).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-94,412.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-31,022; BVP EUR -10,202 (3.4%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2,338,748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2,203,112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-135,636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2,092,144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1,997,733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-94,412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160,541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129,519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-31,022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86,063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75,861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-10,202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-0.2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-94,412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-9,608 on genuine-only; BVP in that basket moved EUR 2,350.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90%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-34,249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-11,626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8975293230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-11,250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8983759930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-11,244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-10,818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5876150180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-10,118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8980835411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MOLDING; WINDSHIELD,LWR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-6,760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62.6% vs network 60.4%; Fuel filter 26.2% vs network 47.9%; Air filter 51.7% vs network 52.3%.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Sales-to-Isuzu Benelux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41,325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35,263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pad sales (€)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5,598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2,409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share of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~3.4% of FY26 — do not generalise a pad story to the whole wallet.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29,155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25,867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25,745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74,677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IBX Belgium only; no CV warranty rows in the source file.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490 · FY25 EUR 25,359 · FY26 EUR 83,007.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IBX.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~3.4%.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85.2%; excl. warranty ≈ 81.8%. IBX: Belgium-only denominator.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