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IRELAND  ·  IRELAND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Ireland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Ireland  ·  July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IRELAND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Electrical sensors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Filters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507K against EUR 620K a year earlier — -18.3%.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Electrical sensors EUR -20K; Filters EUR -17K.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ELECTRICAL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Electrical sensors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86,503 (CY H1 2025) to EUR 66,925 (CY H1 2026), down EUR 19,578 (-23%).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8983528481 (SENSOR; NOX): EUR 16,129 to EUR 10,240, 22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8976695331 (METER COMPL; CLUSTER): EUR 4,616 to EUR 318,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8978808270 (SENSOR; PM): EUR 9,428 to EUR 5,580, 15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 value-tier range moved the same way, not the other way: BVP billing went from EUR 112,635 to EUR 77,972 across the window. So this does not read as a switch from genuine to value 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45,977 (CY H1 2025) to EUR 28,533 (CY H1 2026), down EUR 17,444 (-38%).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8980329082 (FILTER ASM): EUR 3,366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8983282070 (ELEMENT; OIL FILTER): EUR 4,666 to EUR 1,568, 212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8975425400 (ELEMENT; FUEL FILTER): EUR 3,649 to EUR 996, 209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5874123812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INTERFACE MX2-T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3,996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11,408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8982688122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PUMP ASM; DEF,DCM SPLY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4,329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9,896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8982404570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DRIVE ASM; FINAL,RR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1,289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4,109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8974985741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3,510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8980959830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6,786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8983922341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LEAF,RR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2,319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Ireland warranty parts ran to EUR 35K across CY2025, so we would not read this list as purely commercial growth without checking it against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Transporting Cost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10,737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8981580081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HYDRAULIC UNIT; ANTI LOCK BRK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6,005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8971345174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FLYWHEEL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4,473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8976882230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HYDRAULIC UNIT; ANTI LOCK BRK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3,995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8974842450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MANUAL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3,966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8980830414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TURBOCHARGER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3,345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2,833,637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+18.4%.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3,585,313.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— amount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compares actual parts purchases to the theoretical potential of the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purchases: EUR 1,103K.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CY2025 fleet potential: EUR 956K (2,161 vehicles).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Purchases sit above that theoretical potential — we discuss the amount and the per-vehicle rate, not a capture percentage.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oil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11.3% against 12.8%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pad 8.2% against 6.0%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Parc 2,161 in 2025 and 2,558 in the 2026 working year-end estimate — +18.4%.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shows 2019–2026 only. The 2026 point is a working year-end estimate.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applies this fleet movement,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2,833,637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(+18.4%)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3,354,208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3,521,918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3,585,313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+26.5%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+18.4%.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3,585,313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2,833,637)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+26.5%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21208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 We will confirm as soon as we have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IRELAND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Ireland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3,585,313 (+26.5%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Electrical sensors and Filters: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IRELAND proposal, ISZE review and counter-proposal cycle to follow.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