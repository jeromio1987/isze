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IRELAND  ·  IRELAND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Ireland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Ireland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IRELAND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Electrical sensors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Filters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Injectors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464K against EUR 586K a year earlier — -20.8%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drops: 8983528481 (SENSOR; NOX) EUR -6K, 22 fewer pcs; 8976695331 (METER COMPL; CLUSTER) EUR -4K, 13 fewer pcs; 8982457540 (NOZZLE ASM; INJ) EUR -4K, 14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gains: 5874123812 (INTERFACE MX2-T) EUR 7K, 7 more pcs; 8982404570 (DRIVE ASM; FINAL,RR) EUR 3K, 2 more pcs; 8974985741 (TURBOCHARGER ASM) EUR 3K, 3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About EUR 42K of claim-matched PN billing was stripped so this chart is aftermarket demand, not warranty.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ELECTRICAL SENSORS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Electrical sensors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68,893 (CY H1 2025) to EUR 50,976 (CY H1 2026), down EUR 17,917 (-26%).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8983528481 (SENSOR; NOX): EUR 16,129 to EUR 10,240, 22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8976695331 (METER COMPL; CLUSTER): EUR 4,616 to EUR 318, 13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8982201260 (SENSOR; SPEED): EUR 1,452 to EUR 0, 7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8976695321 (METER COMPL; CLUSTER): EUR 1,319 to EUR 0, 4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FILTERS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Filters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45,771 (CY H1 2025) to EUR 28,035 (CY H1 2026), down EUR 17,737 (-39%).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8980329082 (FILTER ASM): EUR 3,366 to EUR 0, 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8983282070 (ELEMENT; OIL FILTER · FRR,FS*,FTR,FVR,NPS,N*R): EUR 4,666 to EUR 1,568, 212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8975425400 (ELEMENT; FUEL FILTER · FV*,FT*,FS*,FR*,N*R,N*S): EUR 3,649 to EUR 996, 209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5876102200 (ELEMENT KIT; FUEL FILTER · N*R,NPS): EUR 1,711 to EUR 250, 76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stocking filters, or ordering line-by-line against each job?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How much servicing do you estimate is happening outside the franchised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Would a service-pack offer on oil and fuel filters be workable for your dealers?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INJECTORS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Injectors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17,244 (CY H1 2025) to EUR 2,500 (CY H1 2026), down EUR 14,744 (-86%).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8982457540 (NOZZLE ASM; INJ): EUR 4,285 to EUR 0, 14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8982318983 (INJECTOR ASM; DEF DCM): EUR 2,944 to EUR 0, 8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8980879851 (NOZZLE ASM; INJ): EUR 2,811 to EUR 0, 13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8982601090 (NOZZLE ASM; INJ): EUR 1,910 to EUR 0, 10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fewer failures, or repairs moving out of the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exchange/reman route competing with new parts here?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5874123812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INTERFACE MX2-T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3,996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11,408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7,413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8982404570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DRIVE ASM; FINAL,RR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1,289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4,109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2,820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8974985741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TURBOCHARGER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3,510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2,620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8980959830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ELEMENT KIT; FUEL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N*R,NPS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4,480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6,786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2,306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5878324001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KING PIN KIT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1,173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2,853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1,680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8983922341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SPRING ASM; LEAF,RR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2,319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1,529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(67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8981580081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HYDRAULIC UNIT; ANTI LOCK BRK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6,005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8971345174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FLYWHEEL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4,473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8976882230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HYDRAULIC UNIT; ANTI LOCK BRK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3,995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8974842450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MANUAL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3,966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8980830414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TURBOCHARGER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3,345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8983767550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ROTOR; DISC BRK,FRT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3,009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2,833,637 (reported KPI).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+18.4%.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3,585,313.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— amount 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compares actual parts purchases to the theoretical potential of the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purchases: EUR 1,103K.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CY2025 fleet potential: EUR 956K (2,161 vehicles).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Purchases sit above that theoretical potential — we discuss the amount and the per-vehicle rate, not a capture percentage.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pad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pad 87.4% against 28.8%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190.6% against 59.0%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grow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2,161 vehicles in 2025 → 2,558 working estimate for end-2026 (+18.4%).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Smaller segments not plotted (&lt;5% of fleet): F-Series 83.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reflects the working fleet outlook without extending the chart beyond 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(reported KPI)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2,833,637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(+18.4%)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3,354,208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3,521,918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3,585,313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+26.5%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the reported Sales-to-Dealer KPI.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+18.4%.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3,585,313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2,833,637)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+26.5%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IRELAND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Ireland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3,585,313 (+26.5%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Electrical sensors / Filters / Injectors: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IRELAND proposal, ISZE review and counter-proposal cycle to follow.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IRELAND · ISUZU IRELAND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Isuzu Ireland.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wallet). FY25 127.5% → FY26 115.4%.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fiscal GPS after removing warranty parts (€). FY26 ≈ 110.2% (warranty EUR 49,673 ≈ 5%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2,161 → 2,558 (working year-end estimate under the FY2027 target).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GPS EXCEEDS 100% (122% FY26, 105% after FY27 stretch). The target is above the theoretical max spend of the whole parc. DO NOT put a GPS % on a slide for Ireland — discuss the amount, or agree the per-unit rate first.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1,265,712 → EUR 1,145,257 (-9.5%).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-85,185.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-22,621; BVP EUR -12,649 (4.2%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1,265,712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1,145,257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-120,455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1,043,440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958,255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-85,185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161,502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138,881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-22,621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60,770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48,121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-12,649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4.2%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-0.6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-85,185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-23,825 on genuine-only; BVP in that basket moved EUR -6,797.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So about 72% of the genuine-only drop sits outside routine service parts.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8983528480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SENSOR; NOX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-27,873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8974725274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RAIL; ROOF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-14,562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8974725284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RAIL; ROOF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-14,173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Transporting Cost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-8,746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8982457540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NOZZLE ASM; INJ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-7,106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8981951431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TURBOCHARGER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-6,609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8971345174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FLYWHEEL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-6,593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190.6% vs network 59.0%; Fuel filter 212.4% vs network 44.6%; Air filter 204.3% vs network 50.4%.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five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five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Sales-to-Isuzu Ireland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share of total brake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~4.2% of FY26 — do not generalise a pad story to the whole wallet.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15,542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Defend (high GPS - high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16,755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Defend (high GPS - high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12,652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Defend (high GPS - high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34,857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CV EUR 3,908 is a lower bound (82% of part cells priced); LCV EUR 30,949 is clean.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43 · FY25 EUR 11,619 · FY26 EUR 49,673.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Ireland.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~4.2%.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115.4%; excl. warranty ≈ 110.2%. 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