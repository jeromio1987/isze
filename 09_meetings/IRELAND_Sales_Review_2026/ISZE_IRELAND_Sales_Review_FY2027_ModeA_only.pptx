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IRELAND  ·  IRELAND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Ireland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Ireland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IRELAND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481K against EUR 586K a year earlier — -17.9%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8983528481 (SENSOR; NOX) EUR -6K, 22 fewer pcs; 8976695331 (METER COMPL; CLUSTER) EUR -4K, 13 fewer pcs; 8982457540 (NOZZLE ASM; INJ) EUR -4K, 14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5874123812 (INTERFACE MX2-T) EUR 7K, 7 more pcs; 8982404570 (DRIVE ASM; FINAL,RR) EUR 3K, 2 more pcs; 8974985741 (TURBOCHARGER ASM) EUR 3K, 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48K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45,771 (CY H1 2025) to EUR 28,827 (CY H1 2026), down EUR 16,945 (-37%).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8980329082 (FILTER ASM): EUR 3,366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8983282070 (ELEMENT; OIL FILTER · FRR,FS*,FTR,FVR,NPS,N*R): EUR 4,666 to EUR 1,568, 212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8975425400 (ELEMENT; FUEL FILTER · FV*,FT*,FS*,FR*,N*R,N*S): EUR 3,649 to EUR 1,448, 173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5876102200 (ELEMENT KIT; FUEL FILTER · N*R,NPS): EUR 1,711 to EUR 250, 76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68,893 (CY H1 2025) to EUR 54,240 (CY H1 2026), down EUR 14,653 (-21%).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8983528481 (SENSOR; NOX): EUR 16,129 to EUR 10,240, 22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8976695331 (METER COMPL; CLUSTER): EUR 4,616 to EUR 318,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8982201260 (SENSOR; SPEED): EUR 1,452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8976695321 (METER COMPL; CLUSTER): EUR 1,319 to EUR 0, 4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17,244 (CY H1 2025) to EUR 2,628 (CY H1 2026), down EUR 14,616 (-85%).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8982457540 (NOZZLE ASM; INJ): EUR 4,285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8982318983 (INJECTOR ASM; DEF DCM): EUR 2,944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8980879851 (NOZZLE ASM; INJ): EUR 2,811 to EUR 0,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8982601090 (NOZZLE ASM; INJ): EUR 1,910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3,996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11,408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7,413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8982404570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1,289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4,109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2,820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8974985741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3,510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8980959830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N*R,NPS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4,480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6,786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2,306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5878324001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KING PIN KIT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2,853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8983922341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2,448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1,657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(67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8981580081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6,005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8971345174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FLYWHEEL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4,473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8976882230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7552392890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CAMERA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8974842450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MANUAL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3,966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1,718,249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+18.4%.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2,174,046.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— amount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compares actual parts purchases to the theoretical potential of the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FY2026 purchases: EUR 1,103K.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CY2025 fleet potential: EUR 956K (2,161 vehicles).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Purchases sit above that theoretical potential — we discuss the amount and the per-vehicle rate, not a capture percentage.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2,161 vehicles in 2025 → 2,558 working estimate for end-2026 (+18.4%).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Smaller segments not plotted (&lt;5% of fleet): F-Series 83.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1,718,249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(+18.4%)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2,033,910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2,135,606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2,174,046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+26.5%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+18.4%.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2,174,046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1,718,249)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+26.5%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IRELAND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Ireland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2,174,046 (+26.5%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Filters / Electrical sensors / Injectors: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IRELAND proposal, ISZE review and counter-proposal cycle to follow.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