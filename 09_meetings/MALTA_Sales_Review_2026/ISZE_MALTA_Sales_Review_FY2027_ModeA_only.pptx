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MALTA  ·  MALTA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Malta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GasanZammit Motors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MALTA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Body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Air conditioning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Electrical sensors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101K against EUR 101K a year earlier — +0.1%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drops: 8983042280 (TRANSMISSION ASM; AU) EUR -3K, 1 fewer pcs; 8975536860 (BODY ASM; REAR) EUR -3K, 2 fewer pcs; 8983023390 (CONTROL UNIT; SRS) EUR -2K, 7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gains: 8983807440 (ABSORBER ASM; SHOCK,) [NQR] EUR 1K, 56 more pcs; 8971424521 (JOINT ASM; BALL,LWR ) EUR 1K, 43 more pcs; 8981532774 (BUMPER; RR) EUR 1K, 3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About EUR 4K of claim-matched PN billing was stripped so this chart is aftermarket demand, not warranty.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BODY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Body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30,941 (CY H1 2025) to EUR 24,709 (CY H1 2026), down EUR 6,232 (-20%).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8975509392 (BUMPER ASM; FRT): EUR 1,896 to EUR 118, 13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8971118074 (PANEL; ENG HOOD): EUR 1,207 to EUR 0, 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8980320980 (PANEL ASM; FRT): EUR 607 to EUR 0, 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8979078300 (STEP; BODY SIDE): EUR 732 to EUR 184, 3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AIR CONDITIONING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Air conditioning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6,340 (CY H1 2025) to EUR 2,405 (CY H1 2026), down EUR 3,935 (-62%).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8974995480 (FILTER; ACL · TFR,TFS,UCR,UCS): EUR 1,503 to EUR 318, 55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8981394280 (FILTER; BLOWER UNIT · TF*,UC*): EUR 1,119 to EUR 0, 50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8981402660 (FILTER; ACL · TFR,TFS,UCR,UCS): EUR 1,116 to EUR 0, 50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8975435771 (COMPRESSOR ASM; A/C): EUR 540 to EUR 0, 1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the seasonal pattern different this year, or is this a real shift?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cabin filters and A/C service being sold as a package?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ELECTRICAL SENSORS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Electrical sensors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9,600 (CY H1 2025) to EUR 6,541 (CY H1 2026), down EUR 3,058 (-32%).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8983023390 (CONTROL UNIT; SRS): EUR 2,346 to EUR 0, 7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8982437400 (SWITCH; COMB): EUR 994 to EUR 318, 8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8983712150 (SENSOR; SPD,RR WHEEL): EUR 587 to EUR 196,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8982437930 (SWITCH; COMB): EUR 808 to EUR 455, 5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8983807440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ABSORBER ASM; SHOCK,RR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NQR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189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1,572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1,382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8971424521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JOINT ASM; BALL,LWR CONT ARM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1,033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992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8981532774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BUMPER; 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470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1,189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719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8983204550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ABSORBER ASM; SHOCK,FRT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545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8982330902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LAMP ASM; RR COMB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245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788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544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8981032020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PANEL; DEFLECTOR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262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804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542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Hydraulic / mechanical +144%, Suspension +128%, Lighting +27%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(37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8972746690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TANK ASM; DEF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2,169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8978775550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CAMERA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1,072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5874123812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INTERFACE MX2-T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1,069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8982447940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PAD KIT; CALIPER,DISC BRK,FRT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894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8975425400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ELEMENT; FUEL FILTER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820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8979488071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ROTOR; DISC BRK,FRT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814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553,873 (reported KPI).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-2.3%.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578,373.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51.0%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Malta today: 51.0%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379K on 1,040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51.0%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brake rotor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34.0% against 54.6%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39.3% against 46.6%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Malta averages 89.3%, above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Gasanzammit Motors Limited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89.3%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Malta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Gasanzammit Motors Limited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#109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1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14.5 points above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0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1,040 vehicles in 2025 → 1,016 working estimate for end-2026 (-2.3%).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(reported KPI)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553,873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(-2.3%)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541,091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568,146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578,373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+4.4%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the reported Sales-to-Dealer KPI.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-2.3%.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578,373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553,873)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+4.4%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MALTA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GasanZammit Motors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Already halfway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 already report Sales-to-Dealer monthly. The ask is the same data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Align on the FY2027 Sales-to-Dealer bridge (fleet, price, additional growth) — working figure EUR 578,373 (+4.4% vs FY2026 base).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adjustment; lock the target once that approval is through.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Body parts / Air conditioning / Electrical sensors: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MALTA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