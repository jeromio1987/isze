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MALTA  ·  MALTA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Malta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GasanZammit Motors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MALTA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79K, +1%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79K against BP EUR 78K — +1%, and +11% on last year's EUR 71K.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BP: Apr -30%, May +25%, Jun +13%, Jul -2%.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period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102K against EUR 101K a year earlier — +0.7%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8983042280 (TRANSMISSION ASM; AU) EUR -3K, 1 fewer pcs; 8975536860 (BODY ASM; REAR) EUR -3K, 2 fewer pcs; 8983023390 (CONTROL UNIT; SRS) EUR -2K, 7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8983807440 (ABSORBER ASM; SHOCK,) [NQR] EUR 1K, 56 more pcs; 8971424521 (JOINT ASM; BALL,LWR ) EUR 1K, 43 more pcs; 8981532774 (BUMPER; RR) EUR 1K,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Suspension (EUR 4K, +168%): 8983807440 (ABSORBER ASM; SHOCK,) [NQR] EUR 1K, 56 more pcs; 8983204550 (ABSORBER ASM; SHOCK,) EUR 1K, 24 more pcs; 8983034441 (ABSORBER ASM; SHOCK,) EUR 0K, 10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30,941 (CY H1 2025) to EUR 26,100 (CY H1 2026), down EUR 4,841 (-16%).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8975509392 (BUMPER ASM; FRT): EUR 1,896 to EUR 118,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8971118074 (PANEL; ENG HOOD): EUR 1,207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8980320980 (PANEL ASM; FRT): EUR 607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8979078300 (STEP; BODY SIDE): EUR 732 to EUR 184,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6,340 (CY H1 2025) to EUR 2,488 (CY H1 2026), down EUR 3,852 (-61%).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1,503 to EUR 318, 55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8981394280 (FILTER; BLOWER UNIT · TF*,UC*): EUR 1,119 to EUR 0,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8981402660 (FILTER; ACL · TFR,TFS,UCR,UCS): EUR 1,116 to EUR 0,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8975435771 (COMPRESSOR ASM; A/C): EUR 540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9,600 (CY H1 2025) to EUR 6,737 (CY H1 2026), down EUR 2,862 (-30%).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8983023390 (CONTROL UNIT; SRS): EUR 2,346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8982437400 (SWITCH; COMB): EUR 994 to EUR 318,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8983712150 (SENSOR; SPD,RR WHEEL): EUR 587 to EUR 196,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8982437930 (SWITCH; COMB): EUR 808 to EUR 455,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8983807440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NQR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8971424521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JOINT ASM; BALL,LWR CONT ARM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8974725274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8974725284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8983204550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545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Suspension +168%, Hydraulic / mechanical +149%,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(37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8978775550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8975425400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FUEL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8979488071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34.0% against 54.6%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39.3%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Malta averages 89.3%, above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Malta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9.9 points above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1,040 vehicles in 2025 → 1,017 working estimate for end-2026 (-2.2%).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240,250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233,100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397,247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7,150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240,250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(MALTA): EUR 240,250.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233,100.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(-2.2%)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240,250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233,100)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MALTA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GasanZammit Motors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240,250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/ Air conditioning / Electrical sensors: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MALTA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