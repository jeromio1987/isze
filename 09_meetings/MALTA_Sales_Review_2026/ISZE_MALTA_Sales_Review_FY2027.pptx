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MALTA  ·  MALTA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Malta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GasanZammit Motors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MALTA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101K against EUR 101K a year earlier — +0.1%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8983042280 (TRANSMISSION ASM; AU) EUR -3K, 1 fewer pcs; 8975536860 (BODY ASM; REAR) EUR -3K, 2 fewer pcs; 8983023390 (CONTROL UNIT; SRS) EUR -2K, 7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8983807440 (ABSORBER ASM; SHOCK,) [NQR] EUR 1K, 56 more pcs; 8971424521 (JOINT ASM; BALL,LWR ) EUR 1K, 43 more pcs; 8981532774 (BUMPER; RR) EUR 1K, 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4K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30,941 (CY H1 2025) to EUR 24,709 (CY H1 2026), down EUR 6,232 (-20%).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8975509392 (BUMPER ASM; FRT): EUR 1,896 to EUR 118,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8971118074 (PANEL; ENG HOOD): EUR 1,207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8980320980 (PANEL ASM; FRT): EUR 607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8979078300 (STEP; BODY SIDE): EUR 732 to EUR 184,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6,340 (CY H1 2025) to EUR 2,405 (CY H1 2026), down EUR 3,935 (-62%).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8974995480 (FILTER; ACL · TFR,TFS,UCR,UCS): EUR 1,503 to EUR 318, 55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8981394280 (FILTER; BLOWER UNIT · TF*,UC*): EUR 1,119 to EUR 0, 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8981402660 (FILTER; ACL · TFR,TFS,UCR,UCS): EUR 1,116 to EUR 0, 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8975435771 (COMPRESSOR ASM; A/C): EUR 540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9,600 (CY H1 2025) to EUR 6,541 (CY H1 2026), down EUR 3,058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8983023390 (CONTROL UNIT; SRS): EUR 2,346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8982437400 (SWITCH; COMB): EUR 994 to EUR 318,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8983712150 (SENSOR; SPD,RR WHEEL): EUR 587 to EUR 196,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8982437930 (SWITCH; COMB): EUR 808 to EUR 455, 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8983807440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ABSORBER ASM; SHOCK,RR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NQR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8971424521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JOINT ASM; BALL,LWR CONT ARM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8981532774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8983204550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ABSORBER ASM; SHOCK,FRT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8982330902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8981032020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DEFLECTOR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Hydraulic / mechanical +144%, Suspension +128%, Lighting +27%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(37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2,169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8978775550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CAMERA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8975425400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FUEL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8979488071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ROTOR; 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553,873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578,373.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51.0%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Malta today: 51.0%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379K on 1,040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51.0%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34.0%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39.3%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Malta averages 89.3%,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Gasanzammit Motors Limited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Malta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Gasanzammit Motors Limited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14.5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1,040 vehicles in 2025 → 1,016 working estimate for end-2026 (-2.3%).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553,873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(-2.3%)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541,091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568,146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578,373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+4.4%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-2.3%.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578,373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553,873)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MALTA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GasanZammit Motors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578,373 (+4.4%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/ Air conditioning / Electrical sensors: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MALTA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MALTA · GASANZAMMIT MOTORS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GasanZammit Motors.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54.6% → FY26 51.0%.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46.6% (warranty EUR 16,875 ≈ 9%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1,040 → 1,016 (working year-end estimate under the FY2027 target).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212,812 → EUR 205,187 (-3.6%).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-13,364.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5,368; BVP EUR 371 (0.2%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212,812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205,187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-7,626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195,768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182,404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-13,364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17,044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22,412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5,368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+0.2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-13,364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-1,946 on genuine-only; BVP in that basket moved EUR 42.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85%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-25,100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-2,782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8974725274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RAIL; ROOF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-1,875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8974725284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RAIL; ROOF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-1,875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5878323990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KING PIN KIT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-1,598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8974922400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-1,084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90.5% vs network 60.3%; Fuel filter 39.3% vs network 46.6%; Air filter 66.0% vs network 52.2%.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Sales-to-GasanZammit Motors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~0.2%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1,771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2,991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18,219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CV and 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6,073 · FY26 EUR 16,875.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GasanZammit.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~0.2%.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51.0%; excl. warranty ≈ 46.6%.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