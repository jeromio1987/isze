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MALTA  ·  MALTA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Malta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GasanZammit Motors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MALTA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105K against EUR 106K a year earlier — -0.2%.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Body parts EUR -7K; Air conditioning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Hydraulic / mechanical +144%, Suspension +128%, Lighting +27%.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32,436 (CY H1 2025) to EUR 25,445 (CY H1 2026), down EUR 6,991 (-22%).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8975509392 (BUMPER ASM; FRT): EUR 1,896 to EUR 118,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8971118074 (PANEL; ENG HOOD): EUR 1,207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8975065311 (FRAME; CUSHION,FRT SEAT): EUR 926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12,000 to EUR 11,791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6,340 (CY H1 2025) to EUR 2,405 (CY H1 2026), down EUR 3,935 (-62%).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8974995480 (FILTER; ACL): EUR 1,503 to EUR 318, 55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8981394280 (FILTER; BLOWER UNIT): EUR 1,119 to EUR 0,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8981402660 (FILTER; ACL): EUR 1,116 to EUR 0,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8983807440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1,572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8971424521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JOINT ASM; BALL,LWR CONT ARM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1,033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8983204550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8982330902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8981032020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DEFLECTOR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Hydraulic / mechanical +144%, Suspension +128%, Lighting +27%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Malta warranty parts ran to EUR 18K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8978775550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8975425400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553,873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578,373.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51.0%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Malta today: 51.0%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379K on 1,040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51.0%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air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0.0% against 12.4%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5.7% against 13.4%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Malta averages 89.3%,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Malta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14.5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1,040 in 2025 and 1,016 in the 2026 working year-end estimate — -2.3%.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553,873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(-2.3%)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541,091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568,146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578,373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+4.4%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-2.3%.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578,373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553,873)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MALTA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GasanZammit Motors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578,373 (+4.4%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and Air conditioning: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MALTA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